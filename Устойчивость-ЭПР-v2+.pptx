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2" r:id="rId2"/>
    <p:sldMasterId id="2147483711" r:id="rId3"/>
  </p:sldMasterIdLst>
  <p:notesMasterIdLst>
    <p:notesMasterId r:id="rId26"/>
  </p:notesMasterIdLst>
  <p:sldIdLst>
    <p:sldId id="256" r:id="rId4"/>
    <p:sldId id="286" r:id="rId5"/>
    <p:sldId id="2147470984" r:id="rId6"/>
    <p:sldId id="258" r:id="rId7"/>
    <p:sldId id="288" r:id="rId8"/>
    <p:sldId id="289" r:id="rId9"/>
    <p:sldId id="2147470845" r:id="rId10"/>
    <p:sldId id="2147470962" r:id="rId11"/>
    <p:sldId id="2147470980" r:id="rId12"/>
    <p:sldId id="2147470983" r:id="rId13"/>
    <p:sldId id="2147470982" r:id="rId14"/>
    <p:sldId id="262" r:id="rId15"/>
    <p:sldId id="285" r:id="rId16"/>
    <p:sldId id="264" r:id="rId17"/>
    <p:sldId id="260" r:id="rId18"/>
    <p:sldId id="263" r:id="rId19"/>
    <p:sldId id="284" r:id="rId20"/>
    <p:sldId id="278" r:id="rId21"/>
    <p:sldId id="279" r:id="rId22"/>
    <p:sldId id="280" r:id="rId23"/>
    <p:sldId id="281" r:id="rId24"/>
    <p:sldId id="282" r:id="rId25"/>
  </p:sldIdLst>
  <p:sldSz cx="14630400" cy="8229600"/>
  <p:notesSz cx="8229600" cy="14630400"/>
  <p:embeddedFontLst>
    <p:embeddedFont>
      <p:font typeface="Nekst" panose="020B0604020202020204" charset="-52"/>
      <p:regular r:id="rId27"/>
    </p:embeddedFont>
    <p:embeddedFont>
      <p:font typeface="Nekst Black" panose="020B0604020202020204" charset="-52"/>
      <p:regular r:id="rId28"/>
    </p:embeddedFont>
    <p:embeddedFont>
      <p:font typeface="Nekst Bold" panose="020B0604020202020204" charset="-52"/>
      <p:regular r:id="rId29"/>
    </p:embeddedFont>
    <p:embeddedFont>
      <p:font typeface="Nekst Light" panose="020B0604020202020204" charset="-52"/>
      <p:regular r:id="rId30"/>
    </p:embeddedFont>
    <p:embeddedFont>
      <p:font typeface="Nekst Medium" panose="020B0604020202020204" charset="-52"/>
      <p:regular r:id="rId31"/>
    </p:embeddedFont>
    <p:embeddedFont>
      <p:font typeface="Nekst Semi Bold" panose="020B0604020202020204" charset="-52"/>
      <p:regular r:id="rId32"/>
    </p:embeddedFont>
    <p:embeddedFont>
      <p:font typeface="Raleway" pitchFamily="2" charset="-52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SB Sans Display Light" panose="020B0604020202020204" charset="0"/>
      <p:regular r:id="rId4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F145C2D-BBE4-48C2-B1C5-6B5ACBC8C340}">
          <p14:sldIdLst>
            <p14:sldId id="256"/>
            <p14:sldId id="286"/>
            <p14:sldId id="2147470984"/>
            <p14:sldId id="258"/>
            <p14:sldId id="288"/>
            <p14:sldId id="289"/>
            <p14:sldId id="2147470845"/>
            <p14:sldId id="2147470962"/>
            <p14:sldId id="2147470980"/>
            <p14:sldId id="2147470983"/>
            <p14:sldId id="2147470982"/>
            <p14:sldId id="262"/>
            <p14:sldId id="285"/>
            <p14:sldId id="264"/>
            <p14:sldId id="260"/>
            <p14:sldId id="263"/>
            <p14:sldId id="284"/>
          </p14:sldIdLst>
        </p14:section>
        <p14:section name="Приложение" id="{E809D4DA-80DB-4A3C-A733-111F42B32F96}">
          <p14:sldIdLst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1991" autoAdjust="0"/>
  </p:normalViewPr>
  <p:slideViewPr>
    <p:cSldViewPr snapToGrid="0" snapToObjects="1">
      <p:cViewPr varScale="1">
        <p:scale>
          <a:sx n="85" d="100"/>
          <a:sy n="85" d="100"/>
        </p:scale>
        <p:origin x="7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8.xml"/><Relationship Id="rId34" Type="http://schemas.openxmlformats.org/officeDocument/2006/relationships/font" Target="fonts/font8.fntdata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7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60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2FF1-041E-656B-3CFA-DED4CCCF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F7FD3-81A0-2C03-1725-B7A5FCE1B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2AE2C-83B6-00E0-589A-08FBD0525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20DF1-4DBE-026B-CBEF-35EB06C36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87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070C2-C7BC-2681-F613-62EB277B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63BDA-F7A1-8B00-4115-4C78B56F0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79B7B-DEE9-6A45-25BB-060EB4C3C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19A76-AD95-A12F-EDC6-9ED2CF49A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36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FEB12-7440-2DD7-470F-DE24D838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EDADF-7D38-6D38-41AB-4FD604667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6AC7B-3E3B-1A50-3BE3-1D5156A8D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9A178-ED00-ECED-63E3-9323255EF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47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4372C-FE91-4CB8-B9C8-B2E052CCD45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289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BF38-6C7F-7AED-AE43-6F7EA092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2EFDA-8177-A0C5-0A3B-25532FCFF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C4C37-F8AE-EE27-C00B-612CFB098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9A8AB-CB32-14BA-ED4B-2F907816A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23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базе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Росатома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рамках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экспериментального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правового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режима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 устойчивости объектов критической информационной инфраструктуры топливно-энергетического дивизиона,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позволит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ограниченном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периметре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апробировать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специальный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порядок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формирования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отчётности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проведения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независимого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аудита и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обращения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доказательственными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данными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51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EAD3C-9594-178D-558D-320E2F6A9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C1324-335B-1B6F-4ECE-D5B5C3CF7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66161-7581-32A6-721C-A05EF4ECF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D5398-36B5-C7CA-705A-B199DBD4EE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14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04372C-FE91-4CB8-B9C8-B2E052CCD45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478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247CC-9163-F448-DAEB-969037C6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84EE722-6855-F0D5-019B-C319BA613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432F9C5-88A3-E43F-81C6-8D00CCC58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C5FFB7-7529-4081-8312-4B4CFC130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4372C-FE91-4CB8-B9C8-B2E052CCD45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58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8484-EE16-2570-6143-5F3E9DC8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18723C-1D1C-B28E-0B3A-22FC0A165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F7F368-7111-8301-8077-2386CF981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A96537-7938-5458-5E81-88DF28802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04372C-FE91-4CB8-B9C8-B2E052CCD45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453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04372C-FE91-4CB8-B9C8-B2E052CCD45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997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svg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sv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A56F5-4698-48F6-03D1-194B3B87C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13BB12-C679-8A08-E714-D5989F6FF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150F2E-1B24-2E5E-0645-706640B0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CD1C-B08B-4C0E-BC51-606D21454C9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94BD71-9E67-A710-00C6-34CE19A1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9431C-AEF9-675D-FF57-5C640C84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AE02-CF95-4FD9-B55C-7633AE4566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155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6C9C5-588A-4A06-9494-B7882FCB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B54-A9A3-438B-8C91-F99036E4F479}" type="datetimeFigureOut">
              <a:rPr lang="ru-RU" smtClean="0"/>
              <a:t>19.03.2026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D1ED548-CB72-4A06-8BB5-5F4CA966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3856BE-3CE5-48C4-A2FC-1D221500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760B-2DB0-4A7A-A8B1-3849B2FB11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350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0FB178-DC2E-47A5-892A-F8CE1EBF9C52}"/>
              </a:ext>
            </a:extLst>
          </p:cNvPr>
          <p:cNvSpPr/>
          <p:nvPr userDrawn="1"/>
        </p:nvSpPr>
        <p:spPr>
          <a:xfrm>
            <a:off x="0" y="0"/>
            <a:ext cx="4724078" cy="82296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58F435B2-AE74-4B1E-AF51-69031180F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902" y="3131589"/>
            <a:ext cx="3728275" cy="1966423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32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 marL="548640" indent="0">
              <a:buNone/>
              <a:defRPr>
                <a:latin typeface="Innostage" panose="02000000000000000000" pitchFamily="50" charset="-52"/>
              </a:defRPr>
            </a:lvl2pPr>
            <a:lvl3pPr marL="1097280" indent="0">
              <a:buNone/>
              <a:defRPr>
                <a:latin typeface="Innostage" panose="02000000000000000000" pitchFamily="50" charset="-52"/>
              </a:defRPr>
            </a:lvl3pPr>
            <a:lvl4pPr marL="1645920" indent="0">
              <a:buNone/>
              <a:defRPr>
                <a:latin typeface="Innostage" panose="02000000000000000000" pitchFamily="50" charset="-52"/>
              </a:defRPr>
            </a:lvl4pPr>
            <a:lvl5pPr marL="2194560" indent="0">
              <a:buNone/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О чем пойдет речь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C397A0-E291-4ADF-AA40-63AEAD1B9C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22" name="Текст 21">
            <a:extLst>
              <a:ext uri="{FF2B5EF4-FFF2-40B4-BE49-F238E27FC236}">
                <a16:creationId xmlns:a16="http://schemas.microsoft.com/office/drawing/2014/main" id="{28EA0B81-BB51-48B7-9FDC-25D56F37B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0815" y="1459026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24" name="Текст 21">
            <a:extLst>
              <a:ext uri="{FF2B5EF4-FFF2-40B4-BE49-F238E27FC236}">
                <a16:creationId xmlns:a16="http://schemas.microsoft.com/office/drawing/2014/main" id="{9D0F858C-34A3-4547-82E2-020454E4E3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19855" y="1459026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5" name="Текст 21">
            <a:extLst>
              <a:ext uri="{FF2B5EF4-FFF2-40B4-BE49-F238E27FC236}">
                <a16:creationId xmlns:a16="http://schemas.microsoft.com/office/drawing/2014/main" id="{372FD2C7-D27C-4568-8934-94194E407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30815" y="2408533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26" name="Текст 21">
            <a:extLst>
              <a:ext uri="{FF2B5EF4-FFF2-40B4-BE49-F238E27FC236}">
                <a16:creationId xmlns:a16="http://schemas.microsoft.com/office/drawing/2014/main" id="{00174725-D2B9-4FA6-B349-499163DE3A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19855" y="2408533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568F5FD3-355A-4897-AC80-CD8DCC18F4F9}"/>
              </a:ext>
            </a:extLst>
          </p:cNvPr>
          <p:cNvCxnSpPr/>
          <p:nvPr userDrawn="1"/>
        </p:nvCxnSpPr>
        <p:spPr>
          <a:xfrm>
            <a:off x="5619854" y="2189617"/>
            <a:ext cx="8279026" cy="0"/>
          </a:xfrm>
          <a:prstGeom prst="line">
            <a:avLst/>
          </a:prstGeom>
          <a:ln w="9525">
            <a:solidFill>
              <a:srgbClr val="0028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6EB789A-0CA6-45EC-B5AE-BCAE27C9CF45}"/>
              </a:ext>
            </a:extLst>
          </p:cNvPr>
          <p:cNvCxnSpPr/>
          <p:nvPr userDrawn="1"/>
        </p:nvCxnSpPr>
        <p:spPr>
          <a:xfrm>
            <a:off x="5619854" y="3192985"/>
            <a:ext cx="8279026" cy="0"/>
          </a:xfrm>
          <a:prstGeom prst="line">
            <a:avLst/>
          </a:prstGeom>
          <a:ln w="9525">
            <a:solidFill>
              <a:srgbClr val="0028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Текст 21">
            <a:extLst>
              <a:ext uri="{FF2B5EF4-FFF2-40B4-BE49-F238E27FC236}">
                <a16:creationId xmlns:a16="http://schemas.microsoft.com/office/drawing/2014/main" id="{EB7908F4-DAD2-4C23-B85C-8556CB7C21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30815" y="3437263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37" name="Текст 21">
            <a:extLst>
              <a:ext uri="{FF2B5EF4-FFF2-40B4-BE49-F238E27FC236}">
                <a16:creationId xmlns:a16="http://schemas.microsoft.com/office/drawing/2014/main" id="{4F61C5D5-C4CE-4603-8744-FD2981C681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19855" y="3437263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8" name="Текст 21">
            <a:extLst>
              <a:ext uri="{FF2B5EF4-FFF2-40B4-BE49-F238E27FC236}">
                <a16:creationId xmlns:a16="http://schemas.microsoft.com/office/drawing/2014/main" id="{741230ED-88E8-4DBD-B54E-05EFCF6A00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30815" y="4386771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39" name="Текст 21">
            <a:extLst>
              <a:ext uri="{FF2B5EF4-FFF2-40B4-BE49-F238E27FC236}">
                <a16:creationId xmlns:a16="http://schemas.microsoft.com/office/drawing/2014/main" id="{D9C196EF-5613-4116-9EF2-60DC9417B5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9855" y="4386771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4D1EE1FB-1EEC-43B7-ADDC-23E19E13E788}"/>
              </a:ext>
            </a:extLst>
          </p:cNvPr>
          <p:cNvCxnSpPr/>
          <p:nvPr userDrawn="1"/>
        </p:nvCxnSpPr>
        <p:spPr>
          <a:xfrm>
            <a:off x="5619854" y="4167854"/>
            <a:ext cx="8279026" cy="0"/>
          </a:xfrm>
          <a:prstGeom prst="line">
            <a:avLst/>
          </a:prstGeom>
          <a:ln w="9525">
            <a:solidFill>
              <a:srgbClr val="0028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598510A5-ACD1-4206-BB34-55EAAC986321}"/>
              </a:ext>
            </a:extLst>
          </p:cNvPr>
          <p:cNvCxnSpPr/>
          <p:nvPr userDrawn="1"/>
        </p:nvCxnSpPr>
        <p:spPr>
          <a:xfrm>
            <a:off x="5619854" y="5171222"/>
            <a:ext cx="8279026" cy="0"/>
          </a:xfrm>
          <a:prstGeom prst="line">
            <a:avLst/>
          </a:prstGeom>
          <a:ln w="9525">
            <a:solidFill>
              <a:srgbClr val="0028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Текст 21">
            <a:extLst>
              <a:ext uri="{FF2B5EF4-FFF2-40B4-BE49-F238E27FC236}">
                <a16:creationId xmlns:a16="http://schemas.microsoft.com/office/drawing/2014/main" id="{8B0F0BD4-8A7D-4783-BF6E-80A589D014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0815" y="5415501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43" name="Текст 21">
            <a:extLst>
              <a:ext uri="{FF2B5EF4-FFF2-40B4-BE49-F238E27FC236}">
                <a16:creationId xmlns:a16="http://schemas.microsoft.com/office/drawing/2014/main" id="{B02D6BC9-6F44-4EBA-A624-42D239A65F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19855" y="5415501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44" name="Текст 21">
            <a:extLst>
              <a:ext uri="{FF2B5EF4-FFF2-40B4-BE49-F238E27FC236}">
                <a16:creationId xmlns:a16="http://schemas.microsoft.com/office/drawing/2014/main" id="{559A98EF-8F55-49CC-A22E-B77CEBCFD52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0815" y="6365008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45" name="Текст 21">
            <a:extLst>
              <a:ext uri="{FF2B5EF4-FFF2-40B4-BE49-F238E27FC236}">
                <a16:creationId xmlns:a16="http://schemas.microsoft.com/office/drawing/2014/main" id="{4BA6933C-9929-4545-92FE-9230A0844F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19855" y="6365008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5DCC908C-BBB1-48C5-8422-6276F927D504}"/>
              </a:ext>
            </a:extLst>
          </p:cNvPr>
          <p:cNvCxnSpPr/>
          <p:nvPr userDrawn="1"/>
        </p:nvCxnSpPr>
        <p:spPr>
          <a:xfrm>
            <a:off x="5619854" y="6146092"/>
            <a:ext cx="8279026" cy="0"/>
          </a:xfrm>
          <a:prstGeom prst="line">
            <a:avLst/>
          </a:prstGeom>
          <a:ln w="9525">
            <a:solidFill>
              <a:srgbClr val="0028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1BB71B8F-A054-4AD7-BCFD-24826D9F3DB9}"/>
              </a:ext>
            </a:extLst>
          </p:cNvPr>
          <p:cNvCxnSpPr/>
          <p:nvPr userDrawn="1"/>
        </p:nvCxnSpPr>
        <p:spPr>
          <a:xfrm>
            <a:off x="5619854" y="7149460"/>
            <a:ext cx="8279026" cy="0"/>
          </a:xfrm>
          <a:prstGeom prst="line">
            <a:avLst/>
          </a:prstGeom>
          <a:ln w="9525">
            <a:solidFill>
              <a:srgbClr val="0028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313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аница раздела презентации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12E041B1-5C48-4006-A862-805537836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426156" y="3303271"/>
            <a:ext cx="5204244" cy="492633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DDC4A7FE-BE31-41AD-A9CB-E6CEF65F08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0710" y="2681538"/>
            <a:ext cx="7886495" cy="1875634"/>
          </a:xfrm>
        </p:spPr>
        <p:txBody>
          <a:bodyPr>
            <a:normAutofit/>
          </a:bodyPr>
          <a:lstStyle>
            <a:lvl1pPr marL="0" indent="0">
              <a:buNone/>
              <a:defRPr sz="528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>
              <a:defRPr>
                <a:latin typeface="Innostage" panose="02000000000000000000" pitchFamily="50" charset="-52"/>
              </a:defRPr>
            </a:lvl2pPr>
            <a:lvl3pPr>
              <a:defRPr>
                <a:latin typeface="Innostage" panose="02000000000000000000" pitchFamily="50" charset="-52"/>
              </a:defRPr>
            </a:lvl3pPr>
            <a:lvl4pPr>
              <a:defRPr>
                <a:latin typeface="Innostage" panose="02000000000000000000" pitchFamily="50" charset="-52"/>
              </a:defRPr>
            </a:lvl4pPr>
            <a:lvl5pPr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98A9D83B-10EA-489D-A107-9EA31171AB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0710" y="4911985"/>
            <a:ext cx="7886495" cy="50521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672029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цовка 1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12E041B1-5C48-4006-A862-805537836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426156" y="3303271"/>
            <a:ext cx="5204244" cy="492633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DDC4A7FE-BE31-41AD-A9CB-E6CEF65F08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0710" y="1352097"/>
            <a:ext cx="7886495" cy="1875634"/>
          </a:xfrm>
        </p:spPr>
        <p:txBody>
          <a:bodyPr>
            <a:normAutofit/>
          </a:bodyPr>
          <a:lstStyle>
            <a:lvl1pPr marL="0" indent="0">
              <a:buNone/>
              <a:defRPr sz="528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>
              <a:defRPr>
                <a:latin typeface="Innostage" panose="02000000000000000000" pitchFamily="50" charset="-52"/>
              </a:defRPr>
            </a:lvl2pPr>
            <a:lvl3pPr>
              <a:defRPr>
                <a:latin typeface="Innostage" panose="02000000000000000000" pitchFamily="50" charset="-52"/>
              </a:defRPr>
            </a:lvl3pPr>
            <a:lvl4pPr>
              <a:defRPr>
                <a:latin typeface="Innostage" panose="02000000000000000000" pitchFamily="50" charset="-52"/>
              </a:defRPr>
            </a:lvl4pPr>
            <a:lvl5pPr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Спасибо</a:t>
            </a:r>
          </a:p>
          <a:p>
            <a:pPr lvl="0"/>
            <a:r>
              <a:rPr lang="ru-RU" dirty="0"/>
              <a:t>За внимание</a:t>
            </a:r>
          </a:p>
        </p:txBody>
      </p:sp>
      <p:sp>
        <p:nvSpPr>
          <p:cNvPr id="5" name="Текст 12">
            <a:extLst>
              <a:ext uri="{FF2B5EF4-FFF2-40B4-BE49-F238E27FC236}">
                <a16:creationId xmlns:a16="http://schemas.microsoft.com/office/drawing/2014/main" id="{E97FD0B4-54C1-43C3-B978-87A3209B8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1060" y="4984552"/>
            <a:ext cx="6454140" cy="405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Имя Фамилия</a:t>
            </a:r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D4801F3F-D3B5-4C5F-832B-25E3B93BC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1060" y="5547395"/>
            <a:ext cx="6454140" cy="405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2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7816DF4-7C2A-47F7-8B32-59181E93C0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0710" y="6472019"/>
            <a:ext cx="6454140" cy="405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2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+7 (987) 654-32-10</a:t>
            </a: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id="{EEFECD87-F097-479B-A416-4CF2EFAA27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710" y="6947457"/>
            <a:ext cx="6454140" cy="405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92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address@innostage-group.ru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1509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нцовка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12E041B1-5C48-4006-A862-805537836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426156" y="3303271"/>
            <a:ext cx="5204244" cy="492633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DDC4A7FE-BE31-41AD-A9CB-E6CEF65F08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0710" y="1352097"/>
            <a:ext cx="7886495" cy="1875634"/>
          </a:xfrm>
        </p:spPr>
        <p:txBody>
          <a:bodyPr>
            <a:normAutofit/>
          </a:bodyPr>
          <a:lstStyle>
            <a:lvl1pPr marL="0" indent="0">
              <a:buNone/>
              <a:defRPr sz="528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>
              <a:defRPr>
                <a:latin typeface="Innostage" panose="02000000000000000000" pitchFamily="50" charset="-52"/>
              </a:defRPr>
            </a:lvl2pPr>
            <a:lvl3pPr>
              <a:defRPr>
                <a:latin typeface="Innostage" panose="02000000000000000000" pitchFamily="50" charset="-52"/>
              </a:defRPr>
            </a:lvl3pPr>
            <a:lvl4pPr>
              <a:defRPr>
                <a:latin typeface="Innostage" panose="02000000000000000000" pitchFamily="50" charset="-52"/>
              </a:defRPr>
            </a:lvl4pPr>
            <a:lvl5pPr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Спасибо</a:t>
            </a:r>
          </a:p>
          <a:p>
            <a:pPr lvl="0"/>
            <a:r>
              <a:rPr lang="ru-RU" dirty="0"/>
              <a:t>За внимание</a:t>
            </a:r>
          </a:p>
        </p:txBody>
      </p:sp>
      <p:sp>
        <p:nvSpPr>
          <p:cNvPr id="5" name="Текст 12">
            <a:extLst>
              <a:ext uri="{FF2B5EF4-FFF2-40B4-BE49-F238E27FC236}">
                <a16:creationId xmlns:a16="http://schemas.microsoft.com/office/drawing/2014/main" id="{E97FD0B4-54C1-43C3-B978-87A3209B8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1060" y="4984552"/>
            <a:ext cx="6454140" cy="4054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en-US" dirty="0" err="1"/>
              <a:t>Innostage</a:t>
            </a:r>
            <a:endParaRPr lang="ru-RU" dirty="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1D3E16A-BC03-43C9-B5FC-145DBC19E2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0710" y="5472120"/>
            <a:ext cx="6454140" cy="4054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80">
                <a:solidFill>
                  <a:srgbClr val="FFFFFF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Казань, ул. </a:t>
            </a:r>
            <a:r>
              <a:rPr lang="ru-RU" dirty="0" err="1"/>
              <a:t>Подлужная</a:t>
            </a:r>
            <a:r>
              <a:rPr lang="ru-RU" dirty="0"/>
              <a:t>, 60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1D686DCA-F7D8-43D9-A928-789B649D41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710" y="6365174"/>
            <a:ext cx="6454140" cy="4054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80">
                <a:solidFill>
                  <a:srgbClr val="FFFFFF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en-US" dirty="0"/>
              <a:t>+7 (843) 567-42-90</a:t>
            </a:r>
            <a:endParaRPr lang="ru-RU" dirty="0"/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EC28D86D-0723-49B2-B71A-FE2A934145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0710" y="6944314"/>
            <a:ext cx="6454140" cy="40548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80">
                <a:solidFill>
                  <a:srgbClr val="FFFFFF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en-US" dirty="0"/>
              <a:t>info@innostage-group.ru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3376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290D43-26BD-4E58-B220-4185BB7669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1525" y="1691640"/>
            <a:ext cx="11950991" cy="502920"/>
          </a:xfrm>
        </p:spPr>
        <p:txBody>
          <a:bodyPr>
            <a:noAutofit/>
          </a:bodyPr>
          <a:lstStyle>
            <a:lvl1pPr>
              <a:defRPr sz="2160">
                <a:solidFill>
                  <a:srgbClr val="FE5000"/>
                </a:solidFill>
                <a:latin typeface="Nekst Bold" panose="000008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Подзаголовок или тезис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CA7B6C2-1504-495F-9A32-20F33FED3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2576382"/>
            <a:ext cx="5803084" cy="4560880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9C7E3C57-63E9-41A7-AE13-3700FF96B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18618" y="2576382"/>
            <a:ext cx="5803084" cy="4560880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847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290D43-26BD-4E58-B220-4185BB7669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1525" y="1691640"/>
            <a:ext cx="11950991" cy="502920"/>
          </a:xfrm>
        </p:spPr>
        <p:txBody>
          <a:bodyPr>
            <a:noAutofit/>
          </a:bodyPr>
          <a:lstStyle>
            <a:lvl1pPr>
              <a:defRPr sz="2160">
                <a:solidFill>
                  <a:srgbClr val="FE5000"/>
                </a:solidFill>
                <a:latin typeface="Nekst Bold" panose="000008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Подзаголовок или тезис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CA7B6C2-1504-495F-9A32-20F33FED3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2576382"/>
            <a:ext cx="5803084" cy="4560880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9C7E3C57-63E9-41A7-AE13-3700FF96B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5200" y="2958205"/>
            <a:ext cx="6385972" cy="3842954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  <p:sp>
        <p:nvSpPr>
          <p:cNvPr id="7" name="Скругленный прямоугольник 23">
            <a:extLst>
              <a:ext uri="{FF2B5EF4-FFF2-40B4-BE49-F238E27FC236}">
                <a16:creationId xmlns:a16="http://schemas.microsoft.com/office/drawing/2014/main" id="{7E41E52C-0BD3-4EE5-90FC-252D66DACDD9}"/>
              </a:ext>
            </a:extLst>
          </p:cNvPr>
          <p:cNvSpPr/>
          <p:nvPr userDrawn="1"/>
        </p:nvSpPr>
        <p:spPr>
          <a:xfrm>
            <a:off x="6918619" y="2576382"/>
            <a:ext cx="7098887" cy="4560880"/>
          </a:xfrm>
          <a:prstGeom prst="roundRect">
            <a:avLst>
              <a:gd name="adj" fmla="val 2377"/>
            </a:avLst>
          </a:prstGeom>
          <a:noFill/>
          <a:ln>
            <a:solidFill>
              <a:srgbClr val="003F86"/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1000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290D43-26BD-4E58-B220-4185BB7669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8202" y="2020330"/>
            <a:ext cx="11387525" cy="502920"/>
          </a:xfrm>
        </p:spPr>
        <p:txBody>
          <a:bodyPr>
            <a:noAutofit/>
          </a:bodyPr>
          <a:lstStyle>
            <a:lvl1pPr>
              <a:defRPr sz="216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Термин – определение термина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CA7B6C2-1504-495F-9A32-20F33FED3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3559983"/>
            <a:ext cx="5803084" cy="384295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9C7E3C57-63E9-41A7-AE13-3700FF96B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5200" y="3559981"/>
            <a:ext cx="6385972" cy="3842954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  <p:sp>
        <p:nvSpPr>
          <p:cNvPr id="7" name="Скругленный прямоугольник 23">
            <a:extLst>
              <a:ext uri="{FF2B5EF4-FFF2-40B4-BE49-F238E27FC236}">
                <a16:creationId xmlns:a16="http://schemas.microsoft.com/office/drawing/2014/main" id="{7E41E52C-0BD3-4EE5-90FC-252D66DACDD9}"/>
              </a:ext>
            </a:extLst>
          </p:cNvPr>
          <p:cNvSpPr/>
          <p:nvPr userDrawn="1"/>
        </p:nvSpPr>
        <p:spPr>
          <a:xfrm>
            <a:off x="770711" y="1696583"/>
            <a:ext cx="12040775" cy="1150415"/>
          </a:xfrm>
          <a:prstGeom prst="roundRect">
            <a:avLst>
              <a:gd name="adj" fmla="val 5814"/>
            </a:avLst>
          </a:prstGeom>
          <a:noFill/>
          <a:ln>
            <a:solidFill>
              <a:srgbClr val="003F86"/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9316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Мультимедиа 7">
            <a:extLst>
              <a:ext uri="{FF2B5EF4-FFF2-40B4-BE49-F238E27FC236}">
                <a16:creationId xmlns:a16="http://schemas.microsoft.com/office/drawing/2014/main" id="{2CC454F3-3204-4A2F-ABFC-66BFA3140DAA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771526" y="1680210"/>
            <a:ext cx="11950064" cy="5861686"/>
          </a:xfrm>
        </p:spPr>
        <p:txBody>
          <a:bodyPr>
            <a:normAutofit/>
          </a:bodyPr>
          <a:lstStyle>
            <a:lvl1pPr>
              <a:defRPr sz="2160"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7165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BCABF3B-115C-4267-BFD6-CFA65B557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526" y="1680210"/>
            <a:ext cx="6257924" cy="5861686"/>
          </a:xfrm>
        </p:spPr>
        <p:txBody>
          <a:bodyPr>
            <a:normAutofit/>
          </a:bodyPr>
          <a:lstStyle>
            <a:lvl1pPr>
              <a:defRPr sz="2160"/>
            </a:lvl1pPr>
          </a:lstStyle>
          <a:p>
            <a:endParaRPr lang="ru-RU" dirty="0"/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46BC3927-B4E1-43EA-AF39-03B6F8E79F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39233" y="1680210"/>
            <a:ext cx="6257924" cy="5861686"/>
          </a:xfrm>
        </p:spPr>
        <p:txBody>
          <a:bodyPr>
            <a:normAutofit/>
          </a:bodyPr>
          <a:lstStyle>
            <a:lvl1pPr>
              <a:defRPr sz="2160"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9901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46BC3927-B4E1-43EA-AF39-03B6F8E79F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39233" y="1680210"/>
            <a:ext cx="6257924" cy="5861686"/>
          </a:xfrm>
        </p:spPr>
        <p:txBody>
          <a:bodyPr>
            <a:normAutofit/>
          </a:bodyPr>
          <a:lstStyle>
            <a:lvl1pPr>
              <a:defRPr sz="2160"/>
            </a:lvl1pPr>
          </a:lstStyle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53345016-F649-423F-B956-0E641B7C32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2" y="1680211"/>
            <a:ext cx="6257924" cy="2490095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4E574737-4BAB-4773-BFC3-4DD3912518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713" y="4514301"/>
            <a:ext cx="6257924" cy="3027595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03599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одержание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0FB178-DC2E-47A5-892A-F8CE1EBF9C52}"/>
              </a:ext>
            </a:extLst>
          </p:cNvPr>
          <p:cNvSpPr/>
          <p:nvPr userDrawn="1"/>
        </p:nvSpPr>
        <p:spPr>
          <a:xfrm>
            <a:off x="0" y="0"/>
            <a:ext cx="4724078" cy="82296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C397A0-E291-4ADF-AA40-63AEAD1B9C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62" name="Текст 3">
            <a:extLst>
              <a:ext uri="{FF2B5EF4-FFF2-40B4-BE49-F238E27FC236}">
                <a16:creationId xmlns:a16="http://schemas.microsoft.com/office/drawing/2014/main" id="{B0F211F5-10D6-4602-A0F8-470F474434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405" y="1216933"/>
            <a:ext cx="7572571" cy="2490095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4" name="Текст 3">
            <a:extLst>
              <a:ext uri="{FF2B5EF4-FFF2-40B4-BE49-F238E27FC236}">
                <a16:creationId xmlns:a16="http://schemas.microsoft.com/office/drawing/2014/main" id="{A46B6A9E-E834-4AB6-BB67-885DAC6228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407" y="4051022"/>
            <a:ext cx="7572571" cy="3280678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  <p:sp>
        <p:nvSpPr>
          <p:cNvPr id="65" name="Текст 12">
            <a:extLst>
              <a:ext uri="{FF2B5EF4-FFF2-40B4-BE49-F238E27FC236}">
                <a16:creationId xmlns:a16="http://schemas.microsoft.com/office/drawing/2014/main" id="{4DC3FA14-4B03-4F13-89D3-8718388CA3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902" y="2973423"/>
            <a:ext cx="3728275" cy="1966423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 marL="548640" indent="0">
              <a:buNone/>
              <a:defRPr>
                <a:latin typeface="Innostage" panose="02000000000000000000" pitchFamily="50" charset="-52"/>
              </a:defRPr>
            </a:lvl2pPr>
            <a:lvl3pPr marL="1097280" indent="0">
              <a:buNone/>
              <a:defRPr>
                <a:latin typeface="Innostage" panose="02000000000000000000" pitchFamily="50" charset="-52"/>
              </a:defRPr>
            </a:lvl3pPr>
            <a:lvl4pPr marL="1645920" indent="0">
              <a:buNone/>
              <a:defRPr>
                <a:latin typeface="Innostage" panose="02000000000000000000" pitchFamily="50" charset="-52"/>
              </a:defRPr>
            </a:lvl4pPr>
            <a:lvl5pPr marL="2194560" indent="0">
              <a:buNone/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Заголовок</a:t>
            </a:r>
          </a:p>
          <a:p>
            <a:pPr lvl="0"/>
            <a:r>
              <a:rPr lang="ru-RU" dirty="0"/>
              <a:t>слайда</a:t>
            </a:r>
          </a:p>
        </p:txBody>
      </p:sp>
    </p:spTree>
    <p:extLst>
      <p:ext uri="{BB962C8B-B14F-4D97-AF65-F5344CB8AC3E}">
        <p14:creationId xmlns:p14="http://schemas.microsoft.com/office/powerpoint/2010/main" val="40663684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одержание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0FB178-DC2E-47A5-892A-F8CE1EBF9C52}"/>
              </a:ext>
            </a:extLst>
          </p:cNvPr>
          <p:cNvSpPr/>
          <p:nvPr userDrawn="1"/>
        </p:nvSpPr>
        <p:spPr>
          <a:xfrm>
            <a:off x="0" y="0"/>
            <a:ext cx="4724078" cy="8229600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C397A0-E291-4ADF-AA40-63AEAD1B9C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62" name="Текст 3">
            <a:extLst>
              <a:ext uri="{FF2B5EF4-FFF2-40B4-BE49-F238E27FC236}">
                <a16:creationId xmlns:a16="http://schemas.microsoft.com/office/drawing/2014/main" id="{B0F211F5-10D6-4602-A0F8-470F474434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405" y="1216933"/>
            <a:ext cx="7572571" cy="2490095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4" name="Текст 3">
            <a:extLst>
              <a:ext uri="{FF2B5EF4-FFF2-40B4-BE49-F238E27FC236}">
                <a16:creationId xmlns:a16="http://schemas.microsoft.com/office/drawing/2014/main" id="{A46B6A9E-E834-4AB6-BB67-885DAC6228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407" y="4051022"/>
            <a:ext cx="7572571" cy="3280678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  <p:sp>
        <p:nvSpPr>
          <p:cNvPr id="65" name="Текст 12">
            <a:extLst>
              <a:ext uri="{FF2B5EF4-FFF2-40B4-BE49-F238E27FC236}">
                <a16:creationId xmlns:a16="http://schemas.microsoft.com/office/drawing/2014/main" id="{4DC3FA14-4B03-4F13-89D3-8718388CA3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902" y="2973423"/>
            <a:ext cx="3728275" cy="1966423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 marL="548640" indent="0">
              <a:buNone/>
              <a:defRPr>
                <a:latin typeface="Innostage" panose="02000000000000000000" pitchFamily="50" charset="-52"/>
              </a:defRPr>
            </a:lvl2pPr>
            <a:lvl3pPr marL="1097280" indent="0">
              <a:buNone/>
              <a:defRPr>
                <a:latin typeface="Innostage" panose="02000000000000000000" pitchFamily="50" charset="-52"/>
              </a:defRPr>
            </a:lvl3pPr>
            <a:lvl4pPr marL="1645920" indent="0">
              <a:buNone/>
              <a:defRPr>
                <a:latin typeface="Innostage" panose="02000000000000000000" pitchFamily="50" charset="-52"/>
              </a:defRPr>
            </a:lvl4pPr>
            <a:lvl5pPr marL="2194560" indent="0">
              <a:buNone/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Заголовок</a:t>
            </a:r>
          </a:p>
          <a:p>
            <a:pPr lvl="0"/>
            <a:r>
              <a:rPr lang="ru-RU" dirty="0"/>
              <a:t>слайда</a:t>
            </a:r>
          </a:p>
        </p:txBody>
      </p:sp>
    </p:spTree>
    <p:extLst>
      <p:ext uri="{BB962C8B-B14F-4D97-AF65-F5344CB8AC3E}">
        <p14:creationId xmlns:p14="http://schemas.microsoft.com/office/powerpoint/2010/main" val="8235103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одержание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0FB178-DC2E-47A5-892A-F8CE1EBF9C52}"/>
              </a:ext>
            </a:extLst>
          </p:cNvPr>
          <p:cNvSpPr/>
          <p:nvPr userDrawn="1"/>
        </p:nvSpPr>
        <p:spPr>
          <a:xfrm>
            <a:off x="0" y="0"/>
            <a:ext cx="4724078" cy="82296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C397A0-E291-4ADF-AA40-63AEAD1B9C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49" name="Скругленный прямоугольник 23">
            <a:extLst>
              <a:ext uri="{FF2B5EF4-FFF2-40B4-BE49-F238E27FC236}">
                <a16:creationId xmlns:a16="http://schemas.microsoft.com/office/drawing/2014/main" id="{ACB083CA-5FB4-4C06-A372-2E2D46DF1825}"/>
              </a:ext>
            </a:extLst>
          </p:cNvPr>
          <p:cNvSpPr/>
          <p:nvPr userDrawn="1"/>
        </p:nvSpPr>
        <p:spPr>
          <a:xfrm>
            <a:off x="546649" y="494862"/>
            <a:ext cx="3773168" cy="1505264"/>
          </a:xfrm>
          <a:prstGeom prst="roundRect">
            <a:avLst>
              <a:gd name="adj" fmla="val 8653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Текст 20">
            <a:extLst>
              <a:ext uri="{FF2B5EF4-FFF2-40B4-BE49-F238E27FC236}">
                <a16:creationId xmlns:a16="http://schemas.microsoft.com/office/drawing/2014/main" id="{EE301434-FD9B-42EF-B2CD-8B3E57F91D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5738" y="719962"/>
            <a:ext cx="1975921" cy="461453"/>
          </a:xfrm>
        </p:spPr>
        <p:txBody>
          <a:bodyPr>
            <a:no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51" name="Текст 20">
            <a:extLst>
              <a:ext uri="{FF2B5EF4-FFF2-40B4-BE49-F238E27FC236}">
                <a16:creationId xmlns:a16="http://schemas.microsoft.com/office/drawing/2014/main" id="{D423208B-F34F-40BB-B221-2708F1AED4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5737" y="1401708"/>
            <a:ext cx="2533270" cy="35569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52" name="Скругленный прямоугольник 23">
            <a:extLst>
              <a:ext uri="{FF2B5EF4-FFF2-40B4-BE49-F238E27FC236}">
                <a16:creationId xmlns:a16="http://schemas.microsoft.com/office/drawing/2014/main" id="{B99A12A5-2F5F-473B-9BDC-C3C4FF931D11}"/>
              </a:ext>
            </a:extLst>
          </p:cNvPr>
          <p:cNvSpPr/>
          <p:nvPr userDrawn="1"/>
        </p:nvSpPr>
        <p:spPr>
          <a:xfrm>
            <a:off x="546649" y="4051023"/>
            <a:ext cx="3773168" cy="1505264"/>
          </a:xfrm>
          <a:prstGeom prst="roundRect">
            <a:avLst>
              <a:gd name="adj" fmla="val 8653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Текст 20">
            <a:extLst>
              <a:ext uri="{FF2B5EF4-FFF2-40B4-BE49-F238E27FC236}">
                <a16:creationId xmlns:a16="http://schemas.microsoft.com/office/drawing/2014/main" id="{662702B1-1AA1-43E4-871E-CCEF08941C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5738" y="4276123"/>
            <a:ext cx="1975921" cy="461453"/>
          </a:xfrm>
        </p:spPr>
        <p:txBody>
          <a:bodyPr>
            <a:no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54" name="Текст 20">
            <a:extLst>
              <a:ext uri="{FF2B5EF4-FFF2-40B4-BE49-F238E27FC236}">
                <a16:creationId xmlns:a16="http://schemas.microsoft.com/office/drawing/2014/main" id="{4EEC856F-DA87-4F7C-9881-8DEB17A9B6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5737" y="4957870"/>
            <a:ext cx="2533270" cy="35569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55" name="Скругленный прямоугольник 23">
            <a:extLst>
              <a:ext uri="{FF2B5EF4-FFF2-40B4-BE49-F238E27FC236}">
                <a16:creationId xmlns:a16="http://schemas.microsoft.com/office/drawing/2014/main" id="{3ED5B76B-D485-4F0C-BE80-B3EF4166630A}"/>
              </a:ext>
            </a:extLst>
          </p:cNvPr>
          <p:cNvSpPr/>
          <p:nvPr userDrawn="1"/>
        </p:nvSpPr>
        <p:spPr>
          <a:xfrm>
            <a:off x="546649" y="5826436"/>
            <a:ext cx="3773168" cy="1505264"/>
          </a:xfrm>
          <a:prstGeom prst="roundRect">
            <a:avLst>
              <a:gd name="adj" fmla="val 8653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Текст 20">
            <a:extLst>
              <a:ext uri="{FF2B5EF4-FFF2-40B4-BE49-F238E27FC236}">
                <a16:creationId xmlns:a16="http://schemas.microsoft.com/office/drawing/2014/main" id="{65F1A181-07A6-4667-A266-B57430308B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738" y="6051536"/>
            <a:ext cx="1975921" cy="461453"/>
          </a:xfrm>
        </p:spPr>
        <p:txBody>
          <a:bodyPr>
            <a:no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57" name="Текст 20">
            <a:extLst>
              <a:ext uri="{FF2B5EF4-FFF2-40B4-BE49-F238E27FC236}">
                <a16:creationId xmlns:a16="http://schemas.microsoft.com/office/drawing/2014/main" id="{DD7BB640-C847-4EBF-A6C3-75805CCF96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737" y="6733283"/>
            <a:ext cx="2533270" cy="35569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58" name="Заголовок 1">
            <a:extLst>
              <a:ext uri="{FF2B5EF4-FFF2-40B4-BE49-F238E27FC236}">
                <a16:creationId xmlns:a16="http://schemas.microsoft.com/office/drawing/2014/main" id="{F14846FE-3CAE-4E3F-A2DE-1A99321A3F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0405" y="438151"/>
            <a:ext cx="7572571" cy="728328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59" name="Скругленный прямоугольник 23">
            <a:extLst>
              <a:ext uri="{FF2B5EF4-FFF2-40B4-BE49-F238E27FC236}">
                <a16:creationId xmlns:a16="http://schemas.microsoft.com/office/drawing/2014/main" id="{62A4B874-029D-4FD3-8349-172A4D0028B8}"/>
              </a:ext>
            </a:extLst>
          </p:cNvPr>
          <p:cNvSpPr/>
          <p:nvPr userDrawn="1"/>
        </p:nvSpPr>
        <p:spPr>
          <a:xfrm>
            <a:off x="546649" y="2275611"/>
            <a:ext cx="3773168" cy="1505264"/>
          </a:xfrm>
          <a:prstGeom prst="roundRect">
            <a:avLst>
              <a:gd name="adj" fmla="val 8653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Текст 20">
            <a:extLst>
              <a:ext uri="{FF2B5EF4-FFF2-40B4-BE49-F238E27FC236}">
                <a16:creationId xmlns:a16="http://schemas.microsoft.com/office/drawing/2014/main" id="{D4DC6B4D-4FA6-4AFB-8F21-4E37316684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5738" y="2500711"/>
            <a:ext cx="1975921" cy="461453"/>
          </a:xfrm>
        </p:spPr>
        <p:txBody>
          <a:bodyPr>
            <a:no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61" name="Текст 20">
            <a:extLst>
              <a:ext uri="{FF2B5EF4-FFF2-40B4-BE49-F238E27FC236}">
                <a16:creationId xmlns:a16="http://schemas.microsoft.com/office/drawing/2014/main" id="{D307E4C3-86D1-4DDC-8F2B-F432D9E8F5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5737" y="3182458"/>
            <a:ext cx="2533270" cy="35569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62" name="Текст 3">
            <a:extLst>
              <a:ext uri="{FF2B5EF4-FFF2-40B4-BE49-F238E27FC236}">
                <a16:creationId xmlns:a16="http://schemas.microsoft.com/office/drawing/2014/main" id="{B0F211F5-10D6-4602-A0F8-470F474434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405" y="1661775"/>
            <a:ext cx="7572571" cy="2119100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4" name="Текст 3">
            <a:extLst>
              <a:ext uri="{FF2B5EF4-FFF2-40B4-BE49-F238E27FC236}">
                <a16:creationId xmlns:a16="http://schemas.microsoft.com/office/drawing/2014/main" id="{A46B6A9E-E834-4AB6-BB67-885DAC6228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407" y="4051022"/>
            <a:ext cx="7572571" cy="3280678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45547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305E548-2640-4F97-92B4-F500DEA0231F}"/>
              </a:ext>
            </a:extLst>
          </p:cNvPr>
          <p:cNvSpPr/>
          <p:nvPr userDrawn="1"/>
        </p:nvSpPr>
        <p:spPr>
          <a:xfrm>
            <a:off x="-1" y="2596473"/>
            <a:ext cx="14630399" cy="2868467"/>
          </a:xfrm>
          <a:prstGeom prst="rect">
            <a:avLst/>
          </a:prstGeom>
          <a:solidFill>
            <a:srgbClr val="003F86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A1F5035-6A74-4742-BD87-65A61B8E995F}"/>
              </a:ext>
            </a:extLst>
          </p:cNvPr>
          <p:cNvSpPr/>
          <p:nvPr userDrawn="1"/>
        </p:nvSpPr>
        <p:spPr>
          <a:xfrm>
            <a:off x="1" y="5464940"/>
            <a:ext cx="14630399" cy="2764660"/>
          </a:xfrm>
          <a:prstGeom prst="rect">
            <a:avLst/>
          </a:prstGeom>
          <a:solidFill>
            <a:srgbClr val="003F8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13" name="Скругленный прямоугольник 23">
            <a:extLst>
              <a:ext uri="{FF2B5EF4-FFF2-40B4-BE49-F238E27FC236}">
                <a16:creationId xmlns:a16="http://schemas.microsoft.com/office/drawing/2014/main" id="{AD62E247-EC5C-4F8F-9380-814AD70382B8}"/>
              </a:ext>
            </a:extLst>
          </p:cNvPr>
          <p:cNvSpPr/>
          <p:nvPr userDrawn="1"/>
        </p:nvSpPr>
        <p:spPr>
          <a:xfrm>
            <a:off x="770712" y="1733344"/>
            <a:ext cx="4122565" cy="1616252"/>
          </a:xfrm>
          <a:prstGeom prst="roundRect">
            <a:avLst>
              <a:gd name="adj" fmla="val 5814"/>
            </a:avLst>
          </a:prstGeom>
          <a:solidFill>
            <a:schemeClr val="bg1"/>
          </a:solidFill>
          <a:ln>
            <a:solidFill>
              <a:srgbClr val="003F86"/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E3606FDB-8083-4042-A405-FAA0459CA2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8202" y="2743626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59AFD500-D418-4A3C-91BC-807F7E78CD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8202" y="1962472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344015B2-062A-4613-A225-9A286AFB4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58202" y="4585141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8569CDA0-2109-4013-A34D-3C584697C3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58202" y="3803987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82915508-49F4-48BF-A779-E63AE61E54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8202" y="6700484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35D72B9A-CD5B-49D4-BB1C-777F5D5FD6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8202" y="5919330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21" name="Скругленный прямоугольник 23">
            <a:extLst>
              <a:ext uri="{FF2B5EF4-FFF2-40B4-BE49-F238E27FC236}">
                <a16:creationId xmlns:a16="http://schemas.microsoft.com/office/drawing/2014/main" id="{C1BF351C-53A6-4B62-87C5-C911D92A3BB5}"/>
              </a:ext>
            </a:extLst>
          </p:cNvPr>
          <p:cNvSpPr/>
          <p:nvPr userDrawn="1"/>
        </p:nvSpPr>
        <p:spPr>
          <a:xfrm>
            <a:off x="5358354" y="1733344"/>
            <a:ext cx="4122565" cy="1616252"/>
          </a:xfrm>
          <a:prstGeom prst="roundRect">
            <a:avLst>
              <a:gd name="adj" fmla="val 5814"/>
            </a:avLst>
          </a:prstGeom>
          <a:solidFill>
            <a:schemeClr val="bg1"/>
          </a:solidFill>
          <a:ln>
            <a:solidFill>
              <a:srgbClr val="003F86"/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FE3A977A-9CA4-463C-805A-E4A5FC45C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5844" y="2743626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23" name="Текст 3">
            <a:extLst>
              <a:ext uri="{FF2B5EF4-FFF2-40B4-BE49-F238E27FC236}">
                <a16:creationId xmlns:a16="http://schemas.microsoft.com/office/drawing/2014/main" id="{00302B56-EB45-439F-9684-07D1190623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45844" y="1962472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7EE49D7A-0D65-4611-BCD1-57D31331F8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5844" y="4585141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25" name="Текст 3">
            <a:extLst>
              <a:ext uri="{FF2B5EF4-FFF2-40B4-BE49-F238E27FC236}">
                <a16:creationId xmlns:a16="http://schemas.microsoft.com/office/drawing/2014/main" id="{057C192C-6D01-4EE3-9CD1-E5F3FD7ACA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5844" y="3803987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26" name="Текст 3">
            <a:extLst>
              <a:ext uri="{FF2B5EF4-FFF2-40B4-BE49-F238E27FC236}">
                <a16:creationId xmlns:a16="http://schemas.microsoft.com/office/drawing/2014/main" id="{23B2BDBC-4D27-47B8-8787-0A51818BEF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45844" y="6700484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27" name="Текст 3">
            <a:extLst>
              <a:ext uri="{FF2B5EF4-FFF2-40B4-BE49-F238E27FC236}">
                <a16:creationId xmlns:a16="http://schemas.microsoft.com/office/drawing/2014/main" id="{A2F7FD36-2408-4A18-98DF-F5087192B4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45844" y="5919330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28" name="Скругленный прямоугольник 23">
            <a:extLst>
              <a:ext uri="{FF2B5EF4-FFF2-40B4-BE49-F238E27FC236}">
                <a16:creationId xmlns:a16="http://schemas.microsoft.com/office/drawing/2014/main" id="{243EEB89-DB84-4FBB-A864-ECD986B31721}"/>
              </a:ext>
            </a:extLst>
          </p:cNvPr>
          <p:cNvSpPr/>
          <p:nvPr userDrawn="1"/>
        </p:nvSpPr>
        <p:spPr>
          <a:xfrm>
            <a:off x="9945996" y="1733344"/>
            <a:ext cx="4122565" cy="1616252"/>
          </a:xfrm>
          <a:prstGeom prst="roundRect">
            <a:avLst>
              <a:gd name="adj" fmla="val 5814"/>
            </a:avLst>
          </a:prstGeom>
          <a:solidFill>
            <a:schemeClr val="bg1"/>
          </a:solidFill>
          <a:ln>
            <a:solidFill>
              <a:srgbClr val="003F86"/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88CE3311-CFBE-43FE-A29F-BBFEEC86A2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33486" y="2743626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30" name="Текст 3">
            <a:extLst>
              <a:ext uri="{FF2B5EF4-FFF2-40B4-BE49-F238E27FC236}">
                <a16:creationId xmlns:a16="http://schemas.microsoft.com/office/drawing/2014/main" id="{2FA5A5B5-171E-45FC-AF3C-28C2A6BCD9C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33486" y="1962472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31" name="Текст 3">
            <a:extLst>
              <a:ext uri="{FF2B5EF4-FFF2-40B4-BE49-F238E27FC236}">
                <a16:creationId xmlns:a16="http://schemas.microsoft.com/office/drawing/2014/main" id="{279E071A-8358-4F9C-B6E0-F29AD92ED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233486" y="4585141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32" name="Текст 3">
            <a:extLst>
              <a:ext uri="{FF2B5EF4-FFF2-40B4-BE49-F238E27FC236}">
                <a16:creationId xmlns:a16="http://schemas.microsoft.com/office/drawing/2014/main" id="{99B86259-3380-4A27-BE9F-54874069B98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233486" y="3803987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33" name="Текст 3">
            <a:extLst>
              <a:ext uri="{FF2B5EF4-FFF2-40B4-BE49-F238E27FC236}">
                <a16:creationId xmlns:a16="http://schemas.microsoft.com/office/drawing/2014/main" id="{8EFF246B-C1E8-4A65-AB6C-FF4D724AD3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233486" y="6700484"/>
            <a:ext cx="3241949" cy="502920"/>
          </a:xfrm>
        </p:spPr>
        <p:txBody>
          <a:bodyPr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34" name="Текст 3">
            <a:extLst>
              <a:ext uri="{FF2B5EF4-FFF2-40B4-BE49-F238E27FC236}">
                <a16:creationId xmlns:a16="http://schemas.microsoft.com/office/drawing/2014/main" id="{BE380BA9-CA80-4088-A720-3ACDB1DD9C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233486" y="5919330"/>
            <a:ext cx="1315452" cy="502920"/>
          </a:xfrm>
        </p:spPr>
        <p:txBody>
          <a:bodyPr>
            <a:noAutofit/>
          </a:bodyPr>
          <a:lstStyle>
            <a:lvl1pPr>
              <a:defRPr sz="2880">
                <a:solidFill>
                  <a:srgbClr val="002855"/>
                </a:solidFill>
                <a:latin typeface="Innostage" panose="02000000000000000000" pitchFamily="50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150+</a:t>
            </a:r>
          </a:p>
        </p:txBody>
      </p:sp>
    </p:spTree>
    <p:extLst>
      <p:ext uri="{BB962C8B-B14F-4D97-AF65-F5344CB8AC3E}">
        <p14:creationId xmlns:p14="http://schemas.microsoft.com/office/powerpoint/2010/main" val="2987201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16A59D7-CCBF-44AD-94E2-C4791CCD1D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E84FA246-6C66-4B36-BDD9-481B1B63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12178934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31" name="Скругленный прямоугольник 23">
            <a:extLst>
              <a:ext uri="{FF2B5EF4-FFF2-40B4-BE49-F238E27FC236}">
                <a16:creationId xmlns:a16="http://schemas.microsoft.com/office/drawing/2014/main" id="{48552CA5-493B-4B7A-842D-1C5EE5474F15}"/>
              </a:ext>
            </a:extLst>
          </p:cNvPr>
          <p:cNvSpPr/>
          <p:nvPr userDrawn="1"/>
        </p:nvSpPr>
        <p:spPr>
          <a:xfrm>
            <a:off x="770711" y="2108757"/>
            <a:ext cx="5545409" cy="2585161"/>
          </a:xfrm>
          <a:prstGeom prst="roundRect">
            <a:avLst>
              <a:gd name="adj" fmla="val 3500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Текст 20">
            <a:extLst>
              <a:ext uri="{FF2B5EF4-FFF2-40B4-BE49-F238E27FC236}">
                <a16:creationId xmlns:a16="http://schemas.microsoft.com/office/drawing/2014/main" id="{C07721D0-BBB6-41C6-AD74-09E36C9A2F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9799" y="2198335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1" name="Текст 20">
            <a:extLst>
              <a:ext uri="{FF2B5EF4-FFF2-40B4-BE49-F238E27FC236}">
                <a16:creationId xmlns:a16="http://schemas.microsoft.com/office/drawing/2014/main" id="{3FFF26ED-B564-4668-B559-D3CDAAD406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9799" y="324104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1" name="Скругленный прямоугольник 23">
            <a:extLst>
              <a:ext uri="{FF2B5EF4-FFF2-40B4-BE49-F238E27FC236}">
                <a16:creationId xmlns:a16="http://schemas.microsoft.com/office/drawing/2014/main" id="{54895709-24C8-416E-927B-9A4C21DA92CC}"/>
              </a:ext>
            </a:extLst>
          </p:cNvPr>
          <p:cNvSpPr/>
          <p:nvPr userDrawn="1"/>
        </p:nvSpPr>
        <p:spPr>
          <a:xfrm>
            <a:off x="770711" y="5019128"/>
            <a:ext cx="5545409" cy="2585161"/>
          </a:xfrm>
          <a:prstGeom prst="roundRect">
            <a:avLst>
              <a:gd name="adj" fmla="val 4208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67F93E6D-1A09-433A-AA76-F89C54642D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9799" y="5108706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C6D1CD9D-9962-4BAB-9D9F-F79EAE2809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9799" y="615141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4" name="Скругленный прямоугольник 23">
            <a:extLst>
              <a:ext uri="{FF2B5EF4-FFF2-40B4-BE49-F238E27FC236}">
                <a16:creationId xmlns:a16="http://schemas.microsoft.com/office/drawing/2014/main" id="{D3D21D46-789F-4287-815D-95AC766EEF53}"/>
              </a:ext>
            </a:extLst>
          </p:cNvPr>
          <p:cNvSpPr/>
          <p:nvPr userDrawn="1"/>
        </p:nvSpPr>
        <p:spPr>
          <a:xfrm>
            <a:off x="6605208" y="2108757"/>
            <a:ext cx="5545409" cy="2585161"/>
          </a:xfrm>
          <a:prstGeom prst="roundRect">
            <a:avLst>
              <a:gd name="adj" fmla="val 2970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Текст 20">
            <a:extLst>
              <a:ext uri="{FF2B5EF4-FFF2-40B4-BE49-F238E27FC236}">
                <a16:creationId xmlns:a16="http://schemas.microsoft.com/office/drawing/2014/main" id="{EBA541BD-5E2E-4DF5-BFBE-C1B6F8090C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94296" y="2198335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E43F751E-0938-4B20-A545-FB04BE49EF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4296" y="324104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7" name="Скругленный прямоугольник 23">
            <a:extLst>
              <a:ext uri="{FF2B5EF4-FFF2-40B4-BE49-F238E27FC236}">
                <a16:creationId xmlns:a16="http://schemas.microsoft.com/office/drawing/2014/main" id="{17D5CDED-1AAE-44E1-8A75-23F8A4F8E6A8}"/>
              </a:ext>
            </a:extLst>
          </p:cNvPr>
          <p:cNvSpPr/>
          <p:nvPr userDrawn="1"/>
        </p:nvSpPr>
        <p:spPr>
          <a:xfrm>
            <a:off x="6605208" y="5019128"/>
            <a:ext cx="5545409" cy="2585161"/>
          </a:xfrm>
          <a:prstGeom prst="roundRect">
            <a:avLst>
              <a:gd name="adj" fmla="val 2616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225FFBD3-B7F1-4346-9D80-7711447B24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4296" y="5108706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72539E31-20BA-491E-ADE7-685D9BDA6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94296" y="615141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12674610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кругленный прямоугольник 23">
            <a:extLst>
              <a:ext uri="{FF2B5EF4-FFF2-40B4-BE49-F238E27FC236}">
                <a16:creationId xmlns:a16="http://schemas.microsoft.com/office/drawing/2014/main" id="{16EB7CF9-D830-4F2C-B1FF-3C006DA17FD9}"/>
              </a:ext>
            </a:extLst>
          </p:cNvPr>
          <p:cNvSpPr/>
          <p:nvPr userDrawn="1"/>
        </p:nvSpPr>
        <p:spPr>
          <a:xfrm>
            <a:off x="6605208" y="5019126"/>
            <a:ext cx="5545409" cy="2615729"/>
          </a:xfrm>
          <a:prstGeom prst="roundRect">
            <a:avLst>
              <a:gd name="adj" fmla="val 299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Скругленный прямоугольник 23">
            <a:extLst>
              <a:ext uri="{FF2B5EF4-FFF2-40B4-BE49-F238E27FC236}">
                <a16:creationId xmlns:a16="http://schemas.microsoft.com/office/drawing/2014/main" id="{A5A1B8D1-AA17-4604-A92B-605D9C5024E6}"/>
              </a:ext>
            </a:extLst>
          </p:cNvPr>
          <p:cNvSpPr/>
          <p:nvPr userDrawn="1"/>
        </p:nvSpPr>
        <p:spPr>
          <a:xfrm>
            <a:off x="6605208" y="2078189"/>
            <a:ext cx="5545409" cy="2615729"/>
          </a:xfrm>
          <a:prstGeom prst="roundRect">
            <a:avLst>
              <a:gd name="adj" fmla="val 299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Скругленный прямоугольник 23">
            <a:extLst>
              <a:ext uri="{FF2B5EF4-FFF2-40B4-BE49-F238E27FC236}">
                <a16:creationId xmlns:a16="http://schemas.microsoft.com/office/drawing/2014/main" id="{D96F444E-AC7E-4373-BD50-3F7BB49D18F5}"/>
              </a:ext>
            </a:extLst>
          </p:cNvPr>
          <p:cNvSpPr/>
          <p:nvPr userDrawn="1"/>
        </p:nvSpPr>
        <p:spPr>
          <a:xfrm>
            <a:off x="770711" y="5019127"/>
            <a:ext cx="5545409" cy="2615729"/>
          </a:xfrm>
          <a:prstGeom prst="roundRect">
            <a:avLst>
              <a:gd name="adj" fmla="val 299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Скругленный прямоугольник 23">
            <a:extLst>
              <a:ext uri="{FF2B5EF4-FFF2-40B4-BE49-F238E27FC236}">
                <a16:creationId xmlns:a16="http://schemas.microsoft.com/office/drawing/2014/main" id="{E2757116-96DD-440A-BE4C-460FCFC14480}"/>
              </a:ext>
            </a:extLst>
          </p:cNvPr>
          <p:cNvSpPr/>
          <p:nvPr userDrawn="1"/>
        </p:nvSpPr>
        <p:spPr>
          <a:xfrm>
            <a:off x="770711" y="2078190"/>
            <a:ext cx="5545409" cy="2615729"/>
          </a:xfrm>
          <a:prstGeom prst="roundRect">
            <a:avLst>
              <a:gd name="adj" fmla="val 299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16A59D7-CCBF-44AD-94E2-C4791CCD1D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E84FA246-6C66-4B36-BDD9-481B1B63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12178934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3064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50" name="Текст 20">
            <a:extLst>
              <a:ext uri="{FF2B5EF4-FFF2-40B4-BE49-F238E27FC236}">
                <a16:creationId xmlns:a16="http://schemas.microsoft.com/office/drawing/2014/main" id="{C07721D0-BBB6-41C6-AD74-09E36C9A2F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9799" y="2198335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1" name="Текст 20">
            <a:extLst>
              <a:ext uri="{FF2B5EF4-FFF2-40B4-BE49-F238E27FC236}">
                <a16:creationId xmlns:a16="http://schemas.microsoft.com/office/drawing/2014/main" id="{3FFF26ED-B564-4668-B559-D3CDAAD406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9799" y="324104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rgbClr val="003064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67F93E6D-1A09-433A-AA76-F89C54642D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9799" y="5108706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C6D1CD9D-9962-4BAB-9D9F-F79EAE2809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9799" y="615141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rgbClr val="003064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5" name="Текст 20">
            <a:extLst>
              <a:ext uri="{FF2B5EF4-FFF2-40B4-BE49-F238E27FC236}">
                <a16:creationId xmlns:a16="http://schemas.microsoft.com/office/drawing/2014/main" id="{EBA541BD-5E2E-4DF5-BFBE-C1B6F8090C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94296" y="2198335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E43F751E-0938-4B20-A545-FB04BE49EF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4296" y="324104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rgbClr val="003064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225FFBD3-B7F1-4346-9D80-7711447B24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4296" y="5108706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72539E31-20BA-491E-ADE7-685D9BDA6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94296" y="615141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rgbClr val="003064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25435935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A428EB-B894-4B93-BD9D-53520785C093}"/>
              </a:ext>
            </a:extLst>
          </p:cNvPr>
          <p:cNvSpPr txBox="1"/>
          <p:nvPr userDrawn="1"/>
        </p:nvSpPr>
        <p:spPr>
          <a:xfrm>
            <a:off x="679135" y="3727819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6844B-8ACD-4F30-AEA3-D62335CD336F}"/>
              </a:ext>
            </a:extLst>
          </p:cNvPr>
          <p:cNvSpPr txBox="1"/>
          <p:nvPr userDrawn="1"/>
        </p:nvSpPr>
        <p:spPr>
          <a:xfrm>
            <a:off x="679135" y="4904353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02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D53A368F-156E-4CCA-87CB-917DD2E85662}"/>
              </a:ext>
            </a:extLst>
          </p:cNvPr>
          <p:cNvCxnSpPr>
            <a:cxnSpLocks/>
            <a:stCxn id="7" idx="3"/>
          </p:cNvCxnSpPr>
          <p:nvPr userDrawn="1"/>
        </p:nvCxnSpPr>
        <p:spPr>
          <a:xfrm>
            <a:off x="1240663" y="3921718"/>
            <a:ext cx="731520" cy="9234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3C47563-BCC4-4C44-9F9B-94BBA85D8C22}"/>
              </a:ext>
            </a:extLst>
          </p:cNvPr>
          <p:cNvCxnSpPr>
            <a:cxnSpLocks/>
          </p:cNvCxnSpPr>
          <p:nvPr userDrawn="1"/>
        </p:nvCxnSpPr>
        <p:spPr>
          <a:xfrm>
            <a:off x="1972183" y="3703084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DA10E89-0431-4F21-8539-8E335002AD27}"/>
              </a:ext>
            </a:extLst>
          </p:cNvPr>
          <p:cNvCxnSpPr>
            <a:cxnSpLocks/>
          </p:cNvCxnSpPr>
          <p:nvPr userDrawn="1"/>
        </p:nvCxnSpPr>
        <p:spPr>
          <a:xfrm>
            <a:off x="1240663" y="5110963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B092DC1-F1A6-4D92-8DBE-3AE5B8E09BD4}"/>
              </a:ext>
            </a:extLst>
          </p:cNvPr>
          <p:cNvCxnSpPr>
            <a:cxnSpLocks/>
          </p:cNvCxnSpPr>
          <p:nvPr userDrawn="1"/>
        </p:nvCxnSpPr>
        <p:spPr>
          <a:xfrm>
            <a:off x="1972183" y="4883096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E36938-4221-4DC5-9CC4-9CA74E134E88}"/>
              </a:ext>
            </a:extLst>
          </p:cNvPr>
          <p:cNvSpPr txBox="1"/>
          <p:nvPr userDrawn="1"/>
        </p:nvSpPr>
        <p:spPr>
          <a:xfrm>
            <a:off x="679135" y="6253151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</a:t>
            </a:r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3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F25C287-15AE-41A6-AFB6-8B515056E328}"/>
              </a:ext>
            </a:extLst>
          </p:cNvPr>
          <p:cNvCxnSpPr>
            <a:cxnSpLocks/>
          </p:cNvCxnSpPr>
          <p:nvPr userDrawn="1"/>
        </p:nvCxnSpPr>
        <p:spPr>
          <a:xfrm>
            <a:off x="1240663" y="6459761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7E764F2-F0EF-431E-AEA5-117DFF820A7B}"/>
              </a:ext>
            </a:extLst>
          </p:cNvPr>
          <p:cNvCxnSpPr>
            <a:cxnSpLocks/>
          </p:cNvCxnSpPr>
          <p:nvPr userDrawn="1"/>
        </p:nvCxnSpPr>
        <p:spPr>
          <a:xfrm>
            <a:off x="1972183" y="6231893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C9D168-303B-40CF-AF60-A5B9A07AB96A}"/>
              </a:ext>
            </a:extLst>
          </p:cNvPr>
          <p:cNvSpPr txBox="1"/>
          <p:nvPr userDrawn="1"/>
        </p:nvSpPr>
        <p:spPr>
          <a:xfrm>
            <a:off x="6753190" y="3727819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04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F8A7F2-30B0-49CF-9ACE-AB404A058A12}"/>
              </a:ext>
            </a:extLst>
          </p:cNvPr>
          <p:cNvSpPr txBox="1"/>
          <p:nvPr userDrawn="1"/>
        </p:nvSpPr>
        <p:spPr>
          <a:xfrm>
            <a:off x="6753190" y="4900875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05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A6FCCF0-97D5-4397-A5EB-4FFA272AF86D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7314718" y="3921718"/>
            <a:ext cx="731520" cy="9234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108EEBC-CDAC-4C0A-96E4-ECD47F84FA9D}"/>
              </a:ext>
            </a:extLst>
          </p:cNvPr>
          <p:cNvCxnSpPr>
            <a:cxnSpLocks/>
          </p:cNvCxnSpPr>
          <p:nvPr userDrawn="1"/>
        </p:nvCxnSpPr>
        <p:spPr>
          <a:xfrm>
            <a:off x="8046238" y="3703084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968E0CCC-125A-4CDB-9768-C13A45ED14F1}"/>
              </a:ext>
            </a:extLst>
          </p:cNvPr>
          <p:cNvCxnSpPr>
            <a:cxnSpLocks/>
          </p:cNvCxnSpPr>
          <p:nvPr userDrawn="1"/>
        </p:nvCxnSpPr>
        <p:spPr>
          <a:xfrm>
            <a:off x="7314718" y="5107486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8D56AEB-FE94-4531-961B-1A95A6C3782C}"/>
              </a:ext>
            </a:extLst>
          </p:cNvPr>
          <p:cNvCxnSpPr>
            <a:cxnSpLocks/>
          </p:cNvCxnSpPr>
          <p:nvPr userDrawn="1"/>
        </p:nvCxnSpPr>
        <p:spPr>
          <a:xfrm>
            <a:off x="8046238" y="4879618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9589BD5-7B66-4982-90FE-F92DB87AB121}"/>
              </a:ext>
            </a:extLst>
          </p:cNvPr>
          <p:cNvSpPr txBox="1"/>
          <p:nvPr userDrawn="1"/>
        </p:nvSpPr>
        <p:spPr>
          <a:xfrm>
            <a:off x="6753190" y="6253151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06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B944AB1A-D744-4026-AB85-25062FDF4306}"/>
              </a:ext>
            </a:extLst>
          </p:cNvPr>
          <p:cNvCxnSpPr>
            <a:cxnSpLocks/>
          </p:cNvCxnSpPr>
          <p:nvPr userDrawn="1"/>
        </p:nvCxnSpPr>
        <p:spPr>
          <a:xfrm>
            <a:off x="7314718" y="6459761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242D1163-0277-46DC-9EE6-4CCBB8F3F817}"/>
              </a:ext>
            </a:extLst>
          </p:cNvPr>
          <p:cNvCxnSpPr>
            <a:cxnSpLocks/>
          </p:cNvCxnSpPr>
          <p:nvPr userDrawn="1"/>
        </p:nvCxnSpPr>
        <p:spPr>
          <a:xfrm>
            <a:off x="8046238" y="6231893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16A59D7-CCBF-44AD-94E2-C4791CCD1D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33" name="Текст 12">
            <a:extLst>
              <a:ext uri="{FF2B5EF4-FFF2-40B4-BE49-F238E27FC236}">
                <a16:creationId xmlns:a16="http://schemas.microsoft.com/office/drawing/2014/main" id="{9F442B85-1277-402D-9B11-A99F8FAE04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9135" y="1163265"/>
            <a:ext cx="9127805" cy="114532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84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 marL="548640" indent="0">
              <a:buNone/>
              <a:defRPr>
                <a:latin typeface="Innostage" panose="02000000000000000000" pitchFamily="50" charset="-52"/>
              </a:defRPr>
            </a:lvl2pPr>
            <a:lvl3pPr marL="1097280" indent="0">
              <a:buNone/>
              <a:defRPr>
                <a:latin typeface="Innostage" panose="02000000000000000000" pitchFamily="50" charset="-52"/>
              </a:defRPr>
            </a:lvl3pPr>
            <a:lvl4pPr marL="1645920" indent="0">
              <a:buNone/>
              <a:defRPr>
                <a:latin typeface="Innostage" panose="02000000000000000000" pitchFamily="50" charset="-52"/>
              </a:defRPr>
            </a:lvl4pPr>
            <a:lvl5pPr marL="2194560" indent="0">
              <a:buNone/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Тезис, обобщающий перечисление ниже</a:t>
            </a:r>
          </a:p>
        </p:txBody>
      </p:sp>
      <p:sp>
        <p:nvSpPr>
          <p:cNvPr id="34" name="Текст 21">
            <a:extLst>
              <a:ext uri="{FF2B5EF4-FFF2-40B4-BE49-F238E27FC236}">
                <a16:creationId xmlns:a16="http://schemas.microsoft.com/office/drawing/2014/main" id="{B3EE24F7-19B5-4C8B-9802-05DF1EBC0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50707" y="3660863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     </a:t>
            </a:r>
          </a:p>
        </p:txBody>
      </p:sp>
      <p:sp>
        <p:nvSpPr>
          <p:cNvPr id="35" name="Текст 21">
            <a:extLst>
              <a:ext uri="{FF2B5EF4-FFF2-40B4-BE49-F238E27FC236}">
                <a16:creationId xmlns:a16="http://schemas.microsoft.com/office/drawing/2014/main" id="{A6E4B3B5-A288-4E39-9F2A-D6D78614CD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1213" y="4837398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36" name="Текст 21">
            <a:extLst>
              <a:ext uri="{FF2B5EF4-FFF2-40B4-BE49-F238E27FC236}">
                <a16:creationId xmlns:a16="http://schemas.microsoft.com/office/drawing/2014/main" id="{84740373-B36F-4685-AFA1-49BA1D4D34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77619" y="6186196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40" name="Текст 21">
            <a:extLst>
              <a:ext uri="{FF2B5EF4-FFF2-40B4-BE49-F238E27FC236}">
                <a16:creationId xmlns:a16="http://schemas.microsoft.com/office/drawing/2014/main" id="{28E3FAB7-30C5-4004-A74D-05C4FCF8B8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4758" y="3660863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41" name="Текст 21">
            <a:extLst>
              <a:ext uri="{FF2B5EF4-FFF2-40B4-BE49-F238E27FC236}">
                <a16:creationId xmlns:a16="http://schemas.microsoft.com/office/drawing/2014/main" id="{09D31F4E-E1FA-4C1C-A18D-516AB4441E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2529" y="4837398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42" name="Текст 21">
            <a:extLst>
              <a:ext uri="{FF2B5EF4-FFF2-40B4-BE49-F238E27FC236}">
                <a16:creationId xmlns:a16="http://schemas.microsoft.com/office/drawing/2014/main" id="{02F357D8-2128-4C48-8667-2E6CEAD32D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8936" y="6186196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6209455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A428EB-B894-4B93-BD9D-53520785C093}"/>
              </a:ext>
            </a:extLst>
          </p:cNvPr>
          <p:cNvSpPr txBox="1"/>
          <p:nvPr userDrawn="1"/>
        </p:nvSpPr>
        <p:spPr>
          <a:xfrm>
            <a:off x="679135" y="3727819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6844B-8ACD-4F30-AEA3-D62335CD336F}"/>
              </a:ext>
            </a:extLst>
          </p:cNvPr>
          <p:cNvSpPr txBox="1"/>
          <p:nvPr userDrawn="1"/>
        </p:nvSpPr>
        <p:spPr>
          <a:xfrm>
            <a:off x="679135" y="5392400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02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D53A368F-156E-4CCA-87CB-917DD2E85662}"/>
              </a:ext>
            </a:extLst>
          </p:cNvPr>
          <p:cNvCxnSpPr>
            <a:cxnSpLocks/>
            <a:stCxn id="7" idx="3"/>
          </p:cNvCxnSpPr>
          <p:nvPr userDrawn="1"/>
        </p:nvCxnSpPr>
        <p:spPr>
          <a:xfrm>
            <a:off x="1240663" y="3921718"/>
            <a:ext cx="731520" cy="9234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3C47563-BCC4-4C44-9F9B-94BBA85D8C22}"/>
              </a:ext>
            </a:extLst>
          </p:cNvPr>
          <p:cNvCxnSpPr>
            <a:cxnSpLocks/>
          </p:cNvCxnSpPr>
          <p:nvPr userDrawn="1"/>
        </p:nvCxnSpPr>
        <p:spPr>
          <a:xfrm>
            <a:off x="1972183" y="3703084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DA10E89-0431-4F21-8539-8E335002AD27}"/>
              </a:ext>
            </a:extLst>
          </p:cNvPr>
          <p:cNvCxnSpPr>
            <a:cxnSpLocks/>
          </p:cNvCxnSpPr>
          <p:nvPr userDrawn="1"/>
        </p:nvCxnSpPr>
        <p:spPr>
          <a:xfrm>
            <a:off x="1240663" y="5599010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B092DC1-F1A6-4D92-8DBE-3AE5B8E09BD4}"/>
              </a:ext>
            </a:extLst>
          </p:cNvPr>
          <p:cNvCxnSpPr>
            <a:cxnSpLocks/>
          </p:cNvCxnSpPr>
          <p:nvPr userDrawn="1"/>
        </p:nvCxnSpPr>
        <p:spPr>
          <a:xfrm>
            <a:off x="1972183" y="5371143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C9D168-303B-40CF-AF60-A5B9A07AB96A}"/>
              </a:ext>
            </a:extLst>
          </p:cNvPr>
          <p:cNvSpPr txBox="1"/>
          <p:nvPr userDrawn="1"/>
        </p:nvSpPr>
        <p:spPr>
          <a:xfrm>
            <a:off x="6753190" y="3727819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04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F8A7F2-30B0-49CF-9ACE-AB404A058A12}"/>
              </a:ext>
            </a:extLst>
          </p:cNvPr>
          <p:cNvSpPr txBox="1"/>
          <p:nvPr userDrawn="1"/>
        </p:nvSpPr>
        <p:spPr>
          <a:xfrm>
            <a:off x="6753190" y="5388923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05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A6FCCF0-97D5-4397-A5EB-4FFA272AF86D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7314718" y="3921718"/>
            <a:ext cx="731520" cy="9234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108EEBC-CDAC-4C0A-96E4-ECD47F84FA9D}"/>
              </a:ext>
            </a:extLst>
          </p:cNvPr>
          <p:cNvCxnSpPr>
            <a:cxnSpLocks/>
          </p:cNvCxnSpPr>
          <p:nvPr userDrawn="1"/>
        </p:nvCxnSpPr>
        <p:spPr>
          <a:xfrm>
            <a:off x="8046238" y="3703084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968E0CCC-125A-4CDB-9768-C13A45ED14F1}"/>
              </a:ext>
            </a:extLst>
          </p:cNvPr>
          <p:cNvCxnSpPr>
            <a:cxnSpLocks/>
          </p:cNvCxnSpPr>
          <p:nvPr userDrawn="1"/>
        </p:nvCxnSpPr>
        <p:spPr>
          <a:xfrm>
            <a:off x="7314718" y="5595533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8D56AEB-FE94-4531-961B-1A95A6C3782C}"/>
              </a:ext>
            </a:extLst>
          </p:cNvPr>
          <p:cNvCxnSpPr>
            <a:cxnSpLocks/>
          </p:cNvCxnSpPr>
          <p:nvPr userDrawn="1"/>
        </p:nvCxnSpPr>
        <p:spPr>
          <a:xfrm>
            <a:off x="8046238" y="5367665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16A59D7-CCBF-44AD-94E2-C4791CCD1D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33" name="Текст 12">
            <a:extLst>
              <a:ext uri="{FF2B5EF4-FFF2-40B4-BE49-F238E27FC236}">
                <a16:creationId xmlns:a16="http://schemas.microsoft.com/office/drawing/2014/main" id="{9F442B85-1277-402D-9B11-A99F8FAE04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9135" y="1163265"/>
            <a:ext cx="9127805" cy="114532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84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 marL="548640" indent="0">
              <a:buNone/>
              <a:defRPr>
                <a:latin typeface="Innostage" panose="02000000000000000000" pitchFamily="50" charset="-52"/>
              </a:defRPr>
            </a:lvl2pPr>
            <a:lvl3pPr marL="1097280" indent="0">
              <a:buNone/>
              <a:defRPr>
                <a:latin typeface="Innostage" panose="02000000000000000000" pitchFamily="50" charset="-52"/>
              </a:defRPr>
            </a:lvl3pPr>
            <a:lvl4pPr marL="1645920" indent="0">
              <a:buNone/>
              <a:defRPr>
                <a:latin typeface="Innostage" panose="02000000000000000000" pitchFamily="50" charset="-52"/>
              </a:defRPr>
            </a:lvl4pPr>
            <a:lvl5pPr marL="2194560" indent="0">
              <a:buNone/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Тезис, обобщающий перечисление ниже</a:t>
            </a:r>
          </a:p>
        </p:txBody>
      </p:sp>
      <p:sp>
        <p:nvSpPr>
          <p:cNvPr id="34" name="Текст 21">
            <a:extLst>
              <a:ext uri="{FF2B5EF4-FFF2-40B4-BE49-F238E27FC236}">
                <a16:creationId xmlns:a16="http://schemas.microsoft.com/office/drawing/2014/main" id="{B3EE24F7-19B5-4C8B-9802-05DF1EBC0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50707" y="3660863"/>
            <a:ext cx="4202945" cy="1145323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 не должен содержать в себе объемный текст, а лишь самое важное.    </a:t>
            </a:r>
          </a:p>
        </p:txBody>
      </p:sp>
      <p:sp>
        <p:nvSpPr>
          <p:cNvPr id="35" name="Текст 21">
            <a:extLst>
              <a:ext uri="{FF2B5EF4-FFF2-40B4-BE49-F238E27FC236}">
                <a16:creationId xmlns:a16="http://schemas.microsoft.com/office/drawing/2014/main" id="{A6E4B3B5-A288-4E39-9F2A-D6D78614CD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1213" y="5325445"/>
            <a:ext cx="4202945" cy="1145323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 не должен содержать в себе объемный текст, а лишь самое важное.    </a:t>
            </a:r>
          </a:p>
        </p:txBody>
      </p:sp>
      <p:sp>
        <p:nvSpPr>
          <p:cNvPr id="40" name="Текст 21">
            <a:extLst>
              <a:ext uri="{FF2B5EF4-FFF2-40B4-BE49-F238E27FC236}">
                <a16:creationId xmlns:a16="http://schemas.microsoft.com/office/drawing/2014/main" id="{28E3FAB7-30C5-4004-A74D-05C4FCF8B8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4758" y="3660863"/>
            <a:ext cx="4202945" cy="1145323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 не должен содержать в себе объемный текст, а лишь самое важное.    </a:t>
            </a:r>
          </a:p>
        </p:txBody>
      </p:sp>
      <p:sp>
        <p:nvSpPr>
          <p:cNvPr id="41" name="Текст 21">
            <a:extLst>
              <a:ext uri="{FF2B5EF4-FFF2-40B4-BE49-F238E27FC236}">
                <a16:creationId xmlns:a16="http://schemas.microsoft.com/office/drawing/2014/main" id="{09D31F4E-E1FA-4C1C-A18D-516AB4441E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2529" y="5325445"/>
            <a:ext cx="4202945" cy="1145323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 не должен содержать в себе объемный текст, а лишь самое важное.    </a:t>
            </a:r>
          </a:p>
        </p:txBody>
      </p:sp>
    </p:spTree>
    <p:extLst>
      <p:ext uri="{BB962C8B-B14F-4D97-AF65-F5344CB8AC3E}">
        <p14:creationId xmlns:p14="http://schemas.microsoft.com/office/powerpoint/2010/main" val="28896909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A428EB-B894-4B93-BD9D-53520785C093}"/>
              </a:ext>
            </a:extLst>
          </p:cNvPr>
          <p:cNvSpPr txBox="1"/>
          <p:nvPr userDrawn="1"/>
        </p:nvSpPr>
        <p:spPr>
          <a:xfrm>
            <a:off x="679135" y="3727819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6844B-8ACD-4F30-AEA3-D62335CD336F}"/>
              </a:ext>
            </a:extLst>
          </p:cNvPr>
          <p:cNvSpPr txBox="1"/>
          <p:nvPr userDrawn="1"/>
        </p:nvSpPr>
        <p:spPr>
          <a:xfrm>
            <a:off x="679135" y="4904353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02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D53A368F-156E-4CCA-87CB-917DD2E85662}"/>
              </a:ext>
            </a:extLst>
          </p:cNvPr>
          <p:cNvCxnSpPr>
            <a:cxnSpLocks/>
            <a:stCxn id="7" idx="3"/>
          </p:cNvCxnSpPr>
          <p:nvPr userDrawn="1"/>
        </p:nvCxnSpPr>
        <p:spPr>
          <a:xfrm>
            <a:off x="1240663" y="3921718"/>
            <a:ext cx="731520" cy="9234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3C47563-BCC4-4C44-9F9B-94BBA85D8C22}"/>
              </a:ext>
            </a:extLst>
          </p:cNvPr>
          <p:cNvCxnSpPr>
            <a:cxnSpLocks/>
          </p:cNvCxnSpPr>
          <p:nvPr userDrawn="1"/>
        </p:nvCxnSpPr>
        <p:spPr>
          <a:xfrm>
            <a:off x="1972183" y="3703084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DA10E89-0431-4F21-8539-8E335002AD27}"/>
              </a:ext>
            </a:extLst>
          </p:cNvPr>
          <p:cNvCxnSpPr>
            <a:cxnSpLocks/>
          </p:cNvCxnSpPr>
          <p:nvPr userDrawn="1"/>
        </p:nvCxnSpPr>
        <p:spPr>
          <a:xfrm>
            <a:off x="1240663" y="5110963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B092DC1-F1A6-4D92-8DBE-3AE5B8E09BD4}"/>
              </a:ext>
            </a:extLst>
          </p:cNvPr>
          <p:cNvCxnSpPr>
            <a:cxnSpLocks/>
          </p:cNvCxnSpPr>
          <p:nvPr userDrawn="1"/>
        </p:nvCxnSpPr>
        <p:spPr>
          <a:xfrm>
            <a:off x="1972183" y="4883096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E36938-4221-4DC5-9CC4-9CA74E134E88}"/>
              </a:ext>
            </a:extLst>
          </p:cNvPr>
          <p:cNvSpPr txBox="1"/>
          <p:nvPr userDrawn="1"/>
        </p:nvSpPr>
        <p:spPr>
          <a:xfrm>
            <a:off x="679135" y="6253151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</a:t>
            </a:r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3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F25C287-15AE-41A6-AFB6-8B515056E328}"/>
              </a:ext>
            </a:extLst>
          </p:cNvPr>
          <p:cNvCxnSpPr>
            <a:cxnSpLocks/>
          </p:cNvCxnSpPr>
          <p:nvPr userDrawn="1"/>
        </p:nvCxnSpPr>
        <p:spPr>
          <a:xfrm>
            <a:off x="1240663" y="6459761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7E764F2-F0EF-431E-AEA5-117DFF820A7B}"/>
              </a:ext>
            </a:extLst>
          </p:cNvPr>
          <p:cNvCxnSpPr>
            <a:cxnSpLocks/>
          </p:cNvCxnSpPr>
          <p:nvPr userDrawn="1"/>
        </p:nvCxnSpPr>
        <p:spPr>
          <a:xfrm>
            <a:off x="1972183" y="6231893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C9D168-303B-40CF-AF60-A5B9A07AB96A}"/>
              </a:ext>
            </a:extLst>
          </p:cNvPr>
          <p:cNvSpPr txBox="1"/>
          <p:nvPr userDrawn="1"/>
        </p:nvSpPr>
        <p:spPr>
          <a:xfrm>
            <a:off x="6753190" y="3727819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04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F8A7F2-30B0-49CF-9ACE-AB404A058A12}"/>
              </a:ext>
            </a:extLst>
          </p:cNvPr>
          <p:cNvSpPr txBox="1"/>
          <p:nvPr userDrawn="1"/>
        </p:nvSpPr>
        <p:spPr>
          <a:xfrm>
            <a:off x="6753190" y="4900875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05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A6FCCF0-97D5-4397-A5EB-4FFA272AF86D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7314718" y="3921718"/>
            <a:ext cx="731520" cy="9234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108EEBC-CDAC-4C0A-96E4-ECD47F84FA9D}"/>
              </a:ext>
            </a:extLst>
          </p:cNvPr>
          <p:cNvCxnSpPr>
            <a:cxnSpLocks/>
          </p:cNvCxnSpPr>
          <p:nvPr userDrawn="1"/>
        </p:nvCxnSpPr>
        <p:spPr>
          <a:xfrm>
            <a:off x="8046238" y="3703084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968E0CCC-125A-4CDB-9768-C13A45ED14F1}"/>
              </a:ext>
            </a:extLst>
          </p:cNvPr>
          <p:cNvCxnSpPr>
            <a:cxnSpLocks/>
          </p:cNvCxnSpPr>
          <p:nvPr userDrawn="1"/>
        </p:nvCxnSpPr>
        <p:spPr>
          <a:xfrm>
            <a:off x="7314718" y="5107486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8D56AEB-FE94-4531-961B-1A95A6C3782C}"/>
              </a:ext>
            </a:extLst>
          </p:cNvPr>
          <p:cNvCxnSpPr>
            <a:cxnSpLocks/>
          </p:cNvCxnSpPr>
          <p:nvPr userDrawn="1"/>
        </p:nvCxnSpPr>
        <p:spPr>
          <a:xfrm>
            <a:off x="8046238" y="4879618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9589BD5-7B66-4982-90FE-F92DB87AB121}"/>
              </a:ext>
            </a:extLst>
          </p:cNvPr>
          <p:cNvSpPr txBox="1"/>
          <p:nvPr userDrawn="1"/>
        </p:nvSpPr>
        <p:spPr>
          <a:xfrm>
            <a:off x="6753190" y="6253151"/>
            <a:ext cx="56152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20" dirty="0">
                <a:solidFill>
                  <a:srgbClr val="FE5000"/>
                </a:solidFill>
                <a:latin typeface="Nekst Black" panose="00000A00000000000000" pitchFamily="2" charset="-52"/>
              </a:rPr>
              <a:t>06</a:t>
            </a:r>
            <a:endParaRPr lang="ru-RU" sz="1920" dirty="0">
              <a:solidFill>
                <a:srgbClr val="FE5000"/>
              </a:solidFill>
              <a:latin typeface="Nekst Black" panose="00000A00000000000000" pitchFamily="2" charset="-52"/>
            </a:endParaRP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B944AB1A-D744-4026-AB85-25062FDF4306}"/>
              </a:ext>
            </a:extLst>
          </p:cNvPr>
          <p:cNvCxnSpPr>
            <a:cxnSpLocks/>
          </p:cNvCxnSpPr>
          <p:nvPr userDrawn="1"/>
        </p:nvCxnSpPr>
        <p:spPr>
          <a:xfrm>
            <a:off x="7314718" y="6459761"/>
            <a:ext cx="731520" cy="0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242D1163-0277-46DC-9EE6-4CCBB8F3F817}"/>
              </a:ext>
            </a:extLst>
          </p:cNvPr>
          <p:cNvCxnSpPr>
            <a:cxnSpLocks/>
          </p:cNvCxnSpPr>
          <p:nvPr userDrawn="1"/>
        </p:nvCxnSpPr>
        <p:spPr>
          <a:xfrm>
            <a:off x="8046238" y="6231893"/>
            <a:ext cx="0" cy="455735"/>
          </a:xfrm>
          <a:prstGeom prst="line">
            <a:avLst/>
          </a:prstGeom>
          <a:ln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16A59D7-CCBF-44AD-94E2-C4791CCD1D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34" name="Текст 21">
            <a:extLst>
              <a:ext uri="{FF2B5EF4-FFF2-40B4-BE49-F238E27FC236}">
                <a16:creationId xmlns:a16="http://schemas.microsoft.com/office/drawing/2014/main" id="{B3EE24F7-19B5-4C8B-9802-05DF1EBC0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50707" y="3660863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     </a:t>
            </a:r>
          </a:p>
        </p:txBody>
      </p:sp>
      <p:sp>
        <p:nvSpPr>
          <p:cNvPr id="35" name="Текст 21">
            <a:extLst>
              <a:ext uri="{FF2B5EF4-FFF2-40B4-BE49-F238E27FC236}">
                <a16:creationId xmlns:a16="http://schemas.microsoft.com/office/drawing/2014/main" id="{A6E4B3B5-A288-4E39-9F2A-D6D78614CD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1213" y="4837398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36" name="Текст 21">
            <a:extLst>
              <a:ext uri="{FF2B5EF4-FFF2-40B4-BE49-F238E27FC236}">
                <a16:creationId xmlns:a16="http://schemas.microsoft.com/office/drawing/2014/main" id="{84740373-B36F-4685-AFA1-49BA1D4D34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77619" y="6186196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40" name="Текст 21">
            <a:extLst>
              <a:ext uri="{FF2B5EF4-FFF2-40B4-BE49-F238E27FC236}">
                <a16:creationId xmlns:a16="http://schemas.microsoft.com/office/drawing/2014/main" id="{28E3FAB7-30C5-4004-A74D-05C4FCF8B8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4758" y="3660863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41" name="Текст 21">
            <a:extLst>
              <a:ext uri="{FF2B5EF4-FFF2-40B4-BE49-F238E27FC236}">
                <a16:creationId xmlns:a16="http://schemas.microsoft.com/office/drawing/2014/main" id="{09D31F4E-E1FA-4C1C-A18D-516AB4441E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2529" y="4837398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42" name="Текст 21">
            <a:extLst>
              <a:ext uri="{FF2B5EF4-FFF2-40B4-BE49-F238E27FC236}">
                <a16:creationId xmlns:a16="http://schemas.microsoft.com/office/drawing/2014/main" id="{02F357D8-2128-4C48-8667-2E6CEAD32D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8936" y="6186196"/>
            <a:ext cx="4202945" cy="54017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8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Пункт перечисления преимуществ или другой информации</a:t>
            </a:r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E84FA246-6C66-4B36-BDD9-481B1B63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0" y="438151"/>
            <a:ext cx="11801166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</p:spTree>
    <p:extLst>
      <p:ext uri="{BB962C8B-B14F-4D97-AF65-F5344CB8AC3E}">
        <p14:creationId xmlns:p14="http://schemas.microsoft.com/office/powerpoint/2010/main" val="6936798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две колонки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1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1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1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0" y="438151"/>
            <a:ext cx="1207526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3168547"/>
            <a:ext cx="5034916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  <a:p>
            <a:pPr lvl="0"/>
            <a:r>
              <a:rPr lang="ru-RU" dirty="0"/>
              <a:t>Абзацы отбивайте отступами, это облегчает процесс чтения и усвоения презентуемой информации.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66002-57B0-4C9C-9139-8569DE00FAA9}"/>
              </a:ext>
            </a:extLst>
          </p:cNvPr>
          <p:cNvSpPr/>
          <p:nvPr userDrawn="1"/>
        </p:nvSpPr>
        <p:spPr>
          <a:xfrm>
            <a:off x="7382803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A99603E-6866-41FD-819D-AC733F93465C}"/>
              </a:ext>
            </a:extLst>
          </p:cNvPr>
          <p:cNvCxnSpPr>
            <a:cxnSpLocks/>
          </p:cNvCxnSpPr>
          <p:nvPr userDrawn="1"/>
        </p:nvCxnSpPr>
        <p:spPr>
          <a:xfrm>
            <a:off x="7382803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B6E3D53-4511-48D9-A043-4A515BCAF523}"/>
              </a:ext>
            </a:extLst>
          </p:cNvPr>
          <p:cNvCxnSpPr>
            <a:cxnSpLocks/>
          </p:cNvCxnSpPr>
          <p:nvPr userDrawn="1"/>
        </p:nvCxnSpPr>
        <p:spPr>
          <a:xfrm>
            <a:off x="7382803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Текст 13">
            <a:extLst>
              <a:ext uri="{FF2B5EF4-FFF2-40B4-BE49-F238E27FC236}">
                <a16:creationId xmlns:a16="http://schemas.microsoft.com/office/drawing/2014/main" id="{9DFE1CBB-B2B2-43D8-9C15-8E6EB39A8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1063" y="3168547"/>
            <a:ext cx="5034916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  <a:p>
            <a:pPr lvl="0"/>
            <a:r>
              <a:rPr lang="ru-RU" dirty="0"/>
              <a:t>Лучше разбить материал на несколько слайдов, но подать крупно, аккуратно и доступно, чем скомкать все мелко на одном слайде.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6E56110-8D8A-4AB9-8514-46AAE4CE75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1526" y="1444100"/>
            <a:ext cx="8303894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Подзаголовок слайда, определение или тезис</a:t>
            </a:r>
          </a:p>
        </p:txBody>
      </p:sp>
    </p:spTree>
    <p:extLst>
      <p:ext uri="{BB962C8B-B14F-4D97-AF65-F5344CB8AC3E}">
        <p14:creationId xmlns:p14="http://schemas.microsoft.com/office/powerpoint/2010/main" val="3344509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две колонки с заголовком блоков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1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1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1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3168547"/>
            <a:ext cx="5034916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  <a:p>
            <a:pPr lvl="0"/>
            <a:r>
              <a:rPr lang="ru-RU" dirty="0"/>
              <a:t>Абзацы отбивайте отступами, это облегчает процесс чтения и усвоения презентуемой информации.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66002-57B0-4C9C-9139-8569DE00FAA9}"/>
              </a:ext>
            </a:extLst>
          </p:cNvPr>
          <p:cNvSpPr/>
          <p:nvPr userDrawn="1"/>
        </p:nvSpPr>
        <p:spPr>
          <a:xfrm>
            <a:off x="7382803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A99603E-6866-41FD-819D-AC733F93465C}"/>
              </a:ext>
            </a:extLst>
          </p:cNvPr>
          <p:cNvCxnSpPr>
            <a:cxnSpLocks/>
          </p:cNvCxnSpPr>
          <p:nvPr userDrawn="1"/>
        </p:nvCxnSpPr>
        <p:spPr>
          <a:xfrm>
            <a:off x="7382803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B6E3D53-4511-48D9-A043-4A515BCAF523}"/>
              </a:ext>
            </a:extLst>
          </p:cNvPr>
          <p:cNvCxnSpPr>
            <a:cxnSpLocks/>
          </p:cNvCxnSpPr>
          <p:nvPr userDrawn="1"/>
        </p:nvCxnSpPr>
        <p:spPr>
          <a:xfrm>
            <a:off x="7382803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Текст 13">
            <a:extLst>
              <a:ext uri="{FF2B5EF4-FFF2-40B4-BE49-F238E27FC236}">
                <a16:creationId xmlns:a16="http://schemas.microsoft.com/office/drawing/2014/main" id="{9DFE1CBB-B2B2-43D8-9C15-8E6EB39A8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1063" y="3168547"/>
            <a:ext cx="5034916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  <a:p>
            <a:pPr lvl="0"/>
            <a:r>
              <a:rPr lang="ru-RU" dirty="0"/>
              <a:t>Лучше разбить материал на несколько слайдов, но подать крупно, аккуратно и доступно, чем скомкать все мелко на одном слайде.</a:t>
            </a:r>
          </a:p>
        </p:txBody>
      </p:sp>
      <p:sp>
        <p:nvSpPr>
          <p:cNvPr id="13" name="Текст 20">
            <a:extLst>
              <a:ext uri="{FF2B5EF4-FFF2-40B4-BE49-F238E27FC236}">
                <a16:creationId xmlns:a16="http://schemas.microsoft.com/office/drawing/2014/main" id="{AB94BA7B-3275-4195-B026-22F13AA9E7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711" y="2031412"/>
            <a:ext cx="5891436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17725374-1C82-49C6-9889-29F5E6D70E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82803" y="2017361"/>
            <a:ext cx="5891436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</p:spTree>
    <p:extLst>
      <p:ext uri="{BB962C8B-B14F-4D97-AF65-F5344CB8AC3E}">
        <p14:creationId xmlns:p14="http://schemas.microsoft.com/office/powerpoint/2010/main" val="40006455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две колонки с заголовком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1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1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1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4516103"/>
            <a:ext cx="5034916" cy="225415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66002-57B0-4C9C-9139-8569DE00FAA9}"/>
              </a:ext>
            </a:extLst>
          </p:cNvPr>
          <p:cNvSpPr/>
          <p:nvPr userDrawn="1"/>
        </p:nvSpPr>
        <p:spPr>
          <a:xfrm>
            <a:off x="7382803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A99603E-6866-41FD-819D-AC733F93465C}"/>
              </a:ext>
            </a:extLst>
          </p:cNvPr>
          <p:cNvCxnSpPr>
            <a:cxnSpLocks/>
          </p:cNvCxnSpPr>
          <p:nvPr userDrawn="1"/>
        </p:nvCxnSpPr>
        <p:spPr>
          <a:xfrm>
            <a:off x="7382803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B6E3D53-4511-48D9-A043-4A515BCAF523}"/>
              </a:ext>
            </a:extLst>
          </p:cNvPr>
          <p:cNvCxnSpPr>
            <a:cxnSpLocks/>
          </p:cNvCxnSpPr>
          <p:nvPr userDrawn="1"/>
        </p:nvCxnSpPr>
        <p:spPr>
          <a:xfrm>
            <a:off x="7382803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Текст 13">
            <a:extLst>
              <a:ext uri="{FF2B5EF4-FFF2-40B4-BE49-F238E27FC236}">
                <a16:creationId xmlns:a16="http://schemas.microsoft.com/office/drawing/2014/main" id="{9DFE1CBB-B2B2-43D8-9C15-8E6EB39A8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1063" y="4516102"/>
            <a:ext cx="5034916" cy="2254158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6E56110-8D8A-4AB9-8514-46AAE4CE75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1526" y="1444100"/>
            <a:ext cx="8303894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Подзаголовок слайда, определение или тезис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B1BBCF-DA08-49CC-9460-A16C13707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8970" y="3168547"/>
            <a:ext cx="2164080" cy="641453"/>
          </a:xfrm>
        </p:spPr>
        <p:txBody>
          <a:bodyPr>
            <a:norm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en-US" dirty="0"/>
              <a:t>100%</a:t>
            </a:r>
            <a:endParaRPr lang="ru-RU" dirty="0"/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C9A139B6-5E18-4DEB-AE70-A93258951A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971" y="3810001"/>
            <a:ext cx="5034916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факта</a:t>
            </a:r>
            <a:r>
              <a:rPr lang="en-US" dirty="0"/>
              <a:t>/</a:t>
            </a:r>
            <a:r>
              <a:rPr lang="ru-RU" dirty="0"/>
              <a:t>значение данных</a:t>
            </a:r>
          </a:p>
        </p:txBody>
      </p:sp>
      <p:sp>
        <p:nvSpPr>
          <p:cNvPr id="20" name="Текст 2">
            <a:extLst>
              <a:ext uri="{FF2B5EF4-FFF2-40B4-BE49-F238E27FC236}">
                <a16:creationId xmlns:a16="http://schemas.microsoft.com/office/drawing/2014/main" id="{F6C52269-49C6-4212-8DA9-A26A90E63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1063" y="3154496"/>
            <a:ext cx="2164080" cy="641453"/>
          </a:xfrm>
        </p:spPr>
        <p:txBody>
          <a:bodyPr>
            <a:norm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en-US" dirty="0"/>
              <a:t>100%</a:t>
            </a:r>
            <a:endParaRPr lang="ru-RU" dirty="0"/>
          </a:p>
        </p:txBody>
      </p:sp>
      <p:sp>
        <p:nvSpPr>
          <p:cNvPr id="22" name="Текст 20">
            <a:extLst>
              <a:ext uri="{FF2B5EF4-FFF2-40B4-BE49-F238E27FC236}">
                <a16:creationId xmlns:a16="http://schemas.microsoft.com/office/drawing/2014/main" id="{3BDDE8BB-F625-4993-B983-550D3CFBE1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11063" y="3795950"/>
            <a:ext cx="5034916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факта</a:t>
            </a:r>
            <a:r>
              <a:rPr lang="en-US" dirty="0"/>
              <a:t>/</a:t>
            </a:r>
            <a:r>
              <a:rPr lang="ru-RU" dirty="0"/>
              <a:t>значение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24283409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три колонки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2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2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2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6E56110-8D8A-4AB9-8514-46AAE4CE75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1526" y="1444100"/>
            <a:ext cx="8303894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Подзаголовок слайда, определение или тезис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84438DF-1AA7-44F9-B582-9304C1229DC4}"/>
              </a:ext>
            </a:extLst>
          </p:cNvPr>
          <p:cNvSpPr/>
          <p:nvPr userDrawn="1"/>
        </p:nvSpPr>
        <p:spPr>
          <a:xfrm>
            <a:off x="5246916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2555E17-1D40-423F-A4BE-CE86BCE0E2B4}"/>
              </a:ext>
            </a:extLst>
          </p:cNvPr>
          <p:cNvCxnSpPr>
            <a:cxnSpLocks/>
          </p:cNvCxnSpPr>
          <p:nvPr userDrawn="1"/>
        </p:nvCxnSpPr>
        <p:spPr>
          <a:xfrm>
            <a:off x="5246916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53DAC55-EE3E-4618-9427-6302E1479775}"/>
              </a:ext>
            </a:extLst>
          </p:cNvPr>
          <p:cNvCxnSpPr>
            <a:cxnSpLocks/>
          </p:cNvCxnSpPr>
          <p:nvPr userDrawn="1"/>
        </p:nvCxnSpPr>
        <p:spPr>
          <a:xfrm>
            <a:off x="5246916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13">
            <a:extLst>
              <a:ext uri="{FF2B5EF4-FFF2-40B4-BE49-F238E27FC236}">
                <a16:creationId xmlns:a16="http://schemas.microsoft.com/office/drawing/2014/main" id="{94E31C8C-C963-406A-8B12-A3EAEAD17E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5175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Абзацы отбивайте отступами, это облегчает процесс чтения и усвоения презентуемой информации.</a:t>
            </a:r>
          </a:p>
          <a:p>
            <a:pPr lvl="0"/>
            <a:r>
              <a:rPr lang="ru-RU" dirty="0"/>
              <a:t>Выравнивание текста лучше всего смотрится по левому краю. 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604EEFC-E6E6-4018-904A-91EE0B5C18E6}"/>
              </a:ext>
            </a:extLst>
          </p:cNvPr>
          <p:cNvSpPr/>
          <p:nvPr userDrawn="1"/>
        </p:nvSpPr>
        <p:spPr>
          <a:xfrm>
            <a:off x="9723121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C6559A3-44EF-44A4-B96D-ED006CAD50F0}"/>
              </a:ext>
            </a:extLst>
          </p:cNvPr>
          <p:cNvCxnSpPr>
            <a:cxnSpLocks/>
          </p:cNvCxnSpPr>
          <p:nvPr userDrawn="1"/>
        </p:nvCxnSpPr>
        <p:spPr>
          <a:xfrm>
            <a:off x="9723121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A53F65B-7AE1-4AFF-B635-F161818ADF12}"/>
              </a:ext>
            </a:extLst>
          </p:cNvPr>
          <p:cNvCxnSpPr>
            <a:cxnSpLocks/>
          </p:cNvCxnSpPr>
          <p:nvPr userDrawn="1"/>
        </p:nvCxnSpPr>
        <p:spPr>
          <a:xfrm>
            <a:off x="9723121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13">
            <a:extLst>
              <a:ext uri="{FF2B5EF4-FFF2-40B4-BE49-F238E27FC236}">
                <a16:creationId xmlns:a16="http://schemas.microsoft.com/office/drawing/2014/main" id="{68BACA02-514D-4042-8FEF-ECFF4A7C35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51381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</p:txBody>
      </p:sp>
    </p:spTree>
    <p:extLst>
      <p:ext uri="{BB962C8B-B14F-4D97-AF65-F5344CB8AC3E}">
        <p14:creationId xmlns:p14="http://schemas.microsoft.com/office/powerpoint/2010/main" val="11344267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три колонки с заголовками блоков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2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2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2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84438DF-1AA7-44F9-B582-9304C1229DC4}"/>
              </a:ext>
            </a:extLst>
          </p:cNvPr>
          <p:cNvSpPr/>
          <p:nvPr userDrawn="1"/>
        </p:nvSpPr>
        <p:spPr>
          <a:xfrm>
            <a:off x="5246916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2555E17-1D40-423F-A4BE-CE86BCE0E2B4}"/>
              </a:ext>
            </a:extLst>
          </p:cNvPr>
          <p:cNvCxnSpPr>
            <a:cxnSpLocks/>
          </p:cNvCxnSpPr>
          <p:nvPr userDrawn="1"/>
        </p:nvCxnSpPr>
        <p:spPr>
          <a:xfrm>
            <a:off x="5246916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53DAC55-EE3E-4618-9427-6302E1479775}"/>
              </a:ext>
            </a:extLst>
          </p:cNvPr>
          <p:cNvCxnSpPr>
            <a:cxnSpLocks/>
          </p:cNvCxnSpPr>
          <p:nvPr userDrawn="1"/>
        </p:nvCxnSpPr>
        <p:spPr>
          <a:xfrm>
            <a:off x="5246916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13">
            <a:extLst>
              <a:ext uri="{FF2B5EF4-FFF2-40B4-BE49-F238E27FC236}">
                <a16:creationId xmlns:a16="http://schemas.microsoft.com/office/drawing/2014/main" id="{94E31C8C-C963-406A-8B12-A3EAEAD17E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5175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Абзацы отбивайте отступами, это облегчает процесс чтения и усвоения презентуемой информации.</a:t>
            </a:r>
          </a:p>
          <a:p>
            <a:pPr lvl="0"/>
            <a:r>
              <a:rPr lang="ru-RU" dirty="0"/>
              <a:t>Выравнивание текста лучше всего смотрится по левому краю. 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604EEFC-E6E6-4018-904A-91EE0B5C18E6}"/>
              </a:ext>
            </a:extLst>
          </p:cNvPr>
          <p:cNvSpPr/>
          <p:nvPr userDrawn="1"/>
        </p:nvSpPr>
        <p:spPr>
          <a:xfrm>
            <a:off x="9723121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C6559A3-44EF-44A4-B96D-ED006CAD50F0}"/>
              </a:ext>
            </a:extLst>
          </p:cNvPr>
          <p:cNvCxnSpPr>
            <a:cxnSpLocks/>
          </p:cNvCxnSpPr>
          <p:nvPr userDrawn="1"/>
        </p:nvCxnSpPr>
        <p:spPr>
          <a:xfrm>
            <a:off x="9723121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A53F65B-7AE1-4AFF-B635-F161818ADF12}"/>
              </a:ext>
            </a:extLst>
          </p:cNvPr>
          <p:cNvCxnSpPr>
            <a:cxnSpLocks/>
          </p:cNvCxnSpPr>
          <p:nvPr userDrawn="1"/>
        </p:nvCxnSpPr>
        <p:spPr>
          <a:xfrm>
            <a:off x="9723121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13">
            <a:extLst>
              <a:ext uri="{FF2B5EF4-FFF2-40B4-BE49-F238E27FC236}">
                <a16:creationId xmlns:a16="http://schemas.microsoft.com/office/drawing/2014/main" id="{68BACA02-514D-4042-8FEF-ECFF4A7C35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51381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</p:txBody>
      </p:sp>
      <p:sp>
        <p:nvSpPr>
          <p:cNvPr id="16" name="Текст 20">
            <a:extLst>
              <a:ext uri="{FF2B5EF4-FFF2-40B4-BE49-F238E27FC236}">
                <a16:creationId xmlns:a16="http://schemas.microsoft.com/office/drawing/2014/main" id="{2D44F2D4-D6C4-4EDB-9FC7-D031288538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0712" y="2031412"/>
            <a:ext cx="4136569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  <p:sp>
        <p:nvSpPr>
          <p:cNvPr id="17" name="Текст 20">
            <a:extLst>
              <a:ext uri="{FF2B5EF4-FFF2-40B4-BE49-F238E27FC236}">
                <a16:creationId xmlns:a16="http://schemas.microsoft.com/office/drawing/2014/main" id="{BA13775E-BE0B-41D4-9C2D-BC9175FA18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6914" y="2035904"/>
            <a:ext cx="4136569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  <p:sp>
        <p:nvSpPr>
          <p:cNvPr id="18" name="Текст 20">
            <a:extLst>
              <a:ext uri="{FF2B5EF4-FFF2-40B4-BE49-F238E27FC236}">
                <a16:creationId xmlns:a16="http://schemas.microsoft.com/office/drawing/2014/main" id="{FF66CB12-B0B4-4FE3-AD5E-FF5FB48ED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23117" y="2031412"/>
            <a:ext cx="4136569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</p:spTree>
    <p:extLst>
      <p:ext uri="{BB962C8B-B14F-4D97-AF65-F5344CB8AC3E}">
        <p14:creationId xmlns:p14="http://schemas.microsoft.com/office/powerpoint/2010/main" val="42040684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кругленный прямоугольник 23">
            <a:extLst>
              <a:ext uri="{FF2B5EF4-FFF2-40B4-BE49-F238E27FC236}">
                <a16:creationId xmlns:a16="http://schemas.microsoft.com/office/drawing/2014/main" id="{0D7F74DD-ED7F-44D4-8F13-48C0BFE452E6}"/>
              </a:ext>
            </a:extLst>
          </p:cNvPr>
          <p:cNvSpPr/>
          <p:nvPr userDrawn="1"/>
        </p:nvSpPr>
        <p:spPr>
          <a:xfrm>
            <a:off x="6339896" y="3049283"/>
            <a:ext cx="3707648" cy="4111912"/>
          </a:xfrm>
          <a:prstGeom prst="roundRect">
            <a:avLst>
              <a:gd name="adj" fmla="val 2493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270693" dist="66509" dir="5400000" sx="97000" sy="97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Скругленный прямоугольник 23">
            <a:extLst>
              <a:ext uri="{FF2B5EF4-FFF2-40B4-BE49-F238E27FC236}">
                <a16:creationId xmlns:a16="http://schemas.microsoft.com/office/drawing/2014/main" id="{5AA094F2-57C9-4BF3-9740-48A3DF8738C5}"/>
              </a:ext>
            </a:extLst>
          </p:cNvPr>
          <p:cNvSpPr/>
          <p:nvPr userDrawn="1"/>
        </p:nvSpPr>
        <p:spPr>
          <a:xfrm>
            <a:off x="899521" y="2113708"/>
            <a:ext cx="4334531" cy="5047487"/>
          </a:xfrm>
          <a:prstGeom prst="roundRect">
            <a:avLst>
              <a:gd name="adj" fmla="val 2493"/>
            </a:avLst>
          </a:prstGeom>
          <a:solidFill>
            <a:srgbClr val="002855"/>
          </a:solidFill>
          <a:ln w="19050">
            <a:solidFill>
              <a:srgbClr val="FE5000"/>
            </a:solidFill>
          </a:ln>
          <a:effectLst>
            <a:outerShdw blurRad="266700" dist="50800" dir="5400000" algn="ctr" rotWithShape="0">
              <a:srgbClr val="FE5000">
                <a:alpha val="4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Скругленный прямоугольник 23">
            <a:extLst>
              <a:ext uri="{FF2B5EF4-FFF2-40B4-BE49-F238E27FC236}">
                <a16:creationId xmlns:a16="http://schemas.microsoft.com/office/drawing/2014/main" id="{BCF3987C-C58C-4743-AE53-63D29065CCB0}"/>
              </a:ext>
            </a:extLst>
          </p:cNvPr>
          <p:cNvSpPr/>
          <p:nvPr userDrawn="1"/>
        </p:nvSpPr>
        <p:spPr>
          <a:xfrm>
            <a:off x="10394412" y="3049283"/>
            <a:ext cx="3707648" cy="4111912"/>
          </a:xfrm>
          <a:prstGeom prst="roundRect">
            <a:avLst>
              <a:gd name="adj" fmla="val 2493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270693" dist="66509" dir="5400000" sx="97000" sy="97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61" name="Текст 20">
            <a:extLst>
              <a:ext uri="{FF2B5EF4-FFF2-40B4-BE49-F238E27FC236}">
                <a16:creationId xmlns:a16="http://schemas.microsoft.com/office/drawing/2014/main" id="{D3BCB6CE-4817-41EF-AE1C-7B20AE3F62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32932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F6B43834-B0F1-4A8E-A930-72FD5A1AF5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231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D0F5394A-FDA8-4E7F-BDBD-36C2B4487B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2934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4" name="Текст 20">
            <a:extLst>
              <a:ext uri="{FF2B5EF4-FFF2-40B4-BE49-F238E27FC236}">
                <a16:creationId xmlns:a16="http://schemas.microsoft.com/office/drawing/2014/main" id="{AD599223-AFA2-464D-9412-209E715E0C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2932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AE48472A-0722-467C-AA40-79EB95350A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7338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7" name="Текст 20">
            <a:extLst>
              <a:ext uri="{FF2B5EF4-FFF2-40B4-BE49-F238E27FC236}">
                <a16:creationId xmlns:a16="http://schemas.microsoft.com/office/drawing/2014/main" id="{8022019A-44CA-4FF2-B371-B92456224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74637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8B3BC509-033F-48A8-9FED-D0B128658C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67340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C4DEA0AD-48C3-4D42-A946-6945FFAE52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7338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95B40076-5550-4C73-AAC7-F65559C483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4289" y="3240910"/>
            <a:ext cx="3729930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2" name="Текст 20">
            <a:extLst>
              <a:ext uri="{FF2B5EF4-FFF2-40B4-BE49-F238E27FC236}">
                <a16:creationId xmlns:a16="http://schemas.microsoft.com/office/drawing/2014/main" id="{126F2EE1-2CD8-46D5-9E88-4A622849C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4287" y="2178628"/>
            <a:ext cx="3729930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3" name="Текст 20">
            <a:extLst>
              <a:ext uri="{FF2B5EF4-FFF2-40B4-BE49-F238E27FC236}">
                <a16:creationId xmlns:a16="http://schemas.microsoft.com/office/drawing/2014/main" id="{31A733CE-43F5-49D4-BB1E-6BDF31A290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4286" y="4120014"/>
            <a:ext cx="3564469" cy="8214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13BFE8B7-E88F-4231-A4C3-45DC8AF974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4285" y="5386208"/>
            <a:ext cx="3729930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15594694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3">
            <a:extLst>
              <a:ext uri="{FF2B5EF4-FFF2-40B4-BE49-F238E27FC236}">
                <a16:creationId xmlns:a16="http://schemas.microsoft.com/office/drawing/2014/main" id="{DFBE42B3-BEDD-44A0-AE72-315CF3EEE6FF}"/>
              </a:ext>
            </a:extLst>
          </p:cNvPr>
          <p:cNvSpPr/>
          <p:nvPr userDrawn="1"/>
        </p:nvSpPr>
        <p:spPr>
          <a:xfrm>
            <a:off x="10390719" y="3049283"/>
            <a:ext cx="3707648" cy="4111912"/>
          </a:xfrm>
          <a:prstGeom prst="roundRect">
            <a:avLst>
              <a:gd name="adj" fmla="val 2312"/>
            </a:avLst>
          </a:prstGeom>
          <a:solidFill>
            <a:srgbClr val="002855"/>
          </a:solidFill>
          <a:ln w="19050">
            <a:solidFill>
              <a:schemeClr val="bg1">
                <a:alpha val="3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Скругленный прямоугольник 23">
            <a:extLst>
              <a:ext uri="{FF2B5EF4-FFF2-40B4-BE49-F238E27FC236}">
                <a16:creationId xmlns:a16="http://schemas.microsoft.com/office/drawing/2014/main" id="{9DE907B4-3E83-4063-9601-49D134F5B406}"/>
              </a:ext>
            </a:extLst>
          </p:cNvPr>
          <p:cNvSpPr/>
          <p:nvPr userDrawn="1"/>
        </p:nvSpPr>
        <p:spPr>
          <a:xfrm>
            <a:off x="6339896" y="3049283"/>
            <a:ext cx="3707648" cy="4111912"/>
          </a:xfrm>
          <a:prstGeom prst="roundRect">
            <a:avLst>
              <a:gd name="adj" fmla="val 2312"/>
            </a:avLst>
          </a:prstGeom>
          <a:solidFill>
            <a:srgbClr val="002855"/>
          </a:solidFill>
          <a:ln w="19050">
            <a:solidFill>
              <a:schemeClr val="bg1">
                <a:alpha val="3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Скругленный прямоугольник 23">
            <a:extLst>
              <a:ext uri="{FF2B5EF4-FFF2-40B4-BE49-F238E27FC236}">
                <a16:creationId xmlns:a16="http://schemas.microsoft.com/office/drawing/2014/main" id="{53236F1F-1134-4BE9-BA94-7265C276AF58}"/>
              </a:ext>
            </a:extLst>
          </p:cNvPr>
          <p:cNvSpPr/>
          <p:nvPr userDrawn="1"/>
        </p:nvSpPr>
        <p:spPr>
          <a:xfrm>
            <a:off x="899521" y="2113708"/>
            <a:ext cx="4334531" cy="5047487"/>
          </a:xfrm>
          <a:prstGeom prst="roundRect">
            <a:avLst>
              <a:gd name="adj" fmla="val 2637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61" name="Текст 20">
            <a:extLst>
              <a:ext uri="{FF2B5EF4-FFF2-40B4-BE49-F238E27FC236}">
                <a16:creationId xmlns:a16="http://schemas.microsoft.com/office/drawing/2014/main" id="{D3BCB6CE-4817-41EF-AE1C-7B20AE3F62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32932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F6B43834-B0F1-4A8E-A930-72FD5A1AF5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231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D0F5394A-FDA8-4E7F-BDBD-36C2B4487B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2934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4" name="Текст 20">
            <a:extLst>
              <a:ext uri="{FF2B5EF4-FFF2-40B4-BE49-F238E27FC236}">
                <a16:creationId xmlns:a16="http://schemas.microsoft.com/office/drawing/2014/main" id="{AD599223-AFA2-464D-9412-209E715E0C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2932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AE48472A-0722-467C-AA40-79EB95350A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7338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7" name="Текст 20">
            <a:extLst>
              <a:ext uri="{FF2B5EF4-FFF2-40B4-BE49-F238E27FC236}">
                <a16:creationId xmlns:a16="http://schemas.microsoft.com/office/drawing/2014/main" id="{8022019A-44CA-4FF2-B371-B92456224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74637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8B3BC509-033F-48A8-9FED-D0B128658C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67340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C4DEA0AD-48C3-4D42-A946-6945FFAE52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7338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E9AE7342-7D24-4AB5-9521-09C5A4A02F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4289" y="3240910"/>
            <a:ext cx="3729930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64D82598-76D7-4A83-9551-D7B9785A93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4287" y="2178628"/>
            <a:ext cx="3729930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536A4110-CC88-4AEA-8E59-235D684B61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4286" y="4120014"/>
            <a:ext cx="3564469" cy="8214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29F83FF8-2A92-4522-A034-3451352B37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4285" y="5386208"/>
            <a:ext cx="3729930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37655433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блока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42" name="Скругленный прямоугольник 23">
            <a:extLst>
              <a:ext uri="{FF2B5EF4-FFF2-40B4-BE49-F238E27FC236}">
                <a16:creationId xmlns:a16="http://schemas.microsoft.com/office/drawing/2014/main" id="{0923F542-DADA-4B97-AECF-356B46AC11EE}"/>
              </a:ext>
            </a:extLst>
          </p:cNvPr>
          <p:cNvSpPr/>
          <p:nvPr userDrawn="1"/>
        </p:nvSpPr>
        <p:spPr>
          <a:xfrm>
            <a:off x="6339896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Скругленный прямоугольник 23">
            <a:extLst>
              <a:ext uri="{FF2B5EF4-FFF2-40B4-BE49-F238E27FC236}">
                <a16:creationId xmlns:a16="http://schemas.microsoft.com/office/drawing/2014/main" id="{CFC0CF5C-022D-4078-9C1F-EAE3D34E2A81}"/>
              </a:ext>
            </a:extLst>
          </p:cNvPr>
          <p:cNvSpPr/>
          <p:nvPr userDrawn="1"/>
        </p:nvSpPr>
        <p:spPr>
          <a:xfrm>
            <a:off x="967065" y="2113708"/>
            <a:ext cx="4334531" cy="5047487"/>
          </a:xfrm>
          <a:prstGeom prst="roundRect">
            <a:avLst>
              <a:gd name="adj" fmla="val 2493"/>
            </a:avLst>
          </a:prstGeom>
          <a:solidFill>
            <a:schemeClr val="bg1"/>
          </a:solidFill>
          <a:ln w="28575">
            <a:solidFill>
              <a:srgbClr val="FE5000"/>
            </a:solidFill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Текст 20">
            <a:extLst>
              <a:ext uri="{FF2B5EF4-FFF2-40B4-BE49-F238E27FC236}">
                <a16:creationId xmlns:a16="http://schemas.microsoft.com/office/drawing/2014/main" id="{42593E62-0409-4251-BCE3-658B36B598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8460" y="3240910"/>
            <a:ext cx="3514612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8" name="Текст 20">
            <a:extLst>
              <a:ext uri="{FF2B5EF4-FFF2-40B4-BE49-F238E27FC236}">
                <a16:creationId xmlns:a16="http://schemas.microsoft.com/office/drawing/2014/main" id="{9CFB07BF-F90F-4631-802B-626153B015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8459" y="2178628"/>
            <a:ext cx="3514612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59" name="Текст 20">
            <a:extLst>
              <a:ext uri="{FF2B5EF4-FFF2-40B4-BE49-F238E27FC236}">
                <a16:creationId xmlns:a16="http://schemas.microsoft.com/office/drawing/2014/main" id="{477D629A-E2D0-4CB2-B1DF-11E710BEFF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8458" y="4120014"/>
            <a:ext cx="3514612" cy="821428"/>
          </a:xfrm>
        </p:spPr>
        <p:txBody>
          <a:bodyPr>
            <a:noAutofit/>
          </a:bodyPr>
          <a:lstStyle>
            <a:lvl1pPr>
              <a:defRPr sz="240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0" name="Текст 20">
            <a:extLst>
              <a:ext uri="{FF2B5EF4-FFF2-40B4-BE49-F238E27FC236}">
                <a16:creationId xmlns:a16="http://schemas.microsoft.com/office/drawing/2014/main" id="{94B7C139-44F6-4E4B-97CA-F330A309DF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8456" y="5386208"/>
            <a:ext cx="3514612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1" name="Текст 20">
            <a:extLst>
              <a:ext uri="{FF2B5EF4-FFF2-40B4-BE49-F238E27FC236}">
                <a16:creationId xmlns:a16="http://schemas.microsoft.com/office/drawing/2014/main" id="{D3BCB6CE-4817-41EF-AE1C-7B20AE3F62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32932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F6B43834-B0F1-4A8E-A930-72FD5A1AF5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231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D0F5394A-FDA8-4E7F-BDBD-36C2B4487B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2934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4" name="Текст 20">
            <a:extLst>
              <a:ext uri="{FF2B5EF4-FFF2-40B4-BE49-F238E27FC236}">
                <a16:creationId xmlns:a16="http://schemas.microsoft.com/office/drawing/2014/main" id="{AD599223-AFA2-464D-9412-209E715E0C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2932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5" name="Скругленный прямоугольник 23">
            <a:extLst>
              <a:ext uri="{FF2B5EF4-FFF2-40B4-BE49-F238E27FC236}">
                <a16:creationId xmlns:a16="http://schemas.microsoft.com/office/drawing/2014/main" id="{D9D7F83F-0970-44BF-BF16-806959A09505}"/>
              </a:ext>
            </a:extLst>
          </p:cNvPr>
          <p:cNvSpPr/>
          <p:nvPr userDrawn="1"/>
        </p:nvSpPr>
        <p:spPr>
          <a:xfrm>
            <a:off x="10374302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AE48472A-0722-467C-AA40-79EB95350A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7338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7" name="Текст 20">
            <a:extLst>
              <a:ext uri="{FF2B5EF4-FFF2-40B4-BE49-F238E27FC236}">
                <a16:creationId xmlns:a16="http://schemas.microsoft.com/office/drawing/2014/main" id="{8022019A-44CA-4FF2-B371-B92456224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74637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8B3BC509-033F-48A8-9FED-D0B128658C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67340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C4DEA0AD-48C3-4D42-A946-6945FFAE52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7338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150498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ри блока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42" name="Скругленный прямоугольник 23">
            <a:extLst>
              <a:ext uri="{FF2B5EF4-FFF2-40B4-BE49-F238E27FC236}">
                <a16:creationId xmlns:a16="http://schemas.microsoft.com/office/drawing/2014/main" id="{0923F542-DADA-4B97-AECF-356B46AC11EE}"/>
              </a:ext>
            </a:extLst>
          </p:cNvPr>
          <p:cNvSpPr/>
          <p:nvPr userDrawn="1"/>
        </p:nvSpPr>
        <p:spPr>
          <a:xfrm>
            <a:off x="6339896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Скругленный прямоугольник 23">
            <a:extLst>
              <a:ext uri="{FF2B5EF4-FFF2-40B4-BE49-F238E27FC236}">
                <a16:creationId xmlns:a16="http://schemas.microsoft.com/office/drawing/2014/main" id="{CFC0CF5C-022D-4078-9C1F-EAE3D34E2A81}"/>
              </a:ext>
            </a:extLst>
          </p:cNvPr>
          <p:cNvSpPr/>
          <p:nvPr userDrawn="1"/>
        </p:nvSpPr>
        <p:spPr>
          <a:xfrm>
            <a:off x="967065" y="2113708"/>
            <a:ext cx="4334531" cy="5047487"/>
          </a:xfrm>
          <a:prstGeom prst="roundRect">
            <a:avLst>
              <a:gd name="adj" fmla="val 2493"/>
            </a:avLst>
          </a:prstGeom>
          <a:solidFill>
            <a:srgbClr val="002855"/>
          </a:solidFill>
          <a:ln w="28575"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Текст 20">
            <a:extLst>
              <a:ext uri="{FF2B5EF4-FFF2-40B4-BE49-F238E27FC236}">
                <a16:creationId xmlns:a16="http://schemas.microsoft.com/office/drawing/2014/main" id="{42593E62-0409-4251-BCE3-658B36B598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8460" y="3240910"/>
            <a:ext cx="3514612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8" name="Текст 20">
            <a:extLst>
              <a:ext uri="{FF2B5EF4-FFF2-40B4-BE49-F238E27FC236}">
                <a16:creationId xmlns:a16="http://schemas.microsoft.com/office/drawing/2014/main" id="{9CFB07BF-F90F-4631-802B-626153B015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8459" y="2178628"/>
            <a:ext cx="3514612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59" name="Текст 20">
            <a:extLst>
              <a:ext uri="{FF2B5EF4-FFF2-40B4-BE49-F238E27FC236}">
                <a16:creationId xmlns:a16="http://schemas.microsoft.com/office/drawing/2014/main" id="{477D629A-E2D0-4CB2-B1DF-11E710BEFF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8458" y="4120014"/>
            <a:ext cx="3514612" cy="8214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0" name="Текст 20">
            <a:extLst>
              <a:ext uri="{FF2B5EF4-FFF2-40B4-BE49-F238E27FC236}">
                <a16:creationId xmlns:a16="http://schemas.microsoft.com/office/drawing/2014/main" id="{94B7C139-44F6-4E4B-97CA-F330A309DF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8456" y="5386208"/>
            <a:ext cx="3514612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1" name="Текст 20">
            <a:extLst>
              <a:ext uri="{FF2B5EF4-FFF2-40B4-BE49-F238E27FC236}">
                <a16:creationId xmlns:a16="http://schemas.microsoft.com/office/drawing/2014/main" id="{D3BCB6CE-4817-41EF-AE1C-7B20AE3F62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32932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F6B43834-B0F1-4A8E-A930-72FD5A1AF5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231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D0F5394A-FDA8-4E7F-BDBD-36C2B4487B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2934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4" name="Текст 20">
            <a:extLst>
              <a:ext uri="{FF2B5EF4-FFF2-40B4-BE49-F238E27FC236}">
                <a16:creationId xmlns:a16="http://schemas.microsoft.com/office/drawing/2014/main" id="{AD599223-AFA2-464D-9412-209E715E0C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2932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5" name="Скругленный прямоугольник 23">
            <a:extLst>
              <a:ext uri="{FF2B5EF4-FFF2-40B4-BE49-F238E27FC236}">
                <a16:creationId xmlns:a16="http://schemas.microsoft.com/office/drawing/2014/main" id="{D9D7F83F-0970-44BF-BF16-806959A09505}"/>
              </a:ext>
            </a:extLst>
          </p:cNvPr>
          <p:cNvSpPr/>
          <p:nvPr userDrawn="1"/>
        </p:nvSpPr>
        <p:spPr>
          <a:xfrm>
            <a:off x="10374302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AE48472A-0722-467C-AA40-79EB95350A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7338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7" name="Текст 20">
            <a:extLst>
              <a:ext uri="{FF2B5EF4-FFF2-40B4-BE49-F238E27FC236}">
                <a16:creationId xmlns:a16="http://schemas.microsoft.com/office/drawing/2014/main" id="{8022019A-44CA-4FF2-B371-B92456224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74637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8B3BC509-033F-48A8-9FED-D0B128658C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67340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C4DEA0AD-48C3-4D42-A946-6945FFAE52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7338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30562761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22" name="Скругленный прямоугольник 23">
            <a:extLst>
              <a:ext uri="{FF2B5EF4-FFF2-40B4-BE49-F238E27FC236}">
                <a16:creationId xmlns:a16="http://schemas.microsoft.com/office/drawing/2014/main" id="{AA1EBF81-1B7E-4EEB-93D9-45A94DEB3CDC}"/>
              </a:ext>
            </a:extLst>
          </p:cNvPr>
          <p:cNvSpPr/>
          <p:nvPr userDrawn="1"/>
        </p:nvSpPr>
        <p:spPr>
          <a:xfrm>
            <a:off x="890227" y="3049283"/>
            <a:ext cx="3707648" cy="4111912"/>
          </a:xfrm>
          <a:prstGeom prst="roundRect">
            <a:avLst>
              <a:gd name="adj" fmla="val 2877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C79DFAC8-BFFF-4F07-B400-E3870D7AB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325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AA2535C1-A180-4C35-A26C-EDC3C982EF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96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BCA7E291-E219-40BF-B87B-76F060F8DB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595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28" name="Скругленный прямоугольник 23">
            <a:extLst>
              <a:ext uri="{FF2B5EF4-FFF2-40B4-BE49-F238E27FC236}">
                <a16:creationId xmlns:a16="http://schemas.microsoft.com/office/drawing/2014/main" id="{688F8EFF-E4B8-43F5-90BF-AE034C586431}"/>
              </a:ext>
            </a:extLst>
          </p:cNvPr>
          <p:cNvSpPr/>
          <p:nvPr userDrawn="1"/>
        </p:nvSpPr>
        <p:spPr>
          <a:xfrm>
            <a:off x="4936447" y="3049283"/>
            <a:ext cx="3707648" cy="4111912"/>
          </a:xfrm>
          <a:prstGeom prst="roundRect">
            <a:avLst>
              <a:gd name="adj" fmla="val 2877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Текст 20">
            <a:extLst>
              <a:ext uri="{FF2B5EF4-FFF2-40B4-BE49-F238E27FC236}">
                <a16:creationId xmlns:a16="http://schemas.microsoft.com/office/drawing/2014/main" id="{95DA5982-D5F8-4BA0-BB9B-06C1076EBA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947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084A926E-7AB5-401B-9DC5-A84BA4A7C2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4218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1" name="Текст 20">
            <a:extLst>
              <a:ext uri="{FF2B5EF4-FFF2-40B4-BE49-F238E27FC236}">
                <a16:creationId xmlns:a16="http://schemas.microsoft.com/office/drawing/2014/main" id="{259F404C-3F58-4328-A54A-54FE124AB9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4217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2" name="Скругленный прямоугольник 23">
            <a:extLst>
              <a:ext uri="{FF2B5EF4-FFF2-40B4-BE49-F238E27FC236}">
                <a16:creationId xmlns:a16="http://schemas.microsoft.com/office/drawing/2014/main" id="{225086B6-6ADA-4379-B6EC-E1BF896C3375}"/>
              </a:ext>
            </a:extLst>
          </p:cNvPr>
          <p:cNvSpPr/>
          <p:nvPr userDrawn="1"/>
        </p:nvSpPr>
        <p:spPr>
          <a:xfrm>
            <a:off x="8982667" y="3049283"/>
            <a:ext cx="3707648" cy="4111912"/>
          </a:xfrm>
          <a:prstGeom prst="roundRect">
            <a:avLst>
              <a:gd name="adj" fmla="val 2877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C1E8D5CE-94C7-4306-840D-9D16D7D68E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569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4" name="Текст 20">
            <a:extLst>
              <a:ext uri="{FF2B5EF4-FFF2-40B4-BE49-F238E27FC236}">
                <a16:creationId xmlns:a16="http://schemas.microsoft.com/office/drawing/2014/main" id="{08A4DA56-9402-42DE-A3B6-86F579DE35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8840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8839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32307678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23">
            <a:extLst>
              <a:ext uri="{FF2B5EF4-FFF2-40B4-BE49-F238E27FC236}">
                <a16:creationId xmlns:a16="http://schemas.microsoft.com/office/drawing/2014/main" id="{6491520F-B8F9-45F0-B815-D6111F623E8F}"/>
              </a:ext>
            </a:extLst>
          </p:cNvPr>
          <p:cNvSpPr/>
          <p:nvPr userDrawn="1"/>
        </p:nvSpPr>
        <p:spPr>
          <a:xfrm>
            <a:off x="890227" y="3049283"/>
            <a:ext cx="3707648" cy="4111912"/>
          </a:xfrm>
          <a:prstGeom prst="roundRect">
            <a:avLst>
              <a:gd name="adj" fmla="val 2493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Скругленный прямоугольник 23">
            <a:extLst>
              <a:ext uri="{FF2B5EF4-FFF2-40B4-BE49-F238E27FC236}">
                <a16:creationId xmlns:a16="http://schemas.microsoft.com/office/drawing/2014/main" id="{AFF00A93-0A42-461C-80C1-4D6569155046}"/>
              </a:ext>
            </a:extLst>
          </p:cNvPr>
          <p:cNvSpPr/>
          <p:nvPr userDrawn="1"/>
        </p:nvSpPr>
        <p:spPr>
          <a:xfrm>
            <a:off x="8982667" y="3049283"/>
            <a:ext cx="3707648" cy="4111912"/>
          </a:xfrm>
          <a:prstGeom prst="roundRect">
            <a:avLst>
              <a:gd name="adj" fmla="val 2493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C79DFAC8-BFFF-4F07-B400-E3870D7AB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325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AA2535C1-A180-4C35-A26C-EDC3C982EF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96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BCA7E291-E219-40BF-B87B-76F060F8DB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595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28" name="Скругленный прямоугольник 23">
            <a:extLst>
              <a:ext uri="{FF2B5EF4-FFF2-40B4-BE49-F238E27FC236}">
                <a16:creationId xmlns:a16="http://schemas.microsoft.com/office/drawing/2014/main" id="{688F8EFF-E4B8-43F5-90BF-AE034C586431}"/>
              </a:ext>
            </a:extLst>
          </p:cNvPr>
          <p:cNvSpPr/>
          <p:nvPr userDrawn="1"/>
        </p:nvSpPr>
        <p:spPr>
          <a:xfrm>
            <a:off x="4936447" y="3049283"/>
            <a:ext cx="3707648" cy="4111912"/>
          </a:xfrm>
          <a:prstGeom prst="roundRect">
            <a:avLst>
              <a:gd name="adj" fmla="val 2877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Текст 20">
            <a:extLst>
              <a:ext uri="{FF2B5EF4-FFF2-40B4-BE49-F238E27FC236}">
                <a16:creationId xmlns:a16="http://schemas.microsoft.com/office/drawing/2014/main" id="{95DA5982-D5F8-4BA0-BB9B-06C1076EBA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947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084A926E-7AB5-401B-9DC5-A84BA4A7C2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4218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1" name="Текст 20">
            <a:extLst>
              <a:ext uri="{FF2B5EF4-FFF2-40B4-BE49-F238E27FC236}">
                <a16:creationId xmlns:a16="http://schemas.microsoft.com/office/drawing/2014/main" id="{259F404C-3F58-4328-A54A-54FE124AB9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4217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C1E8D5CE-94C7-4306-840D-9D16D7D68E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569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4" name="Текст 20">
            <a:extLst>
              <a:ext uri="{FF2B5EF4-FFF2-40B4-BE49-F238E27FC236}">
                <a16:creationId xmlns:a16="http://schemas.microsoft.com/office/drawing/2014/main" id="{08A4DA56-9402-42DE-A3B6-86F579DE35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8840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8839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26097229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23">
            <a:extLst>
              <a:ext uri="{FF2B5EF4-FFF2-40B4-BE49-F238E27FC236}">
                <a16:creationId xmlns:a16="http://schemas.microsoft.com/office/drawing/2014/main" id="{2C4BA232-81E0-4F86-9328-59E4EF0D4FE4}"/>
              </a:ext>
            </a:extLst>
          </p:cNvPr>
          <p:cNvSpPr/>
          <p:nvPr userDrawn="1"/>
        </p:nvSpPr>
        <p:spPr>
          <a:xfrm>
            <a:off x="862191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Скругленный прямоугольник 23">
            <a:extLst>
              <a:ext uri="{FF2B5EF4-FFF2-40B4-BE49-F238E27FC236}">
                <a16:creationId xmlns:a16="http://schemas.microsoft.com/office/drawing/2014/main" id="{DCBB27B5-9172-48C0-AC25-1E3E599A4611}"/>
              </a:ext>
            </a:extLst>
          </p:cNvPr>
          <p:cNvSpPr/>
          <p:nvPr userDrawn="1"/>
        </p:nvSpPr>
        <p:spPr>
          <a:xfrm>
            <a:off x="4936447" y="3049282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Скругленный прямоугольник 23">
            <a:extLst>
              <a:ext uri="{FF2B5EF4-FFF2-40B4-BE49-F238E27FC236}">
                <a16:creationId xmlns:a16="http://schemas.microsoft.com/office/drawing/2014/main" id="{3A4054B0-A1B7-4AFB-9C20-983FC6A529A3}"/>
              </a:ext>
            </a:extLst>
          </p:cNvPr>
          <p:cNvSpPr/>
          <p:nvPr userDrawn="1"/>
        </p:nvSpPr>
        <p:spPr>
          <a:xfrm>
            <a:off x="8982667" y="3017688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C79DFAC8-BFFF-4F07-B400-E3870D7AB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325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AA2535C1-A180-4C35-A26C-EDC3C982EF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96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BCA7E291-E219-40BF-B87B-76F060F8DB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595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29" name="Текст 20">
            <a:extLst>
              <a:ext uri="{FF2B5EF4-FFF2-40B4-BE49-F238E27FC236}">
                <a16:creationId xmlns:a16="http://schemas.microsoft.com/office/drawing/2014/main" id="{95DA5982-D5F8-4BA0-BB9B-06C1076EBA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947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084A926E-7AB5-401B-9DC5-A84BA4A7C2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4218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1" name="Текст 20">
            <a:extLst>
              <a:ext uri="{FF2B5EF4-FFF2-40B4-BE49-F238E27FC236}">
                <a16:creationId xmlns:a16="http://schemas.microsoft.com/office/drawing/2014/main" id="{259F404C-3F58-4328-A54A-54FE124AB9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4217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C1E8D5CE-94C7-4306-840D-9D16D7D68E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569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4" name="Текст 20">
            <a:extLst>
              <a:ext uri="{FF2B5EF4-FFF2-40B4-BE49-F238E27FC236}">
                <a16:creationId xmlns:a16="http://schemas.microsoft.com/office/drawing/2014/main" id="{08A4DA56-9402-42DE-A3B6-86F579DE35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8840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8839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1089604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5" name="Скругленный прямоугольник 23">
            <a:extLst>
              <a:ext uri="{FF2B5EF4-FFF2-40B4-BE49-F238E27FC236}">
                <a16:creationId xmlns:a16="http://schemas.microsoft.com/office/drawing/2014/main" id="{F0DF76DD-F5AF-4814-8BB1-E2A61238B747}"/>
              </a:ext>
            </a:extLst>
          </p:cNvPr>
          <p:cNvSpPr/>
          <p:nvPr userDrawn="1"/>
        </p:nvSpPr>
        <p:spPr>
          <a:xfrm>
            <a:off x="6115050" y="2113709"/>
            <a:ext cx="7133164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Скругленный прямоугольник 23">
            <a:extLst>
              <a:ext uri="{FF2B5EF4-FFF2-40B4-BE49-F238E27FC236}">
                <a16:creationId xmlns:a16="http://schemas.microsoft.com/office/drawing/2014/main" id="{01ED11D3-3CB7-4828-BDF3-A7BE1A970C81}"/>
              </a:ext>
            </a:extLst>
          </p:cNvPr>
          <p:cNvSpPr/>
          <p:nvPr userDrawn="1"/>
        </p:nvSpPr>
        <p:spPr>
          <a:xfrm>
            <a:off x="899521" y="2113709"/>
            <a:ext cx="4334531" cy="5023483"/>
          </a:xfrm>
          <a:prstGeom prst="roundRect">
            <a:avLst>
              <a:gd name="adj" fmla="val 2227"/>
            </a:avLst>
          </a:prstGeom>
          <a:solidFill>
            <a:srgbClr val="002855"/>
          </a:solidFill>
          <a:ln w="19050">
            <a:solidFill>
              <a:srgbClr val="003F86"/>
            </a:solidFill>
          </a:ln>
          <a:effectLst>
            <a:outerShdw blurRad="266700" dist="50800" dir="5400000" algn="ctr" rotWithShape="0">
              <a:srgbClr val="003F86">
                <a:alpha val="4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2739" y="2363733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BEBBF2DE-372B-42E8-BBAC-C37E17CFB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9639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87A51E47-DC32-47A3-B221-3A278E0A3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19639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8" name="Скругленный прямоугольник 23">
            <a:extLst>
              <a:ext uri="{FF2B5EF4-FFF2-40B4-BE49-F238E27FC236}">
                <a16:creationId xmlns:a16="http://schemas.microsoft.com/office/drawing/2014/main" id="{CB298125-CA0D-4A83-A997-64345117CD55}"/>
              </a:ext>
            </a:extLst>
          </p:cNvPr>
          <p:cNvSpPr/>
          <p:nvPr userDrawn="1"/>
        </p:nvSpPr>
        <p:spPr>
          <a:xfrm>
            <a:off x="6115050" y="3892880"/>
            <a:ext cx="7133164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62739" y="4142904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3F84DC43-7382-4591-953A-BFBDC741EE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19639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21CD894D-A89C-4083-AA5B-153EA3B9BD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9639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2" name="Скругленный прямоугольник 23">
            <a:extLst>
              <a:ext uri="{FF2B5EF4-FFF2-40B4-BE49-F238E27FC236}">
                <a16:creationId xmlns:a16="http://schemas.microsoft.com/office/drawing/2014/main" id="{8BDA4396-D688-4F89-B4DB-71CF80E62A47}"/>
              </a:ext>
            </a:extLst>
          </p:cNvPr>
          <p:cNvSpPr/>
          <p:nvPr userDrawn="1"/>
        </p:nvSpPr>
        <p:spPr>
          <a:xfrm>
            <a:off x="6115050" y="5665411"/>
            <a:ext cx="7133164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62739" y="5915435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12E7CEFE-3DB6-491C-B0CA-E75CBB8EDF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19639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200697D2-13A4-44AA-AB8C-ACD4F632CD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9639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9" name="Текст 20">
            <a:extLst>
              <a:ext uri="{FF2B5EF4-FFF2-40B4-BE49-F238E27FC236}">
                <a16:creationId xmlns:a16="http://schemas.microsoft.com/office/drawing/2014/main" id="{B9B36048-6E38-476F-BD43-8F844E29DA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4289" y="3240910"/>
            <a:ext cx="3729930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0" name="Текст 20">
            <a:extLst>
              <a:ext uri="{FF2B5EF4-FFF2-40B4-BE49-F238E27FC236}">
                <a16:creationId xmlns:a16="http://schemas.microsoft.com/office/drawing/2014/main" id="{05D50AFD-52AD-4D97-B7A7-6E9AAC83F7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4287" y="2178628"/>
            <a:ext cx="3729930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51" name="Текст 20">
            <a:extLst>
              <a:ext uri="{FF2B5EF4-FFF2-40B4-BE49-F238E27FC236}">
                <a16:creationId xmlns:a16="http://schemas.microsoft.com/office/drawing/2014/main" id="{776D4078-8756-4F90-BA7F-FBA2C7CC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4286" y="4120014"/>
            <a:ext cx="3564469" cy="8214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52" name="Текст 20">
            <a:extLst>
              <a:ext uri="{FF2B5EF4-FFF2-40B4-BE49-F238E27FC236}">
                <a16:creationId xmlns:a16="http://schemas.microsoft.com/office/drawing/2014/main" id="{756639B4-141A-48F1-86D4-B05150684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4285" y="5386208"/>
            <a:ext cx="3729930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34292840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3">
            <a:extLst>
              <a:ext uri="{FF2B5EF4-FFF2-40B4-BE49-F238E27FC236}">
                <a16:creationId xmlns:a16="http://schemas.microsoft.com/office/drawing/2014/main" id="{6882FF1D-956F-4E78-AB4F-8AAF0277B5B0}"/>
              </a:ext>
            </a:extLst>
          </p:cNvPr>
          <p:cNvSpPr/>
          <p:nvPr userDrawn="1"/>
        </p:nvSpPr>
        <p:spPr>
          <a:xfrm>
            <a:off x="770712" y="2113709"/>
            <a:ext cx="4463340" cy="5023482"/>
          </a:xfrm>
          <a:prstGeom prst="roundRect">
            <a:avLst>
              <a:gd name="adj" fmla="val 2290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sp>
        <p:nvSpPr>
          <p:cNvPr id="22" name="Скругленный прямоугольник 23">
            <a:extLst>
              <a:ext uri="{FF2B5EF4-FFF2-40B4-BE49-F238E27FC236}">
                <a16:creationId xmlns:a16="http://schemas.microsoft.com/office/drawing/2014/main" id="{40D8C401-4F8C-49EF-8AA9-0403A2615E1E}"/>
              </a:ext>
            </a:extLst>
          </p:cNvPr>
          <p:cNvSpPr/>
          <p:nvPr userDrawn="1"/>
        </p:nvSpPr>
        <p:spPr>
          <a:xfrm>
            <a:off x="6115050" y="2113710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B9D689E0-A032-4961-B265-68A4E26DE32E}"/>
              </a:ext>
            </a:extLst>
          </p:cNvPr>
          <p:cNvSpPr/>
          <p:nvPr userDrawn="1"/>
        </p:nvSpPr>
        <p:spPr>
          <a:xfrm>
            <a:off x="6115050" y="3892880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Скругленный прямоугольник 23">
            <a:extLst>
              <a:ext uri="{FF2B5EF4-FFF2-40B4-BE49-F238E27FC236}">
                <a16:creationId xmlns:a16="http://schemas.microsoft.com/office/drawing/2014/main" id="{F11BD425-0B38-414C-BD60-1B4B1D4ECCB1}"/>
              </a:ext>
            </a:extLst>
          </p:cNvPr>
          <p:cNvSpPr/>
          <p:nvPr userDrawn="1"/>
        </p:nvSpPr>
        <p:spPr>
          <a:xfrm>
            <a:off x="6115050" y="5665411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CEED9C39-95B2-47DC-8D89-55C88E2D83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4289" y="3240910"/>
            <a:ext cx="3729930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DE7A3274-2799-4719-9851-8D5F051298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4287" y="2178628"/>
            <a:ext cx="3729930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3D636F11-4FAE-4347-8FCA-40580097DC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4286" y="4120014"/>
            <a:ext cx="3564469" cy="821428"/>
          </a:xfrm>
        </p:spPr>
        <p:txBody>
          <a:bodyPr>
            <a:noAutofit/>
          </a:bodyPr>
          <a:lstStyle>
            <a:lvl1pPr>
              <a:defRPr sz="240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3" name="Текст 20">
            <a:extLst>
              <a:ext uri="{FF2B5EF4-FFF2-40B4-BE49-F238E27FC236}">
                <a16:creationId xmlns:a16="http://schemas.microsoft.com/office/drawing/2014/main" id="{DC7DA29E-1248-4F11-AA62-B47FC8ACDE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4285" y="5386208"/>
            <a:ext cx="3729930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2739" y="2363733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BEBBF2DE-372B-42E8-BBAC-C37E17CFB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9639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87A51E47-DC32-47A3-B221-3A278E0A3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19639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62739" y="4142904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3F84DC43-7382-4591-953A-BFBDC741EE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19639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21CD894D-A89C-4083-AA5B-153EA3B9BD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9639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62739" y="5915435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12E7CEFE-3DB6-491C-B0CA-E75CBB8EDF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19639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200697D2-13A4-44AA-AB8C-ACD4F632CD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9639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</p:spTree>
    <p:extLst>
      <p:ext uri="{BB962C8B-B14F-4D97-AF65-F5344CB8AC3E}">
        <p14:creationId xmlns:p14="http://schemas.microsoft.com/office/powerpoint/2010/main" val="42181409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3">
            <a:extLst>
              <a:ext uri="{FF2B5EF4-FFF2-40B4-BE49-F238E27FC236}">
                <a16:creationId xmlns:a16="http://schemas.microsoft.com/office/drawing/2014/main" id="{6882FF1D-956F-4E78-AB4F-8AAF0277B5B0}"/>
              </a:ext>
            </a:extLst>
          </p:cNvPr>
          <p:cNvSpPr/>
          <p:nvPr userDrawn="1"/>
        </p:nvSpPr>
        <p:spPr>
          <a:xfrm>
            <a:off x="770712" y="2113709"/>
            <a:ext cx="4463340" cy="5023482"/>
          </a:xfrm>
          <a:prstGeom prst="roundRect">
            <a:avLst>
              <a:gd name="adj" fmla="val 2290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sp>
        <p:nvSpPr>
          <p:cNvPr id="22" name="Скругленный прямоугольник 23">
            <a:extLst>
              <a:ext uri="{FF2B5EF4-FFF2-40B4-BE49-F238E27FC236}">
                <a16:creationId xmlns:a16="http://schemas.microsoft.com/office/drawing/2014/main" id="{40D8C401-4F8C-49EF-8AA9-0403A2615E1E}"/>
              </a:ext>
            </a:extLst>
          </p:cNvPr>
          <p:cNvSpPr/>
          <p:nvPr userDrawn="1"/>
        </p:nvSpPr>
        <p:spPr>
          <a:xfrm>
            <a:off x="6115050" y="2113710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solidFill>
              <a:srgbClr val="FE5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B9D689E0-A032-4961-B265-68A4E26DE32E}"/>
              </a:ext>
            </a:extLst>
          </p:cNvPr>
          <p:cNvSpPr/>
          <p:nvPr userDrawn="1"/>
        </p:nvSpPr>
        <p:spPr>
          <a:xfrm>
            <a:off x="6115050" y="3892880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solidFill>
              <a:srgbClr val="FE5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Скругленный прямоугольник 23">
            <a:extLst>
              <a:ext uri="{FF2B5EF4-FFF2-40B4-BE49-F238E27FC236}">
                <a16:creationId xmlns:a16="http://schemas.microsoft.com/office/drawing/2014/main" id="{F11BD425-0B38-414C-BD60-1B4B1D4ECCB1}"/>
              </a:ext>
            </a:extLst>
          </p:cNvPr>
          <p:cNvSpPr/>
          <p:nvPr userDrawn="1"/>
        </p:nvSpPr>
        <p:spPr>
          <a:xfrm>
            <a:off x="6115050" y="5665411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solidFill>
              <a:srgbClr val="FE5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CEED9C39-95B2-47DC-8D89-55C88E2D83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4289" y="3240910"/>
            <a:ext cx="3729930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DE7A3274-2799-4719-9851-8D5F051298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4287" y="2178628"/>
            <a:ext cx="3729930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3D636F11-4FAE-4347-8FCA-40580097DC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4286" y="4120014"/>
            <a:ext cx="3564469" cy="821428"/>
          </a:xfrm>
        </p:spPr>
        <p:txBody>
          <a:bodyPr>
            <a:noAutofit/>
          </a:bodyPr>
          <a:lstStyle>
            <a:lvl1pPr>
              <a:defRPr sz="240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3" name="Текст 20">
            <a:extLst>
              <a:ext uri="{FF2B5EF4-FFF2-40B4-BE49-F238E27FC236}">
                <a16:creationId xmlns:a16="http://schemas.microsoft.com/office/drawing/2014/main" id="{DC7DA29E-1248-4F11-AA62-B47FC8ACDE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4285" y="5386208"/>
            <a:ext cx="3729930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2739" y="2363733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BEBBF2DE-372B-42E8-BBAC-C37E17CFB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9639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87A51E47-DC32-47A3-B221-3A278E0A3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19639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62739" y="4142904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3F84DC43-7382-4591-953A-BFBDC741EE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19639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21CD894D-A89C-4083-AA5B-153EA3B9BD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9639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62739" y="5915435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12E7CEFE-3DB6-491C-B0CA-E75CBB8EDF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19639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200697D2-13A4-44AA-AB8C-ACD4F632CD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9639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</p:spTree>
    <p:extLst>
      <p:ext uri="{BB962C8B-B14F-4D97-AF65-F5344CB8AC3E}">
        <p14:creationId xmlns:p14="http://schemas.microsoft.com/office/powerpoint/2010/main" val="987916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5" name="Скругленный прямоугольник 23">
            <a:extLst>
              <a:ext uri="{FF2B5EF4-FFF2-40B4-BE49-F238E27FC236}">
                <a16:creationId xmlns:a16="http://schemas.microsoft.com/office/drawing/2014/main" id="{F0DF76DD-F5AF-4814-8BB1-E2A61238B747}"/>
              </a:ext>
            </a:extLst>
          </p:cNvPr>
          <p:cNvSpPr/>
          <p:nvPr userDrawn="1"/>
        </p:nvSpPr>
        <p:spPr>
          <a:xfrm>
            <a:off x="770712" y="2113709"/>
            <a:ext cx="6299012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400" y="2363733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BEBBF2DE-372B-42E8-BBAC-C37E17CFB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75300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87A51E47-DC32-47A3-B221-3A278E0A3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5299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8" name="Скругленный прямоугольник 23">
            <a:extLst>
              <a:ext uri="{FF2B5EF4-FFF2-40B4-BE49-F238E27FC236}">
                <a16:creationId xmlns:a16="http://schemas.microsoft.com/office/drawing/2014/main" id="{CB298125-CA0D-4A83-A997-64345117CD55}"/>
              </a:ext>
            </a:extLst>
          </p:cNvPr>
          <p:cNvSpPr/>
          <p:nvPr userDrawn="1"/>
        </p:nvSpPr>
        <p:spPr>
          <a:xfrm>
            <a:off x="770712" y="3892880"/>
            <a:ext cx="6299012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18400" y="4142904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3F84DC43-7382-4591-953A-BFBDC741EE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5300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21CD894D-A89C-4083-AA5B-153EA3B9BD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5299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2" name="Скругленный прямоугольник 23">
            <a:extLst>
              <a:ext uri="{FF2B5EF4-FFF2-40B4-BE49-F238E27FC236}">
                <a16:creationId xmlns:a16="http://schemas.microsoft.com/office/drawing/2014/main" id="{8BDA4396-D688-4F89-B4DB-71CF80E62A47}"/>
              </a:ext>
            </a:extLst>
          </p:cNvPr>
          <p:cNvSpPr/>
          <p:nvPr userDrawn="1"/>
        </p:nvSpPr>
        <p:spPr>
          <a:xfrm>
            <a:off x="770712" y="5665411"/>
            <a:ext cx="6299012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8400" y="5915435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12E7CEFE-3DB6-491C-B0CA-E75CBB8EDF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75300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200697D2-13A4-44AA-AB8C-ACD4F632CD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99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2" name="Скругленный прямоугольник 23">
            <a:extLst>
              <a:ext uri="{FF2B5EF4-FFF2-40B4-BE49-F238E27FC236}">
                <a16:creationId xmlns:a16="http://schemas.microsoft.com/office/drawing/2014/main" id="{FAA137DA-63E4-4455-9ABB-3D9B5B12C588}"/>
              </a:ext>
            </a:extLst>
          </p:cNvPr>
          <p:cNvSpPr/>
          <p:nvPr userDrawn="1"/>
        </p:nvSpPr>
        <p:spPr>
          <a:xfrm>
            <a:off x="7560680" y="2113709"/>
            <a:ext cx="6299012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E24EC2D7-A3A2-451A-AC56-DC643A1330C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08368" y="2363733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0D2FA051-6EA0-4834-B43F-E4C6D2980F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765268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B5E77DDF-5B31-471D-956C-41818B8964F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65268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7" name="Скругленный прямоугольник 23">
            <a:extLst>
              <a:ext uri="{FF2B5EF4-FFF2-40B4-BE49-F238E27FC236}">
                <a16:creationId xmlns:a16="http://schemas.microsoft.com/office/drawing/2014/main" id="{57F7E804-4301-448A-929A-7BE33D0E94B9}"/>
              </a:ext>
            </a:extLst>
          </p:cNvPr>
          <p:cNvSpPr/>
          <p:nvPr userDrawn="1"/>
        </p:nvSpPr>
        <p:spPr>
          <a:xfrm>
            <a:off x="7560680" y="3892880"/>
            <a:ext cx="6299012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Текст 20">
            <a:extLst>
              <a:ext uri="{FF2B5EF4-FFF2-40B4-BE49-F238E27FC236}">
                <a16:creationId xmlns:a16="http://schemas.microsoft.com/office/drawing/2014/main" id="{433EF72B-CD89-4899-93C8-5610AE89159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08368" y="4142904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9" name="Текст 20">
            <a:extLst>
              <a:ext uri="{FF2B5EF4-FFF2-40B4-BE49-F238E27FC236}">
                <a16:creationId xmlns:a16="http://schemas.microsoft.com/office/drawing/2014/main" id="{5E0EF833-BE59-4266-9D68-D45A39914EA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65268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0123C2DC-A04C-4C9E-AFE3-2EBBEDFA61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65268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1" name="Скругленный прямоугольник 23">
            <a:extLst>
              <a:ext uri="{FF2B5EF4-FFF2-40B4-BE49-F238E27FC236}">
                <a16:creationId xmlns:a16="http://schemas.microsoft.com/office/drawing/2014/main" id="{F50F3638-481B-4A9F-9D89-C01F66A31E85}"/>
              </a:ext>
            </a:extLst>
          </p:cNvPr>
          <p:cNvSpPr/>
          <p:nvPr userDrawn="1"/>
        </p:nvSpPr>
        <p:spPr>
          <a:xfrm>
            <a:off x="7560680" y="5665411"/>
            <a:ext cx="6299012" cy="1471781"/>
          </a:xfrm>
          <a:prstGeom prst="roundRect">
            <a:avLst>
              <a:gd name="adj" fmla="val 6628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>
            <a:outerShdw blurRad="101600" dist="12700" dir="5400000" sx="99000" sy="99000" algn="ctr" rotWithShape="0">
              <a:srgbClr val="2B8AEA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Текст 20">
            <a:extLst>
              <a:ext uri="{FF2B5EF4-FFF2-40B4-BE49-F238E27FC236}">
                <a16:creationId xmlns:a16="http://schemas.microsoft.com/office/drawing/2014/main" id="{22A39410-CC60-4A31-AEDD-752591F533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08368" y="5915435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8AD8A9B6-A154-4A55-8E57-1A68F30E20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765268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4" name="Текст 20">
            <a:extLst>
              <a:ext uri="{FF2B5EF4-FFF2-40B4-BE49-F238E27FC236}">
                <a16:creationId xmlns:a16="http://schemas.microsoft.com/office/drawing/2014/main" id="{EB4EB56D-307A-4BB1-8CC7-9BF15A6B9F1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68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</p:spTree>
    <p:extLst>
      <p:ext uri="{BB962C8B-B14F-4D97-AF65-F5344CB8AC3E}">
        <p14:creationId xmlns:p14="http://schemas.microsoft.com/office/powerpoint/2010/main" val="11532463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Скругленный прямоугольник 23">
            <a:extLst>
              <a:ext uri="{FF2B5EF4-FFF2-40B4-BE49-F238E27FC236}">
                <a16:creationId xmlns:a16="http://schemas.microsoft.com/office/drawing/2014/main" id="{4653158F-0557-4747-BEB7-3DB6EE5BAAF5}"/>
              </a:ext>
            </a:extLst>
          </p:cNvPr>
          <p:cNvSpPr/>
          <p:nvPr userDrawn="1"/>
        </p:nvSpPr>
        <p:spPr>
          <a:xfrm>
            <a:off x="770709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Скругленный прямоугольник 23">
            <a:extLst>
              <a:ext uri="{FF2B5EF4-FFF2-40B4-BE49-F238E27FC236}">
                <a16:creationId xmlns:a16="http://schemas.microsoft.com/office/drawing/2014/main" id="{20D987B3-2512-486C-8BC3-7257DAD4B686}"/>
              </a:ext>
            </a:extLst>
          </p:cNvPr>
          <p:cNvSpPr/>
          <p:nvPr userDrawn="1"/>
        </p:nvSpPr>
        <p:spPr>
          <a:xfrm>
            <a:off x="770709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Скругленный прямоугольник 23">
            <a:extLst>
              <a:ext uri="{FF2B5EF4-FFF2-40B4-BE49-F238E27FC236}">
                <a16:creationId xmlns:a16="http://schemas.microsoft.com/office/drawing/2014/main" id="{27ECDDB1-A5EF-46DD-A021-C699C1D98A05}"/>
              </a:ext>
            </a:extLst>
          </p:cNvPr>
          <p:cNvSpPr/>
          <p:nvPr userDrawn="1"/>
        </p:nvSpPr>
        <p:spPr>
          <a:xfrm>
            <a:off x="770708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Скругленный прямоугольник 23">
            <a:extLst>
              <a:ext uri="{FF2B5EF4-FFF2-40B4-BE49-F238E27FC236}">
                <a16:creationId xmlns:a16="http://schemas.microsoft.com/office/drawing/2014/main" id="{72958EBA-7AFA-4EF2-9244-D499B9B93D99}"/>
              </a:ext>
            </a:extLst>
          </p:cNvPr>
          <p:cNvSpPr/>
          <p:nvPr userDrawn="1"/>
        </p:nvSpPr>
        <p:spPr>
          <a:xfrm>
            <a:off x="7560675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Скругленный прямоугольник 23">
            <a:extLst>
              <a:ext uri="{FF2B5EF4-FFF2-40B4-BE49-F238E27FC236}">
                <a16:creationId xmlns:a16="http://schemas.microsoft.com/office/drawing/2014/main" id="{EBE876DC-5D9C-44D5-B490-76FC216DA180}"/>
              </a:ext>
            </a:extLst>
          </p:cNvPr>
          <p:cNvSpPr/>
          <p:nvPr userDrawn="1"/>
        </p:nvSpPr>
        <p:spPr>
          <a:xfrm>
            <a:off x="7560675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Скругленный прямоугольник 23">
            <a:extLst>
              <a:ext uri="{FF2B5EF4-FFF2-40B4-BE49-F238E27FC236}">
                <a16:creationId xmlns:a16="http://schemas.microsoft.com/office/drawing/2014/main" id="{596FC050-8340-4AC6-ABD5-6C0733160286}"/>
              </a:ext>
            </a:extLst>
          </p:cNvPr>
          <p:cNvSpPr/>
          <p:nvPr userDrawn="1"/>
        </p:nvSpPr>
        <p:spPr>
          <a:xfrm>
            <a:off x="7560674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400" y="2363733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BEBBF2DE-372B-42E8-BBAC-C37E17CFB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75300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87A51E47-DC32-47A3-B221-3A278E0A3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5299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18400" y="4142904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3F84DC43-7382-4591-953A-BFBDC741EE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5300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21CD894D-A89C-4083-AA5B-153EA3B9BD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5299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8400" y="5915435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12E7CEFE-3DB6-491C-B0CA-E75CBB8EDF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75300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200697D2-13A4-44AA-AB8C-ACD4F632CD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99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E24EC2D7-A3A2-451A-AC56-DC643A1330C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08368" y="2363733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0D2FA051-6EA0-4834-B43F-E4C6D2980F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765268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B5E77DDF-5B31-471D-956C-41818B8964F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65268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8" name="Текст 20">
            <a:extLst>
              <a:ext uri="{FF2B5EF4-FFF2-40B4-BE49-F238E27FC236}">
                <a16:creationId xmlns:a16="http://schemas.microsoft.com/office/drawing/2014/main" id="{433EF72B-CD89-4899-93C8-5610AE89159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08368" y="4142904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9" name="Текст 20">
            <a:extLst>
              <a:ext uri="{FF2B5EF4-FFF2-40B4-BE49-F238E27FC236}">
                <a16:creationId xmlns:a16="http://schemas.microsoft.com/office/drawing/2014/main" id="{5E0EF833-BE59-4266-9D68-D45A39914EA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65268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0123C2DC-A04C-4C9E-AFE3-2EBBEDFA61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65268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2" name="Текст 20">
            <a:extLst>
              <a:ext uri="{FF2B5EF4-FFF2-40B4-BE49-F238E27FC236}">
                <a16:creationId xmlns:a16="http://schemas.microsoft.com/office/drawing/2014/main" id="{22A39410-CC60-4A31-AEDD-752591F533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08368" y="5915435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8AD8A9B6-A154-4A55-8E57-1A68F30E20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765268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4" name="Текст 20">
            <a:extLst>
              <a:ext uri="{FF2B5EF4-FFF2-40B4-BE49-F238E27FC236}">
                <a16:creationId xmlns:a16="http://schemas.microsoft.com/office/drawing/2014/main" id="{EB4EB56D-307A-4BB1-8CC7-9BF15A6B9F1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68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</p:spTree>
    <p:extLst>
      <p:ext uri="{BB962C8B-B14F-4D97-AF65-F5344CB8AC3E}">
        <p14:creationId xmlns:p14="http://schemas.microsoft.com/office/powerpoint/2010/main" val="20861820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Скругленный прямоугольник 23">
            <a:extLst>
              <a:ext uri="{FF2B5EF4-FFF2-40B4-BE49-F238E27FC236}">
                <a16:creationId xmlns:a16="http://schemas.microsoft.com/office/drawing/2014/main" id="{4653158F-0557-4747-BEB7-3DB6EE5BAAF5}"/>
              </a:ext>
            </a:extLst>
          </p:cNvPr>
          <p:cNvSpPr/>
          <p:nvPr userDrawn="1"/>
        </p:nvSpPr>
        <p:spPr>
          <a:xfrm>
            <a:off x="770709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Скругленный прямоугольник 23">
            <a:extLst>
              <a:ext uri="{FF2B5EF4-FFF2-40B4-BE49-F238E27FC236}">
                <a16:creationId xmlns:a16="http://schemas.microsoft.com/office/drawing/2014/main" id="{20D987B3-2512-486C-8BC3-7257DAD4B686}"/>
              </a:ext>
            </a:extLst>
          </p:cNvPr>
          <p:cNvSpPr/>
          <p:nvPr userDrawn="1"/>
        </p:nvSpPr>
        <p:spPr>
          <a:xfrm>
            <a:off x="770709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Скругленный прямоугольник 23">
            <a:extLst>
              <a:ext uri="{FF2B5EF4-FFF2-40B4-BE49-F238E27FC236}">
                <a16:creationId xmlns:a16="http://schemas.microsoft.com/office/drawing/2014/main" id="{27ECDDB1-A5EF-46DD-A021-C699C1D98A05}"/>
              </a:ext>
            </a:extLst>
          </p:cNvPr>
          <p:cNvSpPr/>
          <p:nvPr userDrawn="1"/>
        </p:nvSpPr>
        <p:spPr>
          <a:xfrm>
            <a:off x="770708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Скругленный прямоугольник 23">
            <a:extLst>
              <a:ext uri="{FF2B5EF4-FFF2-40B4-BE49-F238E27FC236}">
                <a16:creationId xmlns:a16="http://schemas.microsoft.com/office/drawing/2014/main" id="{72958EBA-7AFA-4EF2-9244-D499B9B93D99}"/>
              </a:ext>
            </a:extLst>
          </p:cNvPr>
          <p:cNvSpPr/>
          <p:nvPr userDrawn="1"/>
        </p:nvSpPr>
        <p:spPr>
          <a:xfrm>
            <a:off x="7560675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Скругленный прямоугольник 23">
            <a:extLst>
              <a:ext uri="{FF2B5EF4-FFF2-40B4-BE49-F238E27FC236}">
                <a16:creationId xmlns:a16="http://schemas.microsoft.com/office/drawing/2014/main" id="{EBE876DC-5D9C-44D5-B490-76FC216DA180}"/>
              </a:ext>
            </a:extLst>
          </p:cNvPr>
          <p:cNvSpPr/>
          <p:nvPr userDrawn="1"/>
        </p:nvSpPr>
        <p:spPr>
          <a:xfrm>
            <a:off x="7560675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Скругленный прямоугольник 23">
            <a:extLst>
              <a:ext uri="{FF2B5EF4-FFF2-40B4-BE49-F238E27FC236}">
                <a16:creationId xmlns:a16="http://schemas.microsoft.com/office/drawing/2014/main" id="{596FC050-8340-4AC6-ABD5-6C0733160286}"/>
              </a:ext>
            </a:extLst>
          </p:cNvPr>
          <p:cNvSpPr/>
          <p:nvPr userDrawn="1"/>
        </p:nvSpPr>
        <p:spPr>
          <a:xfrm>
            <a:off x="7560674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rgbClr val="003064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64080" y="2363733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64080" y="4142904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64080" y="5915435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E24EC2D7-A3A2-451A-AC56-DC643A1330C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04264" y="2363733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8" name="Текст 20">
            <a:extLst>
              <a:ext uri="{FF2B5EF4-FFF2-40B4-BE49-F238E27FC236}">
                <a16:creationId xmlns:a16="http://schemas.microsoft.com/office/drawing/2014/main" id="{433EF72B-CD89-4899-93C8-5610AE89159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04264" y="4142904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2" name="Текст 20">
            <a:extLst>
              <a:ext uri="{FF2B5EF4-FFF2-40B4-BE49-F238E27FC236}">
                <a16:creationId xmlns:a16="http://schemas.microsoft.com/office/drawing/2014/main" id="{22A39410-CC60-4A31-AEDD-752591F533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4264" y="5915435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44A381-5C6C-4160-9195-9467A4D257E1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2500" y="2364106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70BC1FE7-760F-4BD9-81D9-4E0D9D065C0E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52500" y="4167863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38" name="Рисунок 2">
            <a:extLst>
              <a:ext uri="{FF2B5EF4-FFF2-40B4-BE49-F238E27FC236}">
                <a16:creationId xmlns:a16="http://schemas.microsoft.com/office/drawing/2014/main" id="{15AD1C09-5301-47BD-A7B9-69F65921460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52500" y="5925052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42" name="Рисунок 2">
            <a:extLst>
              <a:ext uri="{FF2B5EF4-FFF2-40B4-BE49-F238E27FC236}">
                <a16:creationId xmlns:a16="http://schemas.microsoft.com/office/drawing/2014/main" id="{DFB40AC1-5439-474C-BC60-5C235DF545CB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856220" y="2364106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52" name="Рисунок 2">
            <a:extLst>
              <a:ext uri="{FF2B5EF4-FFF2-40B4-BE49-F238E27FC236}">
                <a16:creationId xmlns:a16="http://schemas.microsoft.com/office/drawing/2014/main" id="{FD3FF5CA-4C8C-4760-8626-2E3D8DA69C0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856220" y="4167863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53" name="Рисунок 2">
            <a:extLst>
              <a:ext uri="{FF2B5EF4-FFF2-40B4-BE49-F238E27FC236}">
                <a16:creationId xmlns:a16="http://schemas.microsoft.com/office/drawing/2014/main" id="{04D7FB80-0218-4FA6-B033-76BBC8E7148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856220" y="5925052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</p:spTree>
    <p:extLst>
      <p:ext uri="{BB962C8B-B14F-4D97-AF65-F5344CB8AC3E}">
        <p14:creationId xmlns:p14="http://schemas.microsoft.com/office/powerpoint/2010/main" val="29550126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Скругленный прямоугольник 23">
            <a:extLst>
              <a:ext uri="{FF2B5EF4-FFF2-40B4-BE49-F238E27FC236}">
                <a16:creationId xmlns:a16="http://schemas.microsoft.com/office/drawing/2014/main" id="{4653158F-0557-4747-BEB7-3DB6EE5BAAF5}"/>
              </a:ext>
            </a:extLst>
          </p:cNvPr>
          <p:cNvSpPr/>
          <p:nvPr userDrawn="1"/>
        </p:nvSpPr>
        <p:spPr>
          <a:xfrm>
            <a:off x="770709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Скругленный прямоугольник 23">
            <a:extLst>
              <a:ext uri="{FF2B5EF4-FFF2-40B4-BE49-F238E27FC236}">
                <a16:creationId xmlns:a16="http://schemas.microsoft.com/office/drawing/2014/main" id="{20D987B3-2512-486C-8BC3-7257DAD4B686}"/>
              </a:ext>
            </a:extLst>
          </p:cNvPr>
          <p:cNvSpPr/>
          <p:nvPr userDrawn="1"/>
        </p:nvSpPr>
        <p:spPr>
          <a:xfrm>
            <a:off x="770709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sp>
        <p:nvSpPr>
          <p:cNvPr id="48" name="Скругленный прямоугольник 23">
            <a:extLst>
              <a:ext uri="{FF2B5EF4-FFF2-40B4-BE49-F238E27FC236}">
                <a16:creationId xmlns:a16="http://schemas.microsoft.com/office/drawing/2014/main" id="{27ECDDB1-A5EF-46DD-A021-C699C1D98A05}"/>
              </a:ext>
            </a:extLst>
          </p:cNvPr>
          <p:cNvSpPr/>
          <p:nvPr userDrawn="1"/>
        </p:nvSpPr>
        <p:spPr>
          <a:xfrm>
            <a:off x="770708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Скругленный прямоугольник 23">
            <a:extLst>
              <a:ext uri="{FF2B5EF4-FFF2-40B4-BE49-F238E27FC236}">
                <a16:creationId xmlns:a16="http://schemas.microsoft.com/office/drawing/2014/main" id="{72958EBA-7AFA-4EF2-9244-D499B9B93D99}"/>
              </a:ext>
            </a:extLst>
          </p:cNvPr>
          <p:cNvSpPr/>
          <p:nvPr userDrawn="1"/>
        </p:nvSpPr>
        <p:spPr>
          <a:xfrm>
            <a:off x="7560675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Скругленный прямоугольник 23">
            <a:extLst>
              <a:ext uri="{FF2B5EF4-FFF2-40B4-BE49-F238E27FC236}">
                <a16:creationId xmlns:a16="http://schemas.microsoft.com/office/drawing/2014/main" id="{EBE876DC-5D9C-44D5-B490-76FC216DA180}"/>
              </a:ext>
            </a:extLst>
          </p:cNvPr>
          <p:cNvSpPr/>
          <p:nvPr userDrawn="1"/>
        </p:nvSpPr>
        <p:spPr>
          <a:xfrm>
            <a:off x="7560675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Скругленный прямоугольник 23">
            <a:extLst>
              <a:ext uri="{FF2B5EF4-FFF2-40B4-BE49-F238E27FC236}">
                <a16:creationId xmlns:a16="http://schemas.microsoft.com/office/drawing/2014/main" id="{596FC050-8340-4AC6-ABD5-6C0733160286}"/>
              </a:ext>
            </a:extLst>
          </p:cNvPr>
          <p:cNvSpPr/>
          <p:nvPr userDrawn="1"/>
        </p:nvSpPr>
        <p:spPr>
          <a:xfrm>
            <a:off x="7560674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64080" y="2363733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64080" y="4142904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64080" y="5915435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E24EC2D7-A3A2-451A-AC56-DC643A1330C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04264" y="2363733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8" name="Текст 20">
            <a:extLst>
              <a:ext uri="{FF2B5EF4-FFF2-40B4-BE49-F238E27FC236}">
                <a16:creationId xmlns:a16="http://schemas.microsoft.com/office/drawing/2014/main" id="{433EF72B-CD89-4899-93C8-5610AE89159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04264" y="4142904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2" name="Текст 20">
            <a:extLst>
              <a:ext uri="{FF2B5EF4-FFF2-40B4-BE49-F238E27FC236}">
                <a16:creationId xmlns:a16="http://schemas.microsoft.com/office/drawing/2014/main" id="{22A39410-CC60-4A31-AEDD-752591F533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4264" y="5915435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44A381-5C6C-4160-9195-9467A4D257E1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2500" y="2364106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70BC1FE7-760F-4BD9-81D9-4E0D9D065C0E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52500" y="4167863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38" name="Рисунок 2">
            <a:extLst>
              <a:ext uri="{FF2B5EF4-FFF2-40B4-BE49-F238E27FC236}">
                <a16:creationId xmlns:a16="http://schemas.microsoft.com/office/drawing/2014/main" id="{15AD1C09-5301-47BD-A7B9-69F65921460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52500" y="5925052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42" name="Рисунок 2">
            <a:extLst>
              <a:ext uri="{FF2B5EF4-FFF2-40B4-BE49-F238E27FC236}">
                <a16:creationId xmlns:a16="http://schemas.microsoft.com/office/drawing/2014/main" id="{DFB40AC1-5439-474C-BC60-5C235DF545CB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856220" y="2364106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52" name="Рисунок 2">
            <a:extLst>
              <a:ext uri="{FF2B5EF4-FFF2-40B4-BE49-F238E27FC236}">
                <a16:creationId xmlns:a16="http://schemas.microsoft.com/office/drawing/2014/main" id="{FD3FF5CA-4C8C-4760-8626-2E3D8DA69C0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856220" y="4167863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53" name="Рисунок 2">
            <a:extLst>
              <a:ext uri="{FF2B5EF4-FFF2-40B4-BE49-F238E27FC236}">
                <a16:creationId xmlns:a16="http://schemas.microsoft.com/office/drawing/2014/main" id="{04D7FB80-0218-4FA6-B033-76BBC8E7148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856220" y="5925052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</p:spTree>
    <p:extLst>
      <p:ext uri="{BB962C8B-B14F-4D97-AF65-F5344CB8AC3E}">
        <p14:creationId xmlns:p14="http://schemas.microsoft.com/office/powerpoint/2010/main" val="32219609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BA89BD6-C39F-4E17-8CA4-50F8AFE3C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279" t="33690" r="38713" b="23606"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4F29B98-F884-4C1D-903E-95FC5B1C14CC}"/>
              </a:ext>
            </a:extLst>
          </p:cNvPr>
          <p:cNvSpPr/>
          <p:nvPr userDrawn="1"/>
        </p:nvSpPr>
        <p:spPr>
          <a:xfrm>
            <a:off x="1" y="0"/>
            <a:ext cx="14630399" cy="8229600"/>
          </a:xfrm>
          <a:prstGeom prst="rect">
            <a:avLst/>
          </a:prstGeom>
          <a:solidFill>
            <a:srgbClr val="00285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BBDE1F3-65C4-45C4-B3DA-9CCFBE06CF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25" name="Скругленный прямоугольник 23">
            <a:extLst>
              <a:ext uri="{FF2B5EF4-FFF2-40B4-BE49-F238E27FC236}">
                <a16:creationId xmlns:a16="http://schemas.microsoft.com/office/drawing/2014/main" id="{9DE404D2-D5EC-4E12-84F5-D6C5893891CC}"/>
              </a:ext>
            </a:extLst>
          </p:cNvPr>
          <p:cNvSpPr/>
          <p:nvPr userDrawn="1"/>
        </p:nvSpPr>
        <p:spPr>
          <a:xfrm>
            <a:off x="770711" y="1954226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34" name="Скругленный прямоугольник 23">
            <a:extLst>
              <a:ext uri="{FF2B5EF4-FFF2-40B4-BE49-F238E27FC236}">
                <a16:creationId xmlns:a16="http://schemas.microsoft.com/office/drawing/2014/main" id="{7719DDC5-3707-4927-B38F-E61AF8859F09}"/>
              </a:ext>
            </a:extLst>
          </p:cNvPr>
          <p:cNvSpPr/>
          <p:nvPr userDrawn="1"/>
        </p:nvSpPr>
        <p:spPr>
          <a:xfrm>
            <a:off x="7533143" y="1926886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57739" y="2204483"/>
            <a:ext cx="578231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160E04F6-CB72-4091-8938-EE528322C34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19357" y="2204483"/>
            <a:ext cx="5831838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56" name="Скругленный прямоугольник 23">
            <a:extLst>
              <a:ext uri="{FF2B5EF4-FFF2-40B4-BE49-F238E27FC236}">
                <a16:creationId xmlns:a16="http://schemas.microsoft.com/office/drawing/2014/main" id="{8C238DCD-9CE9-442E-8A12-1EDC7E4348D7}"/>
              </a:ext>
            </a:extLst>
          </p:cNvPr>
          <p:cNvSpPr/>
          <p:nvPr userDrawn="1"/>
        </p:nvSpPr>
        <p:spPr>
          <a:xfrm>
            <a:off x="770711" y="3734971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57" name="Скругленный прямоугольник 23">
            <a:extLst>
              <a:ext uri="{FF2B5EF4-FFF2-40B4-BE49-F238E27FC236}">
                <a16:creationId xmlns:a16="http://schemas.microsoft.com/office/drawing/2014/main" id="{D8029C2D-8744-45DC-98CD-7E3A6D7414C5}"/>
              </a:ext>
            </a:extLst>
          </p:cNvPr>
          <p:cNvSpPr/>
          <p:nvPr userDrawn="1"/>
        </p:nvSpPr>
        <p:spPr>
          <a:xfrm>
            <a:off x="7533143" y="3707630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58" name="Текст 20">
            <a:extLst>
              <a:ext uri="{FF2B5EF4-FFF2-40B4-BE49-F238E27FC236}">
                <a16:creationId xmlns:a16="http://schemas.microsoft.com/office/drawing/2014/main" id="{E22AD314-824E-4682-9C69-7F187AF219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57739" y="3985228"/>
            <a:ext cx="578231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60" name="Текст 20">
            <a:extLst>
              <a:ext uri="{FF2B5EF4-FFF2-40B4-BE49-F238E27FC236}">
                <a16:creationId xmlns:a16="http://schemas.microsoft.com/office/drawing/2014/main" id="{96DBE878-9C79-4112-906F-9A549F2085D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819357" y="3985228"/>
            <a:ext cx="5831838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63" name="Скругленный прямоугольник 23">
            <a:extLst>
              <a:ext uri="{FF2B5EF4-FFF2-40B4-BE49-F238E27FC236}">
                <a16:creationId xmlns:a16="http://schemas.microsoft.com/office/drawing/2014/main" id="{90947B4C-E9ED-4E2E-8F52-7EFE0CF5BB83}"/>
              </a:ext>
            </a:extLst>
          </p:cNvPr>
          <p:cNvSpPr/>
          <p:nvPr userDrawn="1"/>
        </p:nvSpPr>
        <p:spPr>
          <a:xfrm>
            <a:off x="770711" y="5520359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64" name="Скругленный прямоугольник 23">
            <a:extLst>
              <a:ext uri="{FF2B5EF4-FFF2-40B4-BE49-F238E27FC236}">
                <a16:creationId xmlns:a16="http://schemas.microsoft.com/office/drawing/2014/main" id="{0407F79D-93DC-46E4-B5FA-77D137B8982E}"/>
              </a:ext>
            </a:extLst>
          </p:cNvPr>
          <p:cNvSpPr/>
          <p:nvPr userDrawn="1"/>
        </p:nvSpPr>
        <p:spPr>
          <a:xfrm>
            <a:off x="7533143" y="5493018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65" name="Текст 20">
            <a:extLst>
              <a:ext uri="{FF2B5EF4-FFF2-40B4-BE49-F238E27FC236}">
                <a16:creationId xmlns:a16="http://schemas.microsoft.com/office/drawing/2014/main" id="{D0F86E06-84A3-4E35-B304-29F7C1971DF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7739" y="5770615"/>
            <a:ext cx="578231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67" name="Текст 20">
            <a:extLst>
              <a:ext uri="{FF2B5EF4-FFF2-40B4-BE49-F238E27FC236}">
                <a16:creationId xmlns:a16="http://schemas.microsoft.com/office/drawing/2014/main" id="{0E878FDF-7361-44D1-891B-8DE6D63A959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9357" y="5770615"/>
            <a:ext cx="5831838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17509805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BA89BD6-C39F-4E17-8CA4-50F8AFE3C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279" t="33690" r="38713" b="23606"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4F29B98-F884-4C1D-903E-95FC5B1C14CC}"/>
              </a:ext>
            </a:extLst>
          </p:cNvPr>
          <p:cNvSpPr/>
          <p:nvPr userDrawn="1"/>
        </p:nvSpPr>
        <p:spPr>
          <a:xfrm>
            <a:off x="1" y="0"/>
            <a:ext cx="14630399" cy="8229600"/>
          </a:xfrm>
          <a:prstGeom prst="rect">
            <a:avLst/>
          </a:prstGeom>
          <a:solidFill>
            <a:srgbClr val="00285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BBDE1F3-65C4-45C4-B3DA-9CCFBE06CF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25" name="Скругленный прямоугольник 23">
            <a:extLst>
              <a:ext uri="{FF2B5EF4-FFF2-40B4-BE49-F238E27FC236}">
                <a16:creationId xmlns:a16="http://schemas.microsoft.com/office/drawing/2014/main" id="{9DE404D2-D5EC-4E12-84F5-D6C5893891CC}"/>
              </a:ext>
            </a:extLst>
          </p:cNvPr>
          <p:cNvSpPr/>
          <p:nvPr userDrawn="1"/>
        </p:nvSpPr>
        <p:spPr>
          <a:xfrm>
            <a:off x="770711" y="1954226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34" name="Скругленный прямоугольник 23">
            <a:extLst>
              <a:ext uri="{FF2B5EF4-FFF2-40B4-BE49-F238E27FC236}">
                <a16:creationId xmlns:a16="http://schemas.microsoft.com/office/drawing/2014/main" id="{7719DDC5-3707-4927-B38F-E61AF8859F09}"/>
              </a:ext>
            </a:extLst>
          </p:cNvPr>
          <p:cNvSpPr/>
          <p:nvPr userDrawn="1"/>
        </p:nvSpPr>
        <p:spPr>
          <a:xfrm>
            <a:off x="7533143" y="1926886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14253" y="2204483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44A381-5C6C-4160-9195-9467A4D257E1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1002673" y="2204856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160E04F6-CB72-4091-8938-EE528322C34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025393" y="2204483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54" name="Рисунок 2">
            <a:extLst>
              <a:ext uri="{FF2B5EF4-FFF2-40B4-BE49-F238E27FC236}">
                <a16:creationId xmlns:a16="http://schemas.microsoft.com/office/drawing/2014/main" id="{6A75D7A0-7A75-4712-B206-C159C72484B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813813" y="2204856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56" name="Скругленный прямоугольник 23">
            <a:extLst>
              <a:ext uri="{FF2B5EF4-FFF2-40B4-BE49-F238E27FC236}">
                <a16:creationId xmlns:a16="http://schemas.microsoft.com/office/drawing/2014/main" id="{8C238DCD-9CE9-442E-8A12-1EDC7E4348D7}"/>
              </a:ext>
            </a:extLst>
          </p:cNvPr>
          <p:cNvSpPr/>
          <p:nvPr userDrawn="1"/>
        </p:nvSpPr>
        <p:spPr>
          <a:xfrm>
            <a:off x="770711" y="3734971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57" name="Скругленный прямоугольник 23">
            <a:extLst>
              <a:ext uri="{FF2B5EF4-FFF2-40B4-BE49-F238E27FC236}">
                <a16:creationId xmlns:a16="http://schemas.microsoft.com/office/drawing/2014/main" id="{D8029C2D-8744-45DC-98CD-7E3A6D7414C5}"/>
              </a:ext>
            </a:extLst>
          </p:cNvPr>
          <p:cNvSpPr/>
          <p:nvPr userDrawn="1"/>
        </p:nvSpPr>
        <p:spPr>
          <a:xfrm>
            <a:off x="7533143" y="3707630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58" name="Текст 20">
            <a:extLst>
              <a:ext uri="{FF2B5EF4-FFF2-40B4-BE49-F238E27FC236}">
                <a16:creationId xmlns:a16="http://schemas.microsoft.com/office/drawing/2014/main" id="{E22AD314-824E-4682-9C69-7F187AF219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14253" y="3985228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59" name="Рисунок 2">
            <a:extLst>
              <a:ext uri="{FF2B5EF4-FFF2-40B4-BE49-F238E27FC236}">
                <a16:creationId xmlns:a16="http://schemas.microsoft.com/office/drawing/2014/main" id="{6D17FE21-5BA2-464F-921D-F46AFEE6D7C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002673" y="3985601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60" name="Текст 20">
            <a:extLst>
              <a:ext uri="{FF2B5EF4-FFF2-40B4-BE49-F238E27FC236}">
                <a16:creationId xmlns:a16="http://schemas.microsoft.com/office/drawing/2014/main" id="{96DBE878-9C79-4112-906F-9A549F2085D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25393" y="3985228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61" name="Рисунок 2">
            <a:extLst>
              <a:ext uri="{FF2B5EF4-FFF2-40B4-BE49-F238E27FC236}">
                <a16:creationId xmlns:a16="http://schemas.microsoft.com/office/drawing/2014/main" id="{3AB870F8-4891-430B-BE87-0F2C6E6CED9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813813" y="3985601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63" name="Скругленный прямоугольник 23">
            <a:extLst>
              <a:ext uri="{FF2B5EF4-FFF2-40B4-BE49-F238E27FC236}">
                <a16:creationId xmlns:a16="http://schemas.microsoft.com/office/drawing/2014/main" id="{90947B4C-E9ED-4E2E-8F52-7EFE0CF5BB83}"/>
              </a:ext>
            </a:extLst>
          </p:cNvPr>
          <p:cNvSpPr/>
          <p:nvPr userDrawn="1"/>
        </p:nvSpPr>
        <p:spPr>
          <a:xfrm>
            <a:off x="770711" y="5520359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64" name="Скругленный прямоугольник 23">
            <a:extLst>
              <a:ext uri="{FF2B5EF4-FFF2-40B4-BE49-F238E27FC236}">
                <a16:creationId xmlns:a16="http://schemas.microsoft.com/office/drawing/2014/main" id="{0407F79D-93DC-46E4-B5FA-77D137B8982E}"/>
              </a:ext>
            </a:extLst>
          </p:cNvPr>
          <p:cNvSpPr/>
          <p:nvPr userDrawn="1"/>
        </p:nvSpPr>
        <p:spPr>
          <a:xfrm>
            <a:off x="7533143" y="5493018"/>
            <a:ext cx="6357257" cy="1471781"/>
          </a:xfrm>
          <a:prstGeom prst="roundRect">
            <a:avLst>
              <a:gd name="adj" fmla="val 7397"/>
            </a:avLst>
          </a:prstGeom>
          <a:solidFill>
            <a:srgbClr val="002855"/>
          </a:solidFill>
          <a:ln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  <p:sp>
        <p:nvSpPr>
          <p:cNvPr id="65" name="Текст 20">
            <a:extLst>
              <a:ext uri="{FF2B5EF4-FFF2-40B4-BE49-F238E27FC236}">
                <a16:creationId xmlns:a16="http://schemas.microsoft.com/office/drawing/2014/main" id="{D0F86E06-84A3-4E35-B304-29F7C1971DF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14253" y="5770615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66" name="Рисунок 2">
            <a:extLst>
              <a:ext uri="{FF2B5EF4-FFF2-40B4-BE49-F238E27FC236}">
                <a16:creationId xmlns:a16="http://schemas.microsoft.com/office/drawing/2014/main" id="{47FBCFBB-0E3C-42D0-8008-242F6151C201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1002673" y="5770988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67" name="Текст 20">
            <a:extLst>
              <a:ext uri="{FF2B5EF4-FFF2-40B4-BE49-F238E27FC236}">
                <a16:creationId xmlns:a16="http://schemas.microsoft.com/office/drawing/2014/main" id="{0E878FDF-7361-44D1-891B-8DE6D63A959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025393" y="5770615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68" name="Рисунок 2">
            <a:extLst>
              <a:ext uri="{FF2B5EF4-FFF2-40B4-BE49-F238E27FC236}">
                <a16:creationId xmlns:a16="http://schemas.microsoft.com/office/drawing/2014/main" id="{0586F126-FC26-45F9-B8E7-8C4B32A039A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813813" y="5770988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</p:spTree>
    <p:extLst>
      <p:ext uri="{BB962C8B-B14F-4D97-AF65-F5344CB8AC3E}">
        <p14:creationId xmlns:p14="http://schemas.microsoft.com/office/powerpoint/2010/main" val="11477408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Три блока_инверсия"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BA89BD6-C39F-4E17-8CA4-50F8AFE3C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279" t="33690" r="38713" b="23606"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4F29B98-F884-4C1D-903E-95FC5B1C14CC}"/>
              </a:ext>
            </a:extLst>
          </p:cNvPr>
          <p:cNvSpPr/>
          <p:nvPr userDrawn="1"/>
        </p:nvSpPr>
        <p:spPr>
          <a:xfrm>
            <a:off x="1" y="0"/>
            <a:ext cx="14630399" cy="8229600"/>
          </a:xfrm>
          <a:prstGeom prst="rect">
            <a:avLst/>
          </a:prstGeom>
          <a:solidFill>
            <a:srgbClr val="00285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 dirty="0"/>
          </a:p>
        </p:txBody>
      </p:sp>
      <p:sp>
        <p:nvSpPr>
          <p:cNvPr id="28" name="Скругленный прямоугольник 23">
            <a:extLst>
              <a:ext uri="{FF2B5EF4-FFF2-40B4-BE49-F238E27FC236}">
                <a16:creationId xmlns:a16="http://schemas.microsoft.com/office/drawing/2014/main" id="{DD28FE20-8247-4BC3-905B-519B20746CDA}"/>
              </a:ext>
            </a:extLst>
          </p:cNvPr>
          <p:cNvSpPr/>
          <p:nvPr userDrawn="1"/>
        </p:nvSpPr>
        <p:spPr>
          <a:xfrm>
            <a:off x="7566861" y="2289389"/>
            <a:ext cx="6250126" cy="4847802"/>
          </a:xfrm>
          <a:prstGeom prst="roundRect">
            <a:avLst>
              <a:gd name="adj" fmla="val 1650"/>
            </a:avLst>
          </a:prstGeom>
          <a:solidFill>
            <a:schemeClr val="bg1"/>
          </a:soli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75C881A-AAAE-4412-AAB3-1ACF2037B5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83856" y="2617470"/>
            <a:ext cx="714374" cy="714376"/>
          </a:xfrm>
        </p:spPr>
        <p:txBody>
          <a:bodyPr anchor="ctr">
            <a:normAutofit/>
          </a:bodyPr>
          <a:lstStyle>
            <a:lvl1pPr algn="ctr">
              <a:defRPr sz="96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BBDE1F3-65C4-45C4-B3DA-9CCFBE06CF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44D2EEE7-DBBE-4989-AD16-4749C15ECB5B}"/>
              </a:ext>
            </a:extLst>
          </p:cNvPr>
          <p:cNvSpPr/>
          <p:nvPr userDrawn="1"/>
        </p:nvSpPr>
        <p:spPr>
          <a:xfrm>
            <a:off x="899520" y="2289389"/>
            <a:ext cx="6250126" cy="4847802"/>
          </a:xfrm>
          <a:prstGeom prst="roundRect">
            <a:avLst>
              <a:gd name="adj" fmla="val 1415"/>
            </a:avLst>
          </a:prstGeom>
          <a:solidFill>
            <a:srgbClr val="002855"/>
          </a:solidFill>
          <a:ln w="19050">
            <a:solidFill>
              <a:schemeClr val="bg1">
                <a:alpha val="16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40E2E281-39C5-45FB-A8ED-27DD7AC83B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29052" y="3948080"/>
            <a:ext cx="5300346" cy="821428"/>
          </a:xfrm>
        </p:spPr>
        <p:txBody>
          <a:bodyPr>
            <a:noAutofit/>
          </a:bodyPr>
          <a:lstStyle>
            <a:lvl1pPr>
              <a:defRPr sz="216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C8147F1C-D5DF-44EC-99C3-7A9D915839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29052" y="4958018"/>
            <a:ext cx="5300346" cy="1579950"/>
          </a:xfrm>
        </p:spPr>
        <p:txBody>
          <a:bodyPr anchor="t">
            <a:noAutofit/>
          </a:bodyPr>
          <a:lstStyle>
            <a:lvl1pPr marL="205740" indent="-205740">
              <a:buFont typeface="Wingdings" panose="05000000000000000000" pitchFamily="2" charset="2"/>
              <a:buChar char="ü"/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или список пунктов, раскрывающие суть блока</a:t>
            </a:r>
          </a:p>
          <a:p>
            <a:pPr marL="205740" marR="0" lvl="0" indent="-20574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Описание или список пунктов, раскрывающие суть блока</a:t>
            </a:r>
          </a:p>
          <a:p>
            <a:pPr marL="205740" marR="0" lvl="0" indent="-20574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Описание или список пунктов, раскрывающие суть блока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A0B26582-C8A0-417E-BA51-9C03D4802D7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329053" y="2634480"/>
            <a:ext cx="714374" cy="714376"/>
          </a:xfrm>
        </p:spPr>
        <p:txBody>
          <a:bodyPr anchor="ctr">
            <a:normAutofit/>
          </a:bodyPr>
          <a:lstStyle>
            <a:lvl1pPr algn="ctr">
              <a:defRPr sz="96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FF4124BC-EE5E-4C88-9CAA-08EA55E1B3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83856" y="3939574"/>
            <a:ext cx="5300346" cy="821428"/>
          </a:xfrm>
        </p:spPr>
        <p:txBody>
          <a:bodyPr>
            <a:noAutofit/>
          </a:bodyPr>
          <a:lstStyle>
            <a:lvl1pPr>
              <a:defRPr sz="216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8B5BC100-7555-43DE-9BFB-E931A0FE95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83856" y="4949512"/>
            <a:ext cx="5300346" cy="1579950"/>
          </a:xfrm>
        </p:spPr>
        <p:txBody>
          <a:bodyPr anchor="t">
            <a:noAutofit/>
          </a:bodyPr>
          <a:lstStyle>
            <a:lvl1pPr marL="205740" indent="-205740">
              <a:buFont typeface="Wingdings" panose="05000000000000000000" pitchFamily="2" charset="2"/>
              <a:buChar char="ü"/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или список пунктов, раскрывающие суть блока</a:t>
            </a:r>
          </a:p>
          <a:p>
            <a:pPr marL="205740" marR="0" lvl="0" indent="-20574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Описание или список пунктов, раскрывающие суть блока</a:t>
            </a:r>
          </a:p>
          <a:p>
            <a:pPr marL="205740" marR="0" lvl="0" indent="-20574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Описание или список пунктов, раскрывающие суть блока</a:t>
            </a:r>
          </a:p>
        </p:txBody>
      </p:sp>
    </p:spTree>
    <p:extLst>
      <p:ext uri="{BB962C8B-B14F-4D97-AF65-F5344CB8AC3E}">
        <p14:creationId xmlns:p14="http://schemas.microsoft.com/office/powerpoint/2010/main" val="717892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bg>
      <p:bgPr>
        <a:solidFill>
          <a:srgbClr val="FE5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BBDE1F3-65C4-45C4-B3DA-9CCFBE06C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6FFB49-4E14-4B16-B851-99AE320AE5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94624" y="546787"/>
            <a:ext cx="641417" cy="421753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213289EB-F83C-4BD2-8F7F-51E824922D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111" y="1897381"/>
            <a:ext cx="11761470" cy="3966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528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>
                <a:effectLst/>
              </a:rPr>
              <a:t>Сложнее всего начать действовать, все остальное зависит только от упорства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58D2F5-F74D-477C-BFB9-26CB852569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42585" y="6332221"/>
            <a:ext cx="7198996" cy="540174"/>
          </a:xfrm>
        </p:spPr>
        <p:txBody>
          <a:bodyPr>
            <a:normAutofit/>
          </a:bodyPr>
          <a:lstStyle>
            <a:lvl1pPr algn="r">
              <a:defRPr sz="216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ФИО автора</a:t>
            </a:r>
          </a:p>
        </p:txBody>
      </p:sp>
    </p:spTree>
    <p:extLst>
      <p:ext uri="{BB962C8B-B14F-4D97-AF65-F5344CB8AC3E}">
        <p14:creationId xmlns:p14="http://schemas.microsoft.com/office/powerpoint/2010/main" val="40869379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2238483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2E62F3-3571-4747-A6F1-AFD56DCC87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9067" y="1838686"/>
            <a:ext cx="7878668" cy="4784536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D4D6012D-F040-4852-9FE5-316E7DDC86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1838686"/>
            <a:ext cx="4844200" cy="4784536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2774764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2238483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2E62F3-3571-4747-A6F1-AFD56DCC87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40984" y="1838687"/>
            <a:ext cx="8422366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CDBD0691-1884-49AE-A643-74A02CC822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0712" y="1838686"/>
            <a:ext cx="4107524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346474970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2238483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CDBD0691-1884-49AE-A643-74A02CC822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0712" y="1838686"/>
            <a:ext cx="4107524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1E4BF833-345E-4B02-9053-2B79D9B136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261438" y="1838686"/>
            <a:ext cx="4107524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B37BCEF6-D6B9-4468-8EB1-34268CF108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52166" y="1838686"/>
            <a:ext cx="4107524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8062227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2238483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2E62F3-3571-4747-A6F1-AFD56DCC87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242311"/>
            <a:ext cx="14630400" cy="4987290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D4D6012D-F040-4852-9FE5-316E7DDC86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1513495"/>
            <a:ext cx="12238483" cy="1303847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18566193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889" y="438151"/>
            <a:ext cx="7809472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2E62F3-3571-4747-A6F1-AFD56DCC87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4913046" cy="8229600"/>
          </a:xfrm>
        </p:spPr>
        <p:txBody>
          <a:bodyPr anchor="ctr">
            <a:normAutofit/>
          </a:bodyPr>
          <a:lstStyle>
            <a:lvl1pPr algn="ctr">
              <a:spcBef>
                <a:spcPts val="2880"/>
              </a:spcBef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6C862B9D-8460-44B4-8408-89CF667DD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57888" y="1454182"/>
            <a:ext cx="7809472" cy="5663310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416731037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332362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0FB178-DC2E-47A5-892A-F8CE1EBF9C52}"/>
              </a:ext>
            </a:extLst>
          </p:cNvPr>
          <p:cNvSpPr/>
          <p:nvPr userDrawn="1"/>
        </p:nvSpPr>
        <p:spPr>
          <a:xfrm>
            <a:off x="0" y="0"/>
            <a:ext cx="4724078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F0130B29-5797-455A-B72B-E94B84E6BFA0}"/>
              </a:ext>
            </a:extLst>
          </p:cNvPr>
          <p:cNvSpPr/>
          <p:nvPr userDrawn="1"/>
        </p:nvSpPr>
        <p:spPr>
          <a:xfrm>
            <a:off x="-4867885" y="-3830033"/>
            <a:ext cx="10280147" cy="10465128"/>
          </a:xfrm>
          <a:prstGeom prst="ellipse">
            <a:avLst/>
          </a:prstGeom>
          <a:gradFill flip="none" rotWithShape="1">
            <a:gsLst>
              <a:gs pos="67000">
                <a:srgbClr val="002855">
                  <a:alpha val="0"/>
                </a:srgbClr>
              </a:gs>
              <a:gs pos="0">
                <a:srgbClr val="00438F">
                  <a:alpha val="72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A012E90-D57D-4EA7-813E-45117E303630}"/>
              </a:ext>
            </a:extLst>
          </p:cNvPr>
          <p:cNvSpPr/>
          <p:nvPr userDrawn="1"/>
        </p:nvSpPr>
        <p:spPr>
          <a:xfrm rot="10800000">
            <a:off x="-1" y="0"/>
            <a:ext cx="4724077" cy="8229600"/>
          </a:xfrm>
          <a:prstGeom prst="rect">
            <a:avLst/>
          </a:prstGeom>
          <a:gradFill flip="none" rotWithShape="1">
            <a:gsLst>
              <a:gs pos="76000">
                <a:srgbClr val="050D1B">
                  <a:alpha val="0"/>
                </a:srgbClr>
              </a:gs>
              <a:gs pos="9000">
                <a:srgbClr val="13336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58F435B2-AE74-4B1E-AF51-69031180F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902" y="3131589"/>
            <a:ext cx="3728275" cy="1966423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32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 marL="548640" indent="0">
              <a:buNone/>
              <a:defRPr>
                <a:latin typeface="Innostage" panose="02000000000000000000" pitchFamily="50" charset="-52"/>
              </a:defRPr>
            </a:lvl2pPr>
            <a:lvl3pPr marL="1097280" indent="0">
              <a:buNone/>
              <a:defRPr>
                <a:latin typeface="Innostage" panose="02000000000000000000" pitchFamily="50" charset="-52"/>
              </a:defRPr>
            </a:lvl3pPr>
            <a:lvl4pPr marL="1645920" indent="0">
              <a:buNone/>
              <a:defRPr>
                <a:latin typeface="Innostage" panose="02000000000000000000" pitchFamily="50" charset="-52"/>
              </a:defRPr>
            </a:lvl4pPr>
            <a:lvl5pPr marL="2194560" indent="0">
              <a:buNone/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О чем пойдет речь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C397A0-E291-4ADF-AA40-63AEAD1B9C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22" name="Текст 21">
            <a:extLst>
              <a:ext uri="{FF2B5EF4-FFF2-40B4-BE49-F238E27FC236}">
                <a16:creationId xmlns:a16="http://schemas.microsoft.com/office/drawing/2014/main" id="{28EA0B81-BB51-48B7-9FDC-25D56F37B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0815" y="1459026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24" name="Текст 21">
            <a:extLst>
              <a:ext uri="{FF2B5EF4-FFF2-40B4-BE49-F238E27FC236}">
                <a16:creationId xmlns:a16="http://schemas.microsoft.com/office/drawing/2014/main" id="{9D0F858C-34A3-4547-82E2-020454E4E3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19855" y="1459026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5" name="Текст 21">
            <a:extLst>
              <a:ext uri="{FF2B5EF4-FFF2-40B4-BE49-F238E27FC236}">
                <a16:creationId xmlns:a16="http://schemas.microsoft.com/office/drawing/2014/main" id="{372FD2C7-D27C-4568-8934-94194E407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30815" y="2408533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26" name="Текст 21">
            <a:extLst>
              <a:ext uri="{FF2B5EF4-FFF2-40B4-BE49-F238E27FC236}">
                <a16:creationId xmlns:a16="http://schemas.microsoft.com/office/drawing/2014/main" id="{00174725-D2B9-4FA6-B349-499163DE3A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19855" y="2408533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568F5FD3-355A-4897-AC80-CD8DCC18F4F9}"/>
              </a:ext>
            </a:extLst>
          </p:cNvPr>
          <p:cNvCxnSpPr/>
          <p:nvPr userDrawn="1"/>
        </p:nvCxnSpPr>
        <p:spPr>
          <a:xfrm>
            <a:off x="5619854" y="2189617"/>
            <a:ext cx="8279026" cy="0"/>
          </a:xfrm>
          <a:prstGeom prst="line">
            <a:avLst/>
          </a:prstGeom>
          <a:ln w="9525">
            <a:solidFill>
              <a:srgbClr val="FE5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6EB789A-0CA6-45EC-B5AE-BCAE27C9CF45}"/>
              </a:ext>
            </a:extLst>
          </p:cNvPr>
          <p:cNvCxnSpPr/>
          <p:nvPr userDrawn="1"/>
        </p:nvCxnSpPr>
        <p:spPr>
          <a:xfrm>
            <a:off x="5619854" y="3192985"/>
            <a:ext cx="8279026" cy="0"/>
          </a:xfrm>
          <a:prstGeom prst="line">
            <a:avLst/>
          </a:prstGeom>
          <a:ln w="9525">
            <a:solidFill>
              <a:srgbClr val="FE5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Текст 21">
            <a:extLst>
              <a:ext uri="{FF2B5EF4-FFF2-40B4-BE49-F238E27FC236}">
                <a16:creationId xmlns:a16="http://schemas.microsoft.com/office/drawing/2014/main" id="{EB7908F4-DAD2-4C23-B85C-8556CB7C21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30815" y="3437263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37" name="Текст 21">
            <a:extLst>
              <a:ext uri="{FF2B5EF4-FFF2-40B4-BE49-F238E27FC236}">
                <a16:creationId xmlns:a16="http://schemas.microsoft.com/office/drawing/2014/main" id="{4F61C5D5-C4CE-4603-8744-FD2981C681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19855" y="3437263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8" name="Текст 21">
            <a:extLst>
              <a:ext uri="{FF2B5EF4-FFF2-40B4-BE49-F238E27FC236}">
                <a16:creationId xmlns:a16="http://schemas.microsoft.com/office/drawing/2014/main" id="{741230ED-88E8-4DBD-B54E-05EFCF6A00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30815" y="4386771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39" name="Текст 21">
            <a:extLst>
              <a:ext uri="{FF2B5EF4-FFF2-40B4-BE49-F238E27FC236}">
                <a16:creationId xmlns:a16="http://schemas.microsoft.com/office/drawing/2014/main" id="{D9C196EF-5613-4116-9EF2-60DC9417B5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9855" y="4386771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4D1EE1FB-1EEC-43B7-ADDC-23E19E13E788}"/>
              </a:ext>
            </a:extLst>
          </p:cNvPr>
          <p:cNvCxnSpPr/>
          <p:nvPr userDrawn="1"/>
        </p:nvCxnSpPr>
        <p:spPr>
          <a:xfrm>
            <a:off x="5619854" y="4167854"/>
            <a:ext cx="8279026" cy="0"/>
          </a:xfrm>
          <a:prstGeom prst="line">
            <a:avLst/>
          </a:prstGeom>
          <a:ln w="9525">
            <a:solidFill>
              <a:srgbClr val="FE5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598510A5-ACD1-4206-BB34-55EAAC986321}"/>
              </a:ext>
            </a:extLst>
          </p:cNvPr>
          <p:cNvCxnSpPr/>
          <p:nvPr userDrawn="1"/>
        </p:nvCxnSpPr>
        <p:spPr>
          <a:xfrm>
            <a:off x="5619854" y="5171222"/>
            <a:ext cx="8279026" cy="0"/>
          </a:xfrm>
          <a:prstGeom prst="line">
            <a:avLst/>
          </a:prstGeom>
          <a:ln w="9525">
            <a:solidFill>
              <a:srgbClr val="FE5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Текст 21">
            <a:extLst>
              <a:ext uri="{FF2B5EF4-FFF2-40B4-BE49-F238E27FC236}">
                <a16:creationId xmlns:a16="http://schemas.microsoft.com/office/drawing/2014/main" id="{8B0F0BD4-8A7D-4783-BF6E-80A589D014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0815" y="5415501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43" name="Текст 21">
            <a:extLst>
              <a:ext uri="{FF2B5EF4-FFF2-40B4-BE49-F238E27FC236}">
                <a16:creationId xmlns:a16="http://schemas.microsoft.com/office/drawing/2014/main" id="{B02D6BC9-6F44-4EBA-A624-42D239A65F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19855" y="5415501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44" name="Текст 21">
            <a:extLst>
              <a:ext uri="{FF2B5EF4-FFF2-40B4-BE49-F238E27FC236}">
                <a16:creationId xmlns:a16="http://schemas.microsoft.com/office/drawing/2014/main" id="{559A98EF-8F55-49CC-A22E-B77CEBCFD52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0815" y="6365008"/>
            <a:ext cx="7068065" cy="540175"/>
          </a:xfrm>
        </p:spPr>
        <p:txBody>
          <a:bodyPr anchor="ctr">
            <a:normAutofit/>
          </a:bodyPr>
          <a:lstStyle>
            <a:lvl1pPr>
              <a:defRPr sz="2160"/>
            </a:lvl1pPr>
          </a:lstStyle>
          <a:p>
            <a:pPr lvl="0"/>
            <a:r>
              <a:rPr lang="ru-RU" dirty="0"/>
              <a:t>Пункт содержания презентации</a:t>
            </a:r>
          </a:p>
        </p:txBody>
      </p:sp>
      <p:sp>
        <p:nvSpPr>
          <p:cNvPr id="45" name="Текст 21">
            <a:extLst>
              <a:ext uri="{FF2B5EF4-FFF2-40B4-BE49-F238E27FC236}">
                <a16:creationId xmlns:a16="http://schemas.microsoft.com/office/drawing/2014/main" id="{4BA6933C-9929-4545-92FE-9230A0844F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19855" y="6365008"/>
            <a:ext cx="795775" cy="540175"/>
          </a:xfrm>
        </p:spPr>
        <p:txBody>
          <a:bodyPr anchor="ctr">
            <a:normAutofit/>
          </a:bodyPr>
          <a:lstStyle>
            <a:lvl1pPr>
              <a:defRPr sz="2160"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5DCC908C-BBB1-48C5-8422-6276F927D504}"/>
              </a:ext>
            </a:extLst>
          </p:cNvPr>
          <p:cNvCxnSpPr/>
          <p:nvPr userDrawn="1"/>
        </p:nvCxnSpPr>
        <p:spPr>
          <a:xfrm>
            <a:off x="5619854" y="6146092"/>
            <a:ext cx="8279026" cy="0"/>
          </a:xfrm>
          <a:prstGeom prst="line">
            <a:avLst/>
          </a:prstGeom>
          <a:ln w="9525">
            <a:solidFill>
              <a:srgbClr val="FE5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1BB71B8F-A054-4AD7-BCFD-24826D9F3DB9}"/>
              </a:ext>
            </a:extLst>
          </p:cNvPr>
          <p:cNvCxnSpPr/>
          <p:nvPr userDrawn="1"/>
        </p:nvCxnSpPr>
        <p:spPr>
          <a:xfrm>
            <a:off x="5619854" y="7149460"/>
            <a:ext cx="8279026" cy="0"/>
          </a:xfrm>
          <a:prstGeom prst="line">
            <a:avLst/>
          </a:prstGeom>
          <a:ln w="9525">
            <a:solidFill>
              <a:srgbClr val="FE5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1129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290D43-26BD-4E58-B220-4185BB7669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1525" y="1691640"/>
            <a:ext cx="11950991" cy="502920"/>
          </a:xfrm>
        </p:spPr>
        <p:txBody>
          <a:bodyPr>
            <a:noAutofit/>
          </a:bodyPr>
          <a:lstStyle>
            <a:lvl1pPr>
              <a:defRPr sz="2160">
                <a:solidFill>
                  <a:srgbClr val="FE5000"/>
                </a:solidFill>
                <a:latin typeface="Nekst Bold" panose="000008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Подзаголовок или тезис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CA7B6C2-1504-495F-9A32-20F33FED3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2576382"/>
            <a:ext cx="5803084" cy="4560880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9C7E3C57-63E9-41A7-AE13-3700FF96B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18618" y="2576382"/>
            <a:ext cx="5803084" cy="4560880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16569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290D43-26BD-4E58-B220-4185BB7669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1525" y="1691640"/>
            <a:ext cx="11950991" cy="502920"/>
          </a:xfrm>
        </p:spPr>
        <p:txBody>
          <a:bodyPr>
            <a:noAutofit/>
          </a:bodyPr>
          <a:lstStyle>
            <a:lvl1pPr>
              <a:defRPr sz="2160">
                <a:solidFill>
                  <a:srgbClr val="FE5000"/>
                </a:solidFill>
                <a:latin typeface="Nekst Bold" panose="000008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Подзаголовок или тезис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CA7B6C2-1504-495F-9A32-20F33FED3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2576382"/>
            <a:ext cx="5803084" cy="4560880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9C7E3C57-63E9-41A7-AE13-3700FF96B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5200" y="2958205"/>
            <a:ext cx="6385972" cy="3842954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  <p:sp>
        <p:nvSpPr>
          <p:cNvPr id="7" name="Скругленный прямоугольник 23">
            <a:extLst>
              <a:ext uri="{FF2B5EF4-FFF2-40B4-BE49-F238E27FC236}">
                <a16:creationId xmlns:a16="http://schemas.microsoft.com/office/drawing/2014/main" id="{7E41E52C-0BD3-4EE5-90FC-252D66DACDD9}"/>
              </a:ext>
            </a:extLst>
          </p:cNvPr>
          <p:cNvSpPr/>
          <p:nvPr userDrawn="1"/>
        </p:nvSpPr>
        <p:spPr>
          <a:xfrm>
            <a:off x="6918619" y="2576382"/>
            <a:ext cx="7098887" cy="4560880"/>
          </a:xfrm>
          <a:prstGeom prst="roundRect">
            <a:avLst>
              <a:gd name="adj" fmla="val 2377"/>
            </a:avLst>
          </a:prstGeom>
          <a:noFill/>
          <a:ln>
            <a:solidFill>
              <a:srgbClr val="003F86"/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72379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290D43-26BD-4E58-B220-4185BB7669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8202" y="2020330"/>
            <a:ext cx="11387525" cy="502920"/>
          </a:xfrm>
        </p:spPr>
        <p:txBody>
          <a:bodyPr>
            <a:noAutofit/>
          </a:bodyPr>
          <a:lstStyle>
            <a:lvl1pPr>
              <a:defRPr sz="216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Термин – определение термина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CA7B6C2-1504-495F-9A32-20F33FED3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3559983"/>
            <a:ext cx="5803084" cy="384295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9C7E3C57-63E9-41A7-AE13-3700FF96BE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5200" y="3559981"/>
            <a:ext cx="6385972" cy="3842954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  <p:sp>
        <p:nvSpPr>
          <p:cNvPr id="7" name="Скругленный прямоугольник 23">
            <a:extLst>
              <a:ext uri="{FF2B5EF4-FFF2-40B4-BE49-F238E27FC236}">
                <a16:creationId xmlns:a16="http://schemas.microsoft.com/office/drawing/2014/main" id="{7E41E52C-0BD3-4EE5-90FC-252D66DACDD9}"/>
              </a:ext>
            </a:extLst>
          </p:cNvPr>
          <p:cNvSpPr/>
          <p:nvPr userDrawn="1"/>
        </p:nvSpPr>
        <p:spPr>
          <a:xfrm>
            <a:off x="770711" y="1696583"/>
            <a:ext cx="12040775" cy="1150415"/>
          </a:xfrm>
          <a:prstGeom prst="roundRect">
            <a:avLst>
              <a:gd name="adj" fmla="val 5814"/>
            </a:avLst>
          </a:prstGeom>
          <a:noFill/>
          <a:ln>
            <a:solidFill>
              <a:srgbClr val="003F86"/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0028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791507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Мультимедиа 7">
            <a:extLst>
              <a:ext uri="{FF2B5EF4-FFF2-40B4-BE49-F238E27FC236}">
                <a16:creationId xmlns:a16="http://schemas.microsoft.com/office/drawing/2014/main" id="{2CC454F3-3204-4A2F-ABFC-66BFA3140DAA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771526" y="1680210"/>
            <a:ext cx="11950064" cy="5861686"/>
          </a:xfrm>
        </p:spPr>
        <p:txBody>
          <a:bodyPr>
            <a:normAutofit/>
          </a:bodyPr>
          <a:lstStyle>
            <a:lvl1pPr>
              <a:defRPr sz="2160"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520872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BCABF3B-115C-4267-BFD6-CFA65B557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526" y="1680210"/>
            <a:ext cx="6257924" cy="5861686"/>
          </a:xfrm>
        </p:spPr>
        <p:txBody>
          <a:bodyPr>
            <a:normAutofit/>
          </a:bodyPr>
          <a:lstStyle>
            <a:lvl1pPr>
              <a:defRPr sz="2160"/>
            </a:lvl1pPr>
          </a:lstStyle>
          <a:p>
            <a:endParaRPr lang="ru-RU" dirty="0"/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46BC3927-B4E1-43EA-AF39-03B6F8E79F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39233" y="1680210"/>
            <a:ext cx="6257924" cy="5861686"/>
          </a:xfrm>
        </p:spPr>
        <p:txBody>
          <a:bodyPr>
            <a:normAutofit/>
          </a:bodyPr>
          <a:lstStyle>
            <a:lvl1pPr>
              <a:defRPr sz="2160"/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10947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46BC3927-B4E1-43EA-AF39-03B6F8E79F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39233" y="1680210"/>
            <a:ext cx="6257924" cy="5861686"/>
          </a:xfrm>
        </p:spPr>
        <p:txBody>
          <a:bodyPr>
            <a:normAutofit/>
          </a:bodyPr>
          <a:lstStyle>
            <a:lvl1pPr>
              <a:defRPr sz="2160"/>
            </a:lvl1pPr>
          </a:lstStyle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53345016-F649-423F-B956-0E641B7C32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2" y="1680211"/>
            <a:ext cx="6257924" cy="2490095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4E574737-4BAB-4773-BFC3-4DD3912518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713" y="4514301"/>
            <a:ext cx="6257924" cy="3027595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52781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одержание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C0B5249-2856-4DAA-86A7-430D897D2EB5}"/>
              </a:ext>
            </a:extLst>
          </p:cNvPr>
          <p:cNvSpPr/>
          <p:nvPr userDrawn="1"/>
        </p:nvSpPr>
        <p:spPr>
          <a:xfrm>
            <a:off x="0" y="0"/>
            <a:ext cx="4724078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A21E7B6-377D-42FE-BFB1-16E44ED9DA70}"/>
              </a:ext>
            </a:extLst>
          </p:cNvPr>
          <p:cNvSpPr/>
          <p:nvPr userDrawn="1"/>
        </p:nvSpPr>
        <p:spPr>
          <a:xfrm>
            <a:off x="-4867885" y="-3830033"/>
            <a:ext cx="10280147" cy="10465128"/>
          </a:xfrm>
          <a:prstGeom prst="ellipse">
            <a:avLst/>
          </a:prstGeom>
          <a:gradFill flip="none" rotWithShape="1">
            <a:gsLst>
              <a:gs pos="67000">
                <a:srgbClr val="002855">
                  <a:alpha val="0"/>
                </a:srgbClr>
              </a:gs>
              <a:gs pos="0">
                <a:srgbClr val="00438F">
                  <a:alpha val="72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2E215FF-0286-4928-8A85-8847E0B15808}"/>
              </a:ext>
            </a:extLst>
          </p:cNvPr>
          <p:cNvSpPr/>
          <p:nvPr userDrawn="1"/>
        </p:nvSpPr>
        <p:spPr>
          <a:xfrm rot="10800000">
            <a:off x="-2" y="0"/>
            <a:ext cx="4724077" cy="8229600"/>
          </a:xfrm>
          <a:prstGeom prst="rect">
            <a:avLst/>
          </a:prstGeom>
          <a:gradFill flip="none" rotWithShape="1">
            <a:gsLst>
              <a:gs pos="76000">
                <a:srgbClr val="050D1B">
                  <a:alpha val="0"/>
                </a:srgbClr>
              </a:gs>
              <a:gs pos="9000">
                <a:srgbClr val="13336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C397A0-E291-4ADF-AA40-63AEAD1B9C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62" name="Текст 3">
            <a:extLst>
              <a:ext uri="{FF2B5EF4-FFF2-40B4-BE49-F238E27FC236}">
                <a16:creationId xmlns:a16="http://schemas.microsoft.com/office/drawing/2014/main" id="{B0F211F5-10D6-4602-A0F8-470F474434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405" y="1216933"/>
            <a:ext cx="7572571" cy="2490095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4" name="Текст 3">
            <a:extLst>
              <a:ext uri="{FF2B5EF4-FFF2-40B4-BE49-F238E27FC236}">
                <a16:creationId xmlns:a16="http://schemas.microsoft.com/office/drawing/2014/main" id="{A46B6A9E-E834-4AB6-BB67-885DAC6228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407" y="4051022"/>
            <a:ext cx="7572571" cy="3280678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  <p:sp>
        <p:nvSpPr>
          <p:cNvPr id="65" name="Текст 12">
            <a:extLst>
              <a:ext uri="{FF2B5EF4-FFF2-40B4-BE49-F238E27FC236}">
                <a16:creationId xmlns:a16="http://schemas.microsoft.com/office/drawing/2014/main" id="{4DC3FA14-4B03-4F13-89D3-8718388CA3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902" y="2973423"/>
            <a:ext cx="3728275" cy="1966423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 marL="548640" indent="0">
              <a:buNone/>
              <a:defRPr>
                <a:latin typeface="Innostage" panose="02000000000000000000" pitchFamily="50" charset="-52"/>
              </a:defRPr>
            </a:lvl2pPr>
            <a:lvl3pPr marL="1097280" indent="0">
              <a:buNone/>
              <a:defRPr>
                <a:latin typeface="Innostage" panose="02000000000000000000" pitchFamily="50" charset="-52"/>
              </a:defRPr>
            </a:lvl3pPr>
            <a:lvl4pPr marL="1645920" indent="0">
              <a:buNone/>
              <a:defRPr>
                <a:latin typeface="Innostage" panose="02000000000000000000" pitchFamily="50" charset="-52"/>
              </a:defRPr>
            </a:lvl4pPr>
            <a:lvl5pPr marL="2194560" indent="0">
              <a:buNone/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Заголовок</a:t>
            </a:r>
          </a:p>
          <a:p>
            <a:pPr lvl="0"/>
            <a:r>
              <a:rPr lang="ru-RU" dirty="0"/>
              <a:t>слайда</a:t>
            </a:r>
          </a:p>
        </p:txBody>
      </p:sp>
    </p:spTree>
    <p:extLst>
      <p:ext uri="{BB962C8B-B14F-4D97-AF65-F5344CB8AC3E}">
        <p14:creationId xmlns:p14="http://schemas.microsoft.com/office/powerpoint/2010/main" val="24594356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одержание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0FB178-DC2E-47A5-892A-F8CE1EBF9C52}"/>
              </a:ext>
            </a:extLst>
          </p:cNvPr>
          <p:cNvSpPr/>
          <p:nvPr userDrawn="1"/>
        </p:nvSpPr>
        <p:spPr>
          <a:xfrm>
            <a:off x="0" y="0"/>
            <a:ext cx="4724078" cy="8229600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C397A0-E291-4ADF-AA40-63AEAD1B9C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62" name="Текст 3">
            <a:extLst>
              <a:ext uri="{FF2B5EF4-FFF2-40B4-BE49-F238E27FC236}">
                <a16:creationId xmlns:a16="http://schemas.microsoft.com/office/drawing/2014/main" id="{B0F211F5-10D6-4602-A0F8-470F474434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405" y="1216933"/>
            <a:ext cx="7572571" cy="2490095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4" name="Текст 3">
            <a:extLst>
              <a:ext uri="{FF2B5EF4-FFF2-40B4-BE49-F238E27FC236}">
                <a16:creationId xmlns:a16="http://schemas.microsoft.com/office/drawing/2014/main" id="{A46B6A9E-E834-4AB6-BB67-885DAC6228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407" y="4051022"/>
            <a:ext cx="7572571" cy="3280678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  <p:sp>
        <p:nvSpPr>
          <p:cNvPr id="65" name="Текст 12">
            <a:extLst>
              <a:ext uri="{FF2B5EF4-FFF2-40B4-BE49-F238E27FC236}">
                <a16:creationId xmlns:a16="http://schemas.microsoft.com/office/drawing/2014/main" id="{4DC3FA14-4B03-4F13-89D3-8718388CA3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902" y="2973423"/>
            <a:ext cx="3728275" cy="1966423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880">
                <a:solidFill>
                  <a:schemeClr val="bg1"/>
                </a:solidFill>
                <a:latin typeface="Innostage" panose="02000000000000000000" pitchFamily="50" charset="-52"/>
              </a:defRPr>
            </a:lvl1pPr>
            <a:lvl2pPr marL="548640" indent="0">
              <a:buNone/>
              <a:defRPr>
                <a:latin typeface="Innostage" panose="02000000000000000000" pitchFamily="50" charset="-52"/>
              </a:defRPr>
            </a:lvl2pPr>
            <a:lvl3pPr marL="1097280" indent="0">
              <a:buNone/>
              <a:defRPr>
                <a:latin typeface="Innostage" panose="02000000000000000000" pitchFamily="50" charset="-52"/>
              </a:defRPr>
            </a:lvl3pPr>
            <a:lvl4pPr marL="1645920" indent="0">
              <a:buNone/>
              <a:defRPr>
                <a:latin typeface="Innostage" panose="02000000000000000000" pitchFamily="50" charset="-52"/>
              </a:defRPr>
            </a:lvl4pPr>
            <a:lvl5pPr marL="2194560" indent="0">
              <a:buNone/>
              <a:defRPr>
                <a:latin typeface="Innostage" panose="02000000000000000000" pitchFamily="50" charset="-52"/>
              </a:defRPr>
            </a:lvl5pPr>
          </a:lstStyle>
          <a:p>
            <a:pPr lvl="0"/>
            <a:r>
              <a:rPr lang="ru-RU" dirty="0"/>
              <a:t>Заголовок</a:t>
            </a:r>
          </a:p>
          <a:p>
            <a:pPr lvl="0"/>
            <a:r>
              <a:rPr lang="ru-RU" dirty="0"/>
              <a:t>слайда</a:t>
            </a:r>
          </a:p>
        </p:txBody>
      </p:sp>
    </p:spTree>
    <p:extLst>
      <p:ext uri="{BB962C8B-B14F-4D97-AF65-F5344CB8AC3E}">
        <p14:creationId xmlns:p14="http://schemas.microsoft.com/office/powerpoint/2010/main" val="15043090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одержание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2263A9D-450D-4DB4-AB87-28604F6261B1}"/>
              </a:ext>
            </a:extLst>
          </p:cNvPr>
          <p:cNvSpPr/>
          <p:nvPr userDrawn="1"/>
        </p:nvSpPr>
        <p:spPr>
          <a:xfrm>
            <a:off x="0" y="0"/>
            <a:ext cx="4724078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4B80AF0F-FFB2-4433-A5EF-509A1F218CA0}"/>
              </a:ext>
            </a:extLst>
          </p:cNvPr>
          <p:cNvSpPr/>
          <p:nvPr userDrawn="1"/>
        </p:nvSpPr>
        <p:spPr>
          <a:xfrm>
            <a:off x="-4867885" y="-3830033"/>
            <a:ext cx="10280147" cy="10465128"/>
          </a:xfrm>
          <a:prstGeom prst="ellipse">
            <a:avLst/>
          </a:prstGeom>
          <a:gradFill flip="none" rotWithShape="1">
            <a:gsLst>
              <a:gs pos="67000">
                <a:srgbClr val="002855">
                  <a:alpha val="0"/>
                </a:srgbClr>
              </a:gs>
              <a:gs pos="0">
                <a:srgbClr val="00438F">
                  <a:alpha val="72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05E197E-26FD-4C9D-800F-A5B96DB1E6F2}"/>
              </a:ext>
            </a:extLst>
          </p:cNvPr>
          <p:cNvSpPr/>
          <p:nvPr userDrawn="1"/>
        </p:nvSpPr>
        <p:spPr>
          <a:xfrm rot="10800000">
            <a:off x="-1" y="0"/>
            <a:ext cx="4724077" cy="8229600"/>
          </a:xfrm>
          <a:prstGeom prst="rect">
            <a:avLst/>
          </a:prstGeom>
          <a:gradFill flip="none" rotWithShape="1">
            <a:gsLst>
              <a:gs pos="76000">
                <a:srgbClr val="050D1B">
                  <a:alpha val="0"/>
                </a:srgbClr>
              </a:gs>
              <a:gs pos="9000">
                <a:srgbClr val="13336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3C397A0-E291-4ADF-AA40-63AEAD1B9C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49" name="Скругленный прямоугольник 23">
            <a:extLst>
              <a:ext uri="{FF2B5EF4-FFF2-40B4-BE49-F238E27FC236}">
                <a16:creationId xmlns:a16="http://schemas.microsoft.com/office/drawing/2014/main" id="{ACB083CA-5FB4-4C06-A372-2E2D46DF1825}"/>
              </a:ext>
            </a:extLst>
          </p:cNvPr>
          <p:cNvSpPr/>
          <p:nvPr userDrawn="1"/>
        </p:nvSpPr>
        <p:spPr>
          <a:xfrm>
            <a:off x="546649" y="494862"/>
            <a:ext cx="3773168" cy="1505264"/>
          </a:xfrm>
          <a:prstGeom prst="roundRect">
            <a:avLst>
              <a:gd name="adj" fmla="val 8653"/>
            </a:avLst>
          </a:prstGeom>
          <a:noFill/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Текст 20">
            <a:extLst>
              <a:ext uri="{FF2B5EF4-FFF2-40B4-BE49-F238E27FC236}">
                <a16:creationId xmlns:a16="http://schemas.microsoft.com/office/drawing/2014/main" id="{EE301434-FD9B-42EF-B2CD-8B3E57F91D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5738" y="719962"/>
            <a:ext cx="1975921" cy="461453"/>
          </a:xfrm>
        </p:spPr>
        <p:txBody>
          <a:bodyPr>
            <a:no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51" name="Текст 20">
            <a:extLst>
              <a:ext uri="{FF2B5EF4-FFF2-40B4-BE49-F238E27FC236}">
                <a16:creationId xmlns:a16="http://schemas.microsoft.com/office/drawing/2014/main" id="{D423208B-F34F-40BB-B221-2708F1AED4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5737" y="1401708"/>
            <a:ext cx="2533270" cy="35569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52" name="Скругленный прямоугольник 23">
            <a:extLst>
              <a:ext uri="{FF2B5EF4-FFF2-40B4-BE49-F238E27FC236}">
                <a16:creationId xmlns:a16="http://schemas.microsoft.com/office/drawing/2014/main" id="{B99A12A5-2F5F-473B-9BDC-C3C4FF931D11}"/>
              </a:ext>
            </a:extLst>
          </p:cNvPr>
          <p:cNvSpPr/>
          <p:nvPr userDrawn="1"/>
        </p:nvSpPr>
        <p:spPr>
          <a:xfrm>
            <a:off x="546649" y="4051023"/>
            <a:ext cx="3773168" cy="1505264"/>
          </a:xfrm>
          <a:prstGeom prst="roundRect">
            <a:avLst>
              <a:gd name="adj" fmla="val 8653"/>
            </a:avLst>
          </a:prstGeom>
          <a:noFill/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Текст 20">
            <a:extLst>
              <a:ext uri="{FF2B5EF4-FFF2-40B4-BE49-F238E27FC236}">
                <a16:creationId xmlns:a16="http://schemas.microsoft.com/office/drawing/2014/main" id="{662702B1-1AA1-43E4-871E-CCEF08941C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5738" y="4276123"/>
            <a:ext cx="1975921" cy="461453"/>
          </a:xfrm>
        </p:spPr>
        <p:txBody>
          <a:bodyPr>
            <a:no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54" name="Текст 20">
            <a:extLst>
              <a:ext uri="{FF2B5EF4-FFF2-40B4-BE49-F238E27FC236}">
                <a16:creationId xmlns:a16="http://schemas.microsoft.com/office/drawing/2014/main" id="{4EEC856F-DA87-4F7C-9881-8DEB17A9B6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5737" y="4957870"/>
            <a:ext cx="2533270" cy="35569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55" name="Скругленный прямоугольник 23">
            <a:extLst>
              <a:ext uri="{FF2B5EF4-FFF2-40B4-BE49-F238E27FC236}">
                <a16:creationId xmlns:a16="http://schemas.microsoft.com/office/drawing/2014/main" id="{3ED5B76B-D485-4F0C-BE80-B3EF4166630A}"/>
              </a:ext>
            </a:extLst>
          </p:cNvPr>
          <p:cNvSpPr/>
          <p:nvPr userDrawn="1"/>
        </p:nvSpPr>
        <p:spPr>
          <a:xfrm>
            <a:off x="546649" y="5826436"/>
            <a:ext cx="3773168" cy="1505264"/>
          </a:xfrm>
          <a:prstGeom prst="roundRect">
            <a:avLst>
              <a:gd name="adj" fmla="val 8653"/>
            </a:avLst>
          </a:prstGeom>
          <a:noFill/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Текст 20">
            <a:extLst>
              <a:ext uri="{FF2B5EF4-FFF2-40B4-BE49-F238E27FC236}">
                <a16:creationId xmlns:a16="http://schemas.microsoft.com/office/drawing/2014/main" id="{65F1A181-07A6-4667-A266-B57430308B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738" y="6051536"/>
            <a:ext cx="1975921" cy="461453"/>
          </a:xfrm>
        </p:spPr>
        <p:txBody>
          <a:bodyPr>
            <a:no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57" name="Текст 20">
            <a:extLst>
              <a:ext uri="{FF2B5EF4-FFF2-40B4-BE49-F238E27FC236}">
                <a16:creationId xmlns:a16="http://schemas.microsoft.com/office/drawing/2014/main" id="{DD7BB640-C847-4EBF-A6C3-75805CCF96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737" y="6733283"/>
            <a:ext cx="2533270" cy="35569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58" name="Заголовок 1">
            <a:extLst>
              <a:ext uri="{FF2B5EF4-FFF2-40B4-BE49-F238E27FC236}">
                <a16:creationId xmlns:a16="http://schemas.microsoft.com/office/drawing/2014/main" id="{F14846FE-3CAE-4E3F-A2DE-1A99321A3F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0405" y="438151"/>
            <a:ext cx="7572571" cy="728328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59" name="Скругленный прямоугольник 23">
            <a:extLst>
              <a:ext uri="{FF2B5EF4-FFF2-40B4-BE49-F238E27FC236}">
                <a16:creationId xmlns:a16="http://schemas.microsoft.com/office/drawing/2014/main" id="{62A4B874-029D-4FD3-8349-172A4D0028B8}"/>
              </a:ext>
            </a:extLst>
          </p:cNvPr>
          <p:cNvSpPr/>
          <p:nvPr userDrawn="1"/>
        </p:nvSpPr>
        <p:spPr>
          <a:xfrm>
            <a:off x="546649" y="2275611"/>
            <a:ext cx="3773168" cy="1505264"/>
          </a:xfrm>
          <a:prstGeom prst="roundRect">
            <a:avLst>
              <a:gd name="adj" fmla="val 8653"/>
            </a:avLst>
          </a:prstGeom>
          <a:noFill/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Текст 20">
            <a:extLst>
              <a:ext uri="{FF2B5EF4-FFF2-40B4-BE49-F238E27FC236}">
                <a16:creationId xmlns:a16="http://schemas.microsoft.com/office/drawing/2014/main" id="{D4DC6B4D-4FA6-4AFB-8F21-4E373166843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5738" y="2500711"/>
            <a:ext cx="1975921" cy="461453"/>
          </a:xfrm>
        </p:spPr>
        <p:txBody>
          <a:bodyPr>
            <a:no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150+</a:t>
            </a:r>
          </a:p>
        </p:txBody>
      </p:sp>
      <p:sp>
        <p:nvSpPr>
          <p:cNvPr id="61" name="Текст 20">
            <a:extLst>
              <a:ext uri="{FF2B5EF4-FFF2-40B4-BE49-F238E27FC236}">
                <a16:creationId xmlns:a16="http://schemas.microsoft.com/office/drawing/2014/main" id="{D307E4C3-86D1-4DDC-8F2B-F432D9E8F5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5737" y="3182458"/>
            <a:ext cx="2533270" cy="35569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 значения</a:t>
            </a:r>
          </a:p>
        </p:txBody>
      </p:sp>
      <p:sp>
        <p:nvSpPr>
          <p:cNvPr id="62" name="Текст 3">
            <a:extLst>
              <a:ext uri="{FF2B5EF4-FFF2-40B4-BE49-F238E27FC236}">
                <a16:creationId xmlns:a16="http://schemas.microsoft.com/office/drawing/2014/main" id="{B0F211F5-10D6-4602-A0F8-470F474434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405" y="1661775"/>
            <a:ext cx="7572571" cy="2119100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64" name="Текст 3">
            <a:extLst>
              <a:ext uri="{FF2B5EF4-FFF2-40B4-BE49-F238E27FC236}">
                <a16:creationId xmlns:a16="http://schemas.microsoft.com/office/drawing/2014/main" id="{A46B6A9E-E834-4AB6-BB67-885DAC6228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407" y="4051022"/>
            <a:ext cx="7572571" cy="3280678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>
                <a:solidFill>
                  <a:srgbClr val="002855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marL="342900" marR="0" lvl="0" indent="-34290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Основной текст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244246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кругленный прямоугольник 23">
            <a:extLst>
              <a:ext uri="{FF2B5EF4-FFF2-40B4-BE49-F238E27FC236}">
                <a16:creationId xmlns:a16="http://schemas.microsoft.com/office/drawing/2014/main" id="{16EB7CF9-D830-4F2C-B1FF-3C006DA17FD9}"/>
              </a:ext>
            </a:extLst>
          </p:cNvPr>
          <p:cNvSpPr/>
          <p:nvPr userDrawn="1"/>
        </p:nvSpPr>
        <p:spPr>
          <a:xfrm>
            <a:off x="6605208" y="5019126"/>
            <a:ext cx="5545409" cy="2615729"/>
          </a:xfrm>
          <a:prstGeom prst="roundRect">
            <a:avLst>
              <a:gd name="adj" fmla="val 299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Скругленный прямоугольник 23">
            <a:extLst>
              <a:ext uri="{FF2B5EF4-FFF2-40B4-BE49-F238E27FC236}">
                <a16:creationId xmlns:a16="http://schemas.microsoft.com/office/drawing/2014/main" id="{A5A1B8D1-AA17-4604-A92B-605D9C5024E6}"/>
              </a:ext>
            </a:extLst>
          </p:cNvPr>
          <p:cNvSpPr/>
          <p:nvPr userDrawn="1"/>
        </p:nvSpPr>
        <p:spPr>
          <a:xfrm>
            <a:off x="6605208" y="2078189"/>
            <a:ext cx="5545409" cy="2615729"/>
          </a:xfrm>
          <a:prstGeom prst="roundRect">
            <a:avLst>
              <a:gd name="adj" fmla="val 299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Скругленный прямоугольник 23">
            <a:extLst>
              <a:ext uri="{FF2B5EF4-FFF2-40B4-BE49-F238E27FC236}">
                <a16:creationId xmlns:a16="http://schemas.microsoft.com/office/drawing/2014/main" id="{D96F444E-AC7E-4373-BD50-3F7BB49D18F5}"/>
              </a:ext>
            </a:extLst>
          </p:cNvPr>
          <p:cNvSpPr/>
          <p:nvPr userDrawn="1"/>
        </p:nvSpPr>
        <p:spPr>
          <a:xfrm>
            <a:off x="770711" y="5019127"/>
            <a:ext cx="5545409" cy="2615729"/>
          </a:xfrm>
          <a:prstGeom prst="roundRect">
            <a:avLst>
              <a:gd name="adj" fmla="val 299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Скругленный прямоугольник 23">
            <a:extLst>
              <a:ext uri="{FF2B5EF4-FFF2-40B4-BE49-F238E27FC236}">
                <a16:creationId xmlns:a16="http://schemas.microsoft.com/office/drawing/2014/main" id="{E2757116-96DD-440A-BE4C-460FCFC14480}"/>
              </a:ext>
            </a:extLst>
          </p:cNvPr>
          <p:cNvSpPr/>
          <p:nvPr userDrawn="1"/>
        </p:nvSpPr>
        <p:spPr>
          <a:xfrm>
            <a:off x="770711" y="2078190"/>
            <a:ext cx="5545409" cy="2615729"/>
          </a:xfrm>
          <a:prstGeom prst="roundRect">
            <a:avLst>
              <a:gd name="adj" fmla="val 299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16A59D7-CCBF-44AD-94E2-C4791CCD1D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E84FA246-6C66-4B36-BDD9-481B1B63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12178934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50" name="Текст 20">
            <a:extLst>
              <a:ext uri="{FF2B5EF4-FFF2-40B4-BE49-F238E27FC236}">
                <a16:creationId xmlns:a16="http://schemas.microsoft.com/office/drawing/2014/main" id="{C07721D0-BBB6-41C6-AD74-09E36C9A2F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9799" y="2198335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1" name="Текст 20">
            <a:extLst>
              <a:ext uri="{FF2B5EF4-FFF2-40B4-BE49-F238E27FC236}">
                <a16:creationId xmlns:a16="http://schemas.microsoft.com/office/drawing/2014/main" id="{3FFF26ED-B564-4668-B559-D3CDAAD406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9799" y="324104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67F93E6D-1A09-433A-AA76-F89C54642D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9799" y="5108706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C6D1CD9D-9962-4BAB-9D9F-F79EAE2809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9799" y="615141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5" name="Текст 20">
            <a:extLst>
              <a:ext uri="{FF2B5EF4-FFF2-40B4-BE49-F238E27FC236}">
                <a16:creationId xmlns:a16="http://schemas.microsoft.com/office/drawing/2014/main" id="{EBA541BD-5E2E-4DF5-BFBE-C1B6F8090C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94296" y="2198335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E43F751E-0938-4B20-A545-FB04BE49EF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4296" y="324104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225FFBD3-B7F1-4346-9D80-7711447B24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4296" y="5108706"/>
            <a:ext cx="4899269" cy="461453"/>
          </a:xfrm>
        </p:spPr>
        <p:txBody>
          <a:bodyPr>
            <a:noAutofit/>
          </a:bodyPr>
          <a:lstStyle>
            <a:lvl1pPr>
              <a:defRPr sz="240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72539E31-20BA-491E-ADE7-685D9BDA6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94296" y="6151411"/>
            <a:ext cx="4899269" cy="1196834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marL="0" marR="0" lvl="0" indent="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10559506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две колонки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1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1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1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0" y="438151"/>
            <a:ext cx="1207526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3168547"/>
            <a:ext cx="5034916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  <a:p>
            <a:pPr lvl="0"/>
            <a:r>
              <a:rPr lang="ru-RU" dirty="0"/>
              <a:t>Абзацы отбивайте отступами, это облегчает процесс чтения и усвоения презентуемой информации.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66002-57B0-4C9C-9139-8569DE00FAA9}"/>
              </a:ext>
            </a:extLst>
          </p:cNvPr>
          <p:cNvSpPr/>
          <p:nvPr userDrawn="1"/>
        </p:nvSpPr>
        <p:spPr>
          <a:xfrm>
            <a:off x="7382803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A99603E-6866-41FD-819D-AC733F93465C}"/>
              </a:ext>
            </a:extLst>
          </p:cNvPr>
          <p:cNvCxnSpPr>
            <a:cxnSpLocks/>
          </p:cNvCxnSpPr>
          <p:nvPr userDrawn="1"/>
        </p:nvCxnSpPr>
        <p:spPr>
          <a:xfrm>
            <a:off x="7382803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B6E3D53-4511-48D9-A043-4A515BCAF523}"/>
              </a:ext>
            </a:extLst>
          </p:cNvPr>
          <p:cNvCxnSpPr>
            <a:cxnSpLocks/>
          </p:cNvCxnSpPr>
          <p:nvPr userDrawn="1"/>
        </p:nvCxnSpPr>
        <p:spPr>
          <a:xfrm>
            <a:off x="7382803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Текст 13">
            <a:extLst>
              <a:ext uri="{FF2B5EF4-FFF2-40B4-BE49-F238E27FC236}">
                <a16:creationId xmlns:a16="http://schemas.microsoft.com/office/drawing/2014/main" id="{9DFE1CBB-B2B2-43D8-9C15-8E6EB39A8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1063" y="3168547"/>
            <a:ext cx="5034916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  <a:p>
            <a:pPr lvl="0"/>
            <a:r>
              <a:rPr lang="ru-RU" dirty="0"/>
              <a:t>Лучше разбить материал на несколько слайдов, но подать крупно, аккуратно и доступно, чем скомкать все мелко на одном слайде.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6E56110-8D8A-4AB9-8514-46AAE4CE75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1526" y="1444100"/>
            <a:ext cx="8303894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Подзаголовок слайда, определение или тезис</a:t>
            </a:r>
          </a:p>
        </p:txBody>
      </p:sp>
    </p:spTree>
    <p:extLst>
      <p:ext uri="{BB962C8B-B14F-4D97-AF65-F5344CB8AC3E}">
        <p14:creationId xmlns:p14="http://schemas.microsoft.com/office/powerpoint/2010/main" val="14401325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две колонки с заголовком блоков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1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1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1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3168547"/>
            <a:ext cx="5034916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  <a:p>
            <a:pPr lvl="0"/>
            <a:r>
              <a:rPr lang="ru-RU" dirty="0"/>
              <a:t>Абзацы отбивайте отступами, это облегчает процесс чтения и усвоения презентуемой информации.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66002-57B0-4C9C-9139-8569DE00FAA9}"/>
              </a:ext>
            </a:extLst>
          </p:cNvPr>
          <p:cNvSpPr/>
          <p:nvPr userDrawn="1"/>
        </p:nvSpPr>
        <p:spPr>
          <a:xfrm>
            <a:off x="7382803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A99603E-6866-41FD-819D-AC733F93465C}"/>
              </a:ext>
            </a:extLst>
          </p:cNvPr>
          <p:cNvCxnSpPr>
            <a:cxnSpLocks/>
          </p:cNvCxnSpPr>
          <p:nvPr userDrawn="1"/>
        </p:nvCxnSpPr>
        <p:spPr>
          <a:xfrm>
            <a:off x="7382803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B6E3D53-4511-48D9-A043-4A515BCAF523}"/>
              </a:ext>
            </a:extLst>
          </p:cNvPr>
          <p:cNvCxnSpPr>
            <a:cxnSpLocks/>
          </p:cNvCxnSpPr>
          <p:nvPr userDrawn="1"/>
        </p:nvCxnSpPr>
        <p:spPr>
          <a:xfrm>
            <a:off x="7382803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Текст 13">
            <a:extLst>
              <a:ext uri="{FF2B5EF4-FFF2-40B4-BE49-F238E27FC236}">
                <a16:creationId xmlns:a16="http://schemas.microsoft.com/office/drawing/2014/main" id="{9DFE1CBB-B2B2-43D8-9C15-8E6EB39A8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1063" y="3168547"/>
            <a:ext cx="5034916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  <a:p>
            <a:pPr lvl="0"/>
            <a:r>
              <a:rPr lang="ru-RU" dirty="0"/>
              <a:t>Лучше разбить материал на несколько слайдов, но подать крупно, аккуратно и доступно, чем скомкать все мелко на одном слайде.</a:t>
            </a:r>
          </a:p>
        </p:txBody>
      </p:sp>
      <p:sp>
        <p:nvSpPr>
          <p:cNvPr id="13" name="Текст 20">
            <a:extLst>
              <a:ext uri="{FF2B5EF4-FFF2-40B4-BE49-F238E27FC236}">
                <a16:creationId xmlns:a16="http://schemas.microsoft.com/office/drawing/2014/main" id="{AB94BA7B-3275-4195-B026-22F13AA9E7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711" y="2031412"/>
            <a:ext cx="5891436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17725374-1C82-49C6-9889-29F5E6D70E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82803" y="2017361"/>
            <a:ext cx="5891436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</p:spTree>
    <p:extLst>
      <p:ext uri="{BB962C8B-B14F-4D97-AF65-F5344CB8AC3E}">
        <p14:creationId xmlns:p14="http://schemas.microsoft.com/office/powerpoint/2010/main" val="65433560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две колонки с заголовком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1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1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1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4516103"/>
            <a:ext cx="5034916" cy="225415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66002-57B0-4C9C-9139-8569DE00FAA9}"/>
              </a:ext>
            </a:extLst>
          </p:cNvPr>
          <p:cNvSpPr/>
          <p:nvPr userDrawn="1"/>
        </p:nvSpPr>
        <p:spPr>
          <a:xfrm>
            <a:off x="7382803" y="2651147"/>
            <a:ext cx="5891436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 dirty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A99603E-6866-41FD-819D-AC733F93465C}"/>
              </a:ext>
            </a:extLst>
          </p:cNvPr>
          <p:cNvCxnSpPr>
            <a:cxnSpLocks/>
          </p:cNvCxnSpPr>
          <p:nvPr userDrawn="1"/>
        </p:nvCxnSpPr>
        <p:spPr>
          <a:xfrm>
            <a:off x="7382803" y="278370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B6E3D53-4511-48D9-A043-4A515BCAF523}"/>
              </a:ext>
            </a:extLst>
          </p:cNvPr>
          <p:cNvCxnSpPr>
            <a:cxnSpLocks/>
          </p:cNvCxnSpPr>
          <p:nvPr userDrawn="1"/>
        </p:nvCxnSpPr>
        <p:spPr>
          <a:xfrm>
            <a:off x="7382803" y="7134774"/>
            <a:ext cx="5891436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Текст 13">
            <a:extLst>
              <a:ext uri="{FF2B5EF4-FFF2-40B4-BE49-F238E27FC236}">
                <a16:creationId xmlns:a16="http://schemas.microsoft.com/office/drawing/2014/main" id="{9DFE1CBB-B2B2-43D8-9C15-8E6EB39A8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1063" y="4516102"/>
            <a:ext cx="5034916" cy="2254158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6E56110-8D8A-4AB9-8514-46AAE4CE75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1526" y="1444100"/>
            <a:ext cx="8303894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Подзаголовок слайда, определение или тезис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B1BBCF-DA08-49CC-9460-A16C13707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8970" y="3168547"/>
            <a:ext cx="2164080" cy="641453"/>
          </a:xfrm>
        </p:spPr>
        <p:txBody>
          <a:bodyPr>
            <a:norm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en-US" dirty="0"/>
              <a:t>100%</a:t>
            </a:r>
            <a:endParaRPr lang="ru-RU" dirty="0"/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C9A139B6-5E18-4DEB-AE70-A93258951A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971" y="3810001"/>
            <a:ext cx="5034916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факта</a:t>
            </a:r>
            <a:r>
              <a:rPr lang="en-US" dirty="0"/>
              <a:t>/</a:t>
            </a:r>
            <a:r>
              <a:rPr lang="ru-RU" dirty="0"/>
              <a:t>значение данных</a:t>
            </a:r>
          </a:p>
        </p:txBody>
      </p:sp>
      <p:sp>
        <p:nvSpPr>
          <p:cNvPr id="20" name="Текст 2">
            <a:extLst>
              <a:ext uri="{FF2B5EF4-FFF2-40B4-BE49-F238E27FC236}">
                <a16:creationId xmlns:a16="http://schemas.microsoft.com/office/drawing/2014/main" id="{F6C52269-49C6-4212-8DA9-A26A90E63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1063" y="3154496"/>
            <a:ext cx="2164080" cy="641453"/>
          </a:xfrm>
        </p:spPr>
        <p:txBody>
          <a:bodyPr>
            <a:normAutofit/>
          </a:bodyPr>
          <a:lstStyle>
            <a:lvl1pPr>
              <a:defRPr sz="288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en-US" dirty="0"/>
              <a:t>100%</a:t>
            </a:r>
            <a:endParaRPr lang="ru-RU" dirty="0"/>
          </a:p>
        </p:txBody>
      </p:sp>
      <p:sp>
        <p:nvSpPr>
          <p:cNvPr id="22" name="Текст 20">
            <a:extLst>
              <a:ext uri="{FF2B5EF4-FFF2-40B4-BE49-F238E27FC236}">
                <a16:creationId xmlns:a16="http://schemas.microsoft.com/office/drawing/2014/main" id="{3BDDE8BB-F625-4993-B983-550D3CFBE1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11063" y="3795950"/>
            <a:ext cx="5034916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факта</a:t>
            </a:r>
            <a:r>
              <a:rPr lang="en-US" dirty="0"/>
              <a:t>/</a:t>
            </a:r>
            <a:r>
              <a:rPr lang="ru-RU" dirty="0"/>
              <a:t>значение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284678813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три колонки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2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2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2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6E56110-8D8A-4AB9-8514-46AAE4CE75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1526" y="1444100"/>
            <a:ext cx="8303894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Подзаголовок слайда, определение или тезис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84438DF-1AA7-44F9-B582-9304C1229DC4}"/>
              </a:ext>
            </a:extLst>
          </p:cNvPr>
          <p:cNvSpPr/>
          <p:nvPr userDrawn="1"/>
        </p:nvSpPr>
        <p:spPr>
          <a:xfrm>
            <a:off x="5246916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2555E17-1D40-423F-A4BE-CE86BCE0E2B4}"/>
              </a:ext>
            </a:extLst>
          </p:cNvPr>
          <p:cNvCxnSpPr>
            <a:cxnSpLocks/>
          </p:cNvCxnSpPr>
          <p:nvPr userDrawn="1"/>
        </p:nvCxnSpPr>
        <p:spPr>
          <a:xfrm>
            <a:off x="5246916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53DAC55-EE3E-4618-9427-6302E1479775}"/>
              </a:ext>
            </a:extLst>
          </p:cNvPr>
          <p:cNvCxnSpPr>
            <a:cxnSpLocks/>
          </p:cNvCxnSpPr>
          <p:nvPr userDrawn="1"/>
        </p:nvCxnSpPr>
        <p:spPr>
          <a:xfrm>
            <a:off x="5246916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13">
            <a:extLst>
              <a:ext uri="{FF2B5EF4-FFF2-40B4-BE49-F238E27FC236}">
                <a16:creationId xmlns:a16="http://schemas.microsoft.com/office/drawing/2014/main" id="{94E31C8C-C963-406A-8B12-A3EAEAD17E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5175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Абзацы отбивайте отступами, это облегчает процесс чтения и усвоения презентуемой информации.</a:t>
            </a:r>
          </a:p>
          <a:p>
            <a:pPr lvl="0"/>
            <a:r>
              <a:rPr lang="ru-RU" dirty="0"/>
              <a:t>Выравнивание текста лучше всего смотрится по левому краю. 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604EEFC-E6E6-4018-904A-91EE0B5C18E6}"/>
              </a:ext>
            </a:extLst>
          </p:cNvPr>
          <p:cNvSpPr/>
          <p:nvPr userDrawn="1"/>
        </p:nvSpPr>
        <p:spPr>
          <a:xfrm>
            <a:off x="9723121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C6559A3-44EF-44A4-B96D-ED006CAD50F0}"/>
              </a:ext>
            </a:extLst>
          </p:cNvPr>
          <p:cNvCxnSpPr>
            <a:cxnSpLocks/>
          </p:cNvCxnSpPr>
          <p:nvPr userDrawn="1"/>
        </p:nvCxnSpPr>
        <p:spPr>
          <a:xfrm>
            <a:off x="9723121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A53F65B-7AE1-4AFF-B635-F161818ADF12}"/>
              </a:ext>
            </a:extLst>
          </p:cNvPr>
          <p:cNvCxnSpPr>
            <a:cxnSpLocks/>
          </p:cNvCxnSpPr>
          <p:nvPr userDrawn="1"/>
        </p:nvCxnSpPr>
        <p:spPr>
          <a:xfrm>
            <a:off x="9723121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13">
            <a:extLst>
              <a:ext uri="{FF2B5EF4-FFF2-40B4-BE49-F238E27FC236}">
                <a16:creationId xmlns:a16="http://schemas.microsoft.com/office/drawing/2014/main" id="{68BACA02-514D-4042-8FEF-ECFF4A7C35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51381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</p:txBody>
      </p:sp>
    </p:spTree>
    <p:extLst>
      <p:ext uri="{BB962C8B-B14F-4D97-AF65-F5344CB8AC3E}">
        <p14:creationId xmlns:p14="http://schemas.microsoft.com/office/powerpoint/2010/main" val="262422537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в три колонки с заголовками блоков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EEF381-066D-497A-A2DB-759D45470F00}"/>
              </a:ext>
            </a:extLst>
          </p:cNvPr>
          <p:cNvSpPr/>
          <p:nvPr userDrawn="1"/>
        </p:nvSpPr>
        <p:spPr>
          <a:xfrm>
            <a:off x="770712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7843C9-4D7F-4A73-AF6B-6015920A423B}"/>
              </a:ext>
            </a:extLst>
          </p:cNvPr>
          <p:cNvCxnSpPr>
            <a:cxnSpLocks/>
          </p:cNvCxnSpPr>
          <p:nvPr userDrawn="1"/>
        </p:nvCxnSpPr>
        <p:spPr>
          <a:xfrm>
            <a:off x="770712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DF1B60A-E34C-4CA4-B606-4FBCFAEB5A92}"/>
              </a:ext>
            </a:extLst>
          </p:cNvPr>
          <p:cNvCxnSpPr>
            <a:cxnSpLocks/>
          </p:cNvCxnSpPr>
          <p:nvPr userDrawn="1"/>
        </p:nvCxnSpPr>
        <p:spPr>
          <a:xfrm>
            <a:off x="770712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4BDFBD3-E480-4762-9D16-03A8CD8CC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971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Текст презентации важно делить на блоки и колонки для лучшей читабельности и восприятия. Не нужно перегружать текст лишней информацией. </a:t>
            </a:r>
          </a:p>
          <a:p>
            <a:pPr lvl="0"/>
            <a:r>
              <a:rPr lang="ru-RU" dirty="0"/>
              <a:t>Текст растянутый на всю ширину слайда будет считываться плохо.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84438DF-1AA7-44F9-B582-9304C1229DC4}"/>
              </a:ext>
            </a:extLst>
          </p:cNvPr>
          <p:cNvSpPr/>
          <p:nvPr userDrawn="1"/>
        </p:nvSpPr>
        <p:spPr>
          <a:xfrm>
            <a:off x="5246916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2555E17-1D40-423F-A4BE-CE86BCE0E2B4}"/>
              </a:ext>
            </a:extLst>
          </p:cNvPr>
          <p:cNvCxnSpPr>
            <a:cxnSpLocks/>
          </p:cNvCxnSpPr>
          <p:nvPr userDrawn="1"/>
        </p:nvCxnSpPr>
        <p:spPr>
          <a:xfrm>
            <a:off x="5246916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53DAC55-EE3E-4618-9427-6302E1479775}"/>
              </a:ext>
            </a:extLst>
          </p:cNvPr>
          <p:cNvCxnSpPr>
            <a:cxnSpLocks/>
          </p:cNvCxnSpPr>
          <p:nvPr userDrawn="1"/>
        </p:nvCxnSpPr>
        <p:spPr>
          <a:xfrm>
            <a:off x="5246916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13">
            <a:extLst>
              <a:ext uri="{FF2B5EF4-FFF2-40B4-BE49-F238E27FC236}">
                <a16:creationId xmlns:a16="http://schemas.microsoft.com/office/drawing/2014/main" id="{94E31C8C-C963-406A-8B12-A3EAEAD17E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75175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Абзацы отбивайте отступами, это облегчает процесс чтения и усвоения презентуемой информации.</a:t>
            </a:r>
          </a:p>
          <a:p>
            <a:pPr lvl="0"/>
            <a:r>
              <a:rPr lang="ru-RU" dirty="0"/>
              <a:t>Выравнивание текста лучше всего смотрится по левому краю. 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604EEFC-E6E6-4018-904A-91EE0B5C18E6}"/>
              </a:ext>
            </a:extLst>
          </p:cNvPr>
          <p:cNvSpPr/>
          <p:nvPr userDrawn="1"/>
        </p:nvSpPr>
        <p:spPr>
          <a:xfrm>
            <a:off x="9723121" y="2651147"/>
            <a:ext cx="4136569" cy="463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C6559A3-44EF-44A4-B96D-ED006CAD50F0}"/>
              </a:ext>
            </a:extLst>
          </p:cNvPr>
          <p:cNvCxnSpPr>
            <a:cxnSpLocks/>
          </p:cNvCxnSpPr>
          <p:nvPr userDrawn="1"/>
        </p:nvCxnSpPr>
        <p:spPr>
          <a:xfrm>
            <a:off x="9723121" y="278370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A53F65B-7AE1-4AFF-B635-F161818ADF12}"/>
              </a:ext>
            </a:extLst>
          </p:cNvPr>
          <p:cNvCxnSpPr>
            <a:cxnSpLocks/>
          </p:cNvCxnSpPr>
          <p:nvPr userDrawn="1"/>
        </p:nvCxnSpPr>
        <p:spPr>
          <a:xfrm>
            <a:off x="9723121" y="7134774"/>
            <a:ext cx="4136569" cy="0"/>
          </a:xfrm>
          <a:prstGeom prst="line">
            <a:avLst/>
          </a:prstGeom>
          <a:ln>
            <a:solidFill>
              <a:srgbClr val="0028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13">
            <a:extLst>
              <a:ext uri="{FF2B5EF4-FFF2-40B4-BE49-F238E27FC236}">
                <a16:creationId xmlns:a16="http://schemas.microsoft.com/office/drawing/2014/main" id="{68BACA02-514D-4042-8FEF-ECFF4A7C35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51381" y="3168547"/>
            <a:ext cx="3296830" cy="3601714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1680"/>
            </a:lvl1pPr>
            <a:lvl2pPr>
              <a:defRPr sz="1440"/>
            </a:lvl2pPr>
            <a:lvl3pPr>
              <a:defRPr sz="144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ru-RU" dirty="0"/>
              <a:t>В попытках уместить большее количество текста за счет уменьшения размера шрифта, так же повлечет за собой ухудшение восприятия презентуемой вами информации. </a:t>
            </a:r>
          </a:p>
        </p:txBody>
      </p:sp>
      <p:sp>
        <p:nvSpPr>
          <p:cNvPr id="16" name="Текст 20">
            <a:extLst>
              <a:ext uri="{FF2B5EF4-FFF2-40B4-BE49-F238E27FC236}">
                <a16:creationId xmlns:a16="http://schemas.microsoft.com/office/drawing/2014/main" id="{2D44F2D4-D6C4-4EDB-9FC7-D031288538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0712" y="2031412"/>
            <a:ext cx="4136569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  <p:sp>
        <p:nvSpPr>
          <p:cNvPr id="17" name="Текст 20">
            <a:extLst>
              <a:ext uri="{FF2B5EF4-FFF2-40B4-BE49-F238E27FC236}">
                <a16:creationId xmlns:a16="http://schemas.microsoft.com/office/drawing/2014/main" id="{BA13775E-BE0B-41D4-9C2D-BC9175FA18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6914" y="2035904"/>
            <a:ext cx="4136569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  <p:sp>
        <p:nvSpPr>
          <p:cNvPr id="18" name="Текст 20">
            <a:extLst>
              <a:ext uri="{FF2B5EF4-FFF2-40B4-BE49-F238E27FC236}">
                <a16:creationId xmlns:a16="http://schemas.microsoft.com/office/drawing/2014/main" id="{FF66CB12-B0B4-4FE3-AD5E-FF5FB48ED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23117" y="2031412"/>
            <a:ext cx="4136569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Заголовок блока</a:t>
            </a:r>
          </a:p>
        </p:txBody>
      </p:sp>
    </p:spTree>
    <p:extLst>
      <p:ext uri="{BB962C8B-B14F-4D97-AF65-F5344CB8AC3E}">
        <p14:creationId xmlns:p14="http://schemas.microsoft.com/office/powerpoint/2010/main" val="1304985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блока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02855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42" name="Скругленный прямоугольник 23">
            <a:extLst>
              <a:ext uri="{FF2B5EF4-FFF2-40B4-BE49-F238E27FC236}">
                <a16:creationId xmlns:a16="http://schemas.microsoft.com/office/drawing/2014/main" id="{0923F542-DADA-4B97-AECF-356B46AC11EE}"/>
              </a:ext>
            </a:extLst>
          </p:cNvPr>
          <p:cNvSpPr/>
          <p:nvPr userDrawn="1"/>
        </p:nvSpPr>
        <p:spPr>
          <a:xfrm>
            <a:off x="6339896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Скругленный прямоугольник 23">
            <a:extLst>
              <a:ext uri="{FF2B5EF4-FFF2-40B4-BE49-F238E27FC236}">
                <a16:creationId xmlns:a16="http://schemas.microsoft.com/office/drawing/2014/main" id="{CFC0CF5C-022D-4078-9C1F-EAE3D34E2A81}"/>
              </a:ext>
            </a:extLst>
          </p:cNvPr>
          <p:cNvSpPr/>
          <p:nvPr userDrawn="1"/>
        </p:nvSpPr>
        <p:spPr>
          <a:xfrm>
            <a:off x="967065" y="2113708"/>
            <a:ext cx="4334531" cy="5047487"/>
          </a:xfrm>
          <a:prstGeom prst="roundRect">
            <a:avLst>
              <a:gd name="adj" fmla="val 2493"/>
            </a:avLst>
          </a:prstGeom>
          <a:solidFill>
            <a:schemeClr val="bg1"/>
          </a:solidFill>
          <a:ln w="28575">
            <a:solidFill>
              <a:srgbClr val="FE5000"/>
            </a:solidFill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Текст 20">
            <a:extLst>
              <a:ext uri="{FF2B5EF4-FFF2-40B4-BE49-F238E27FC236}">
                <a16:creationId xmlns:a16="http://schemas.microsoft.com/office/drawing/2014/main" id="{42593E62-0409-4251-BCE3-658B36B598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8460" y="3240910"/>
            <a:ext cx="3514612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8" name="Текст 20">
            <a:extLst>
              <a:ext uri="{FF2B5EF4-FFF2-40B4-BE49-F238E27FC236}">
                <a16:creationId xmlns:a16="http://schemas.microsoft.com/office/drawing/2014/main" id="{9CFB07BF-F90F-4631-802B-626153B015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8459" y="2178628"/>
            <a:ext cx="3514612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59" name="Текст 20">
            <a:extLst>
              <a:ext uri="{FF2B5EF4-FFF2-40B4-BE49-F238E27FC236}">
                <a16:creationId xmlns:a16="http://schemas.microsoft.com/office/drawing/2014/main" id="{477D629A-E2D0-4CB2-B1DF-11E710BEFF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8458" y="4120014"/>
            <a:ext cx="3514612" cy="821428"/>
          </a:xfrm>
        </p:spPr>
        <p:txBody>
          <a:bodyPr>
            <a:noAutofit/>
          </a:bodyPr>
          <a:lstStyle>
            <a:lvl1pPr>
              <a:defRPr sz="240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0" name="Текст 20">
            <a:extLst>
              <a:ext uri="{FF2B5EF4-FFF2-40B4-BE49-F238E27FC236}">
                <a16:creationId xmlns:a16="http://schemas.microsoft.com/office/drawing/2014/main" id="{94B7C139-44F6-4E4B-97CA-F330A309DF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8456" y="5386208"/>
            <a:ext cx="3514612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1" name="Текст 20">
            <a:extLst>
              <a:ext uri="{FF2B5EF4-FFF2-40B4-BE49-F238E27FC236}">
                <a16:creationId xmlns:a16="http://schemas.microsoft.com/office/drawing/2014/main" id="{D3BCB6CE-4817-41EF-AE1C-7B20AE3F62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32932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F6B43834-B0F1-4A8E-A930-72FD5A1AF5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231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D0F5394A-FDA8-4E7F-BDBD-36C2B4487B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2934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4" name="Текст 20">
            <a:extLst>
              <a:ext uri="{FF2B5EF4-FFF2-40B4-BE49-F238E27FC236}">
                <a16:creationId xmlns:a16="http://schemas.microsoft.com/office/drawing/2014/main" id="{AD599223-AFA2-464D-9412-209E715E0C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2932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5" name="Скругленный прямоугольник 23">
            <a:extLst>
              <a:ext uri="{FF2B5EF4-FFF2-40B4-BE49-F238E27FC236}">
                <a16:creationId xmlns:a16="http://schemas.microsoft.com/office/drawing/2014/main" id="{D9D7F83F-0970-44BF-BF16-806959A09505}"/>
              </a:ext>
            </a:extLst>
          </p:cNvPr>
          <p:cNvSpPr/>
          <p:nvPr userDrawn="1"/>
        </p:nvSpPr>
        <p:spPr>
          <a:xfrm>
            <a:off x="10374302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AE48472A-0722-467C-AA40-79EB95350A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7338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7" name="Текст 20">
            <a:extLst>
              <a:ext uri="{FF2B5EF4-FFF2-40B4-BE49-F238E27FC236}">
                <a16:creationId xmlns:a16="http://schemas.microsoft.com/office/drawing/2014/main" id="{8022019A-44CA-4FF2-B371-B92456224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74637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8B3BC509-033F-48A8-9FED-D0B128658C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67340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rgbClr val="002855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C4DEA0AD-48C3-4D42-A946-6945FFAE52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7338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rgbClr val="002855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1892363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ри блока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42" name="Скругленный прямоугольник 23">
            <a:extLst>
              <a:ext uri="{FF2B5EF4-FFF2-40B4-BE49-F238E27FC236}">
                <a16:creationId xmlns:a16="http://schemas.microsoft.com/office/drawing/2014/main" id="{0923F542-DADA-4B97-AECF-356B46AC11EE}"/>
              </a:ext>
            </a:extLst>
          </p:cNvPr>
          <p:cNvSpPr/>
          <p:nvPr userDrawn="1"/>
        </p:nvSpPr>
        <p:spPr>
          <a:xfrm>
            <a:off x="6339896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Скругленный прямоугольник 23">
            <a:extLst>
              <a:ext uri="{FF2B5EF4-FFF2-40B4-BE49-F238E27FC236}">
                <a16:creationId xmlns:a16="http://schemas.microsoft.com/office/drawing/2014/main" id="{CFC0CF5C-022D-4078-9C1F-EAE3D34E2A81}"/>
              </a:ext>
            </a:extLst>
          </p:cNvPr>
          <p:cNvSpPr/>
          <p:nvPr userDrawn="1"/>
        </p:nvSpPr>
        <p:spPr>
          <a:xfrm>
            <a:off x="967065" y="2113708"/>
            <a:ext cx="4334531" cy="5047487"/>
          </a:xfrm>
          <a:prstGeom prst="roundRect">
            <a:avLst>
              <a:gd name="adj" fmla="val 2493"/>
            </a:avLst>
          </a:prstGeom>
          <a:gradFill>
            <a:gsLst>
              <a:gs pos="76000">
                <a:srgbClr val="050D1B"/>
              </a:gs>
              <a:gs pos="9000">
                <a:srgbClr val="133361"/>
              </a:gs>
            </a:gsLst>
            <a:lin ang="2700000" scaled="1"/>
          </a:gradFill>
          <a:ln w="28575"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Текст 20">
            <a:extLst>
              <a:ext uri="{FF2B5EF4-FFF2-40B4-BE49-F238E27FC236}">
                <a16:creationId xmlns:a16="http://schemas.microsoft.com/office/drawing/2014/main" id="{42593E62-0409-4251-BCE3-658B36B598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8460" y="3240910"/>
            <a:ext cx="3514612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8" name="Текст 20">
            <a:extLst>
              <a:ext uri="{FF2B5EF4-FFF2-40B4-BE49-F238E27FC236}">
                <a16:creationId xmlns:a16="http://schemas.microsoft.com/office/drawing/2014/main" id="{9CFB07BF-F90F-4631-802B-626153B015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8459" y="2178628"/>
            <a:ext cx="3514612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59" name="Текст 20">
            <a:extLst>
              <a:ext uri="{FF2B5EF4-FFF2-40B4-BE49-F238E27FC236}">
                <a16:creationId xmlns:a16="http://schemas.microsoft.com/office/drawing/2014/main" id="{477D629A-E2D0-4CB2-B1DF-11E710BEFF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8458" y="4120014"/>
            <a:ext cx="3514612" cy="8214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0" name="Текст 20">
            <a:extLst>
              <a:ext uri="{FF2B5EF4-FFF2-40B4-BE49-F238E27FC236}">
                <a16:creationId xmlns:a16="http://schemas.microsoft.com/office/drawing/2014/main" id="{94B7C139-44F6-4E4B-97CA-F330A309DF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8456" y="5386208"/>
            <a:ext cx="3514612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1" name="Текст 20">
            <a:extLst>
              <a:ext uri="{FF2B5EF4-FFF2-40B4-BE49-F238E27FC236}">
                <a16:creationId xmlns:a16="http://schemas.microsoft.com/office/drawing/2014/main" id="{D3BCB6CE-4817-41EF-AE1C-7B20AE3F62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32932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2" name="Текст 20">
            <a:extLst>
              <a:ext uri="{FF2B5EF4-FFF2-40B4-BE49-F238E27FC236}">
                <a16:creationId xmlns:a16="http://schemas.microsoft.com/office/drawing/2014/main" id="{F6B43834-B0F1-4A8E-A930-72FD5A1AF5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40231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3" name="Текст 20">
            <a:extLst>
              <a:ext uri="{FF2B5EF4-FFF2-40B4-BE49-F238E27FC236}">
                <a16:creationId xmlns:a16="http://schemas.microsoft.com/office/drawing/2014/main" id="{D0F5394A-FDA8-4E7F-BDBD-36C2B4487B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2934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4" name="Текст 20">
            <a:extLst>
              <a:ext uri="{FF2B5EF4-FFF2-40B4-BE49-F238E27FC236}">
                <a16:creationId xmlns:a16="http://schemas.microsoft.com/office/drawing/2014/main" id="{AD599223-AFA2-464D-9412-209E715E0C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2932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65" name="Скругленный прямоугольник 23">
            <a:extLst>
              <a:ext uri="{FF2B5EF4-FFF2-40B4-BE49-F238E27FC236}">
                <a16:creationId xmlns:a16="http://schemas.microsoft.com/office/drawing/2014/main" id="{D9D7F83F-0970-44BF-BF16-806959A09505}"/>
              </a:ext>
            </a:extLst>
          </p:cNvPr>
          <p:cNvSpPr/>
          <p:nvPr userDrawn="1"/>
        </p:nvSpPr>
        <p:spPr>
          <a:xfrm>
            <a:off x="10374302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Текст 20">
            <a:extLst>
              <a:ext uri="{FF2B5EF4-FFF2-40B4-BE49-F238E27FC236}">
                <a16:creationId xmlns:a16="http://schemas.microsoft.com/office/drawing/2014/main" id="{AE48472A-0722-467C-AA40-79EB95350A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7338" y="3968409"/>
            <a:ext cx="3240116" cy="245947"/>
          </a:xfrm>
        </p:spPr>
        <p:txBody>
          <a:bodyPr anchor="b"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7" name="Текст 20">
            <a:extLst>
              <a:ext uri="{FF2B5EF4-FFF2-40B4-BE49-F238E27FC236}">
                <a16:creationId xmlns:a16="http://schemas.microsoft.com/office/drawing/2014/main" id="{8022019A-44CA-4FF2-B371-B92456224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74637" y="3150404"/>
            <a:ext cx="3240116" cy="708023"/>
          </a:xfrm>
        </p:spPr>
        <p:txBody>
          <a:bodyPr>
            <a:noAutofit/>
          </a:bodyPr>
          <a:lstStyle>
            <a:lvl1pPr>
              <a:defRPr sz="432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68" name="Текст 20">
            <a:extLst>
              <a:ext uri="{FF2B5EF4-FFF2-40B4-BE49-F238E27FC236}">
                <a16:creationId xmlns:a16="http://schemas.microsoft.com/office/drawing/2014/main" id="{8B3BC509-033F-48A8-9FED-D0B128658C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67340" y="4597105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69" name="Текст 20">
            <a:extLst>
              <a:ext uri="{FF2B5EF4-FFF2-40B4-BE49-F238E27FC236}">
                <a16:creationId xmlns:a16="http://schemas.microsoft.com/office/drawing/2014/main" id="{C4DEA0AD-48C3-4D42-A946-6945FFAE52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7338" y="5430686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48728794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23">
            <a:extLst>
              <a:ext uri="{FF2B5EF4-FFF2-40B4-BE49-F238E27FC236}">
                <a16:creationId xmlns:a16="http://schemas.microsoft.com/office/drawing/2014/main" id="{6491520F-B8F9-45F0-B815-D6111F623E8F}"/>
              </a:ext>
            </a:extLst>
          </p:cNvPr>
          <p:cNvSpPr/>
          <p:nvPr userDrawn="1"/>
        </p:nvSpPr>
        <p:spPr>
          <a:xfrm>
            <a:off x="890227" y="3049283"/>
            <a:ext cx="3707648" cy="4111912"/>
          </a:xfrm>
          <a:prstGeom prst="roundRect">
            <a:avLst>
              <a:gd name="adj" fmla="val 2493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Скругленный прямоугольник 23">
            <a:extLst>
              <a:ext uri="{FF2B5EF4-FFF2-40B4-BE49-F238E27FC236}">
                <a16:creationId xmlns:a16="http://schemas.microsoft.com/office/drawing/2014/main" id="{AFF00A93-0A42-461C-80C1-4D6569155046}"/>
              </a:ext>
            </a:extLst>
          </p:cNvPr>
          <p:cNvSpPr/>
          <p:nvPr userDrawn="1"/>
        </p:nvSpPr>
        <p:spPr>
          <a:xfrm>
            <a:off x="8982667" y="3049283"/>
            <a:ext cx="3707648" cy="4111912"/>
          </a:xfrm>
          <a:prstGeom prst="roundRect">
            <a:avLst>
              <a:gd name="adj" fmla="val 2493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C79DFAC8-BFFF-4F07-B400-E3870D7AB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325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AA2535C1-A180-4C35-A26C-EDC3C982EF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96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BCA7E291-E219-40BF-B87B-76F060F8DB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595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28" name="Скругленный прямоугольник 23">
            <a:extLst>
              <a:ext uri="{FF2B5EF4-FFF2-40B4-BE49-F238E27FC236}">
                <a16:creationId xmlns:a16="http://schemas.microsoft.com/office/drawing/2014/main" id="{688F8EFF-E4B8-43F5-90BF-AE034C586431}"/>
              </a:ext>
            </a:extLst>
          </p:cNvPr>
          <p:cNvSpPr/>
          <p:nvPr userDrawn="1"/>
        </p:nvSpPr>
        <p:spPr>
          <a:xfrm>
            <a:off x="4936447" y="3049283"/>
            <a:ext cx="3707648" cy="4111912"/>
          </a:xfrm>
          <a:prstGeom prst="roundRect">
            <a:avLst>
              <a:gd name="adj" fmla="val 2877"/>
            </a:avLst>
          </a:prstGeom>
          <a:gradFill>
            <a:gsLst>
              <a:gs pos="76000">
                <a:srgbClr val="050D1B"/>
              </a:gs>
              <a:gs pos="9000">
                <a:srgbClr val="133361"/>
              </a:gs>
            </a:gsLst>
            <a:lin ang="2700000" scaled="1"/>
          </a:gradFill>
          <a:ln w="19050">
            <a:solidFill>
              <a:srgbClr val="003F8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Текст 20">
            <a:extLst>
              <a:ext uri="{FF2B5EF4-FFF2-40B4-BE49-F238E27FC236}">
                <a16:creationId xmlns:a16="http://schemas.microsoft.com/office/drawing/2014/main" id="{95DA5982-D5F8-4BA0-BB9B-06C1076EBA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947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084A926E-7AB5-401B-9DC5-A84BA4A7C2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4218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bg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1" name="Текст 20">
            <a:extLst>
              <a:ext uri="{FF2B5EF4-FFF2-40B4-BE49-F238E27FC236}">
                <a16:creationId xmlns:a16="http://schemas.microsoft.com/office/drawing/2014/main" id="{259F404C-3F58-4328-A54A-54FE124AB9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4217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bg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C1E8D5CE-94C7-4306-840D-9D16D7D68E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569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4" name="Текст 20">
            <a:extLst>
              <a:ext uri="{FF2B5EF4-FFF2-40B4-BE49-F238E27FC236}">
                <a16:creationId xmlns:a16="http://schemas.microsoft.com/office/drawing/2014/main" id="{08A4DA56-9402-42DE-A3B6-86F579DE35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8840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8839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122190115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23">
            <a:extLst>
              <a:ext uri="{FF2B5EF4-FFF2-40B4-BE49-F238E27FC236}">
                <a16:creationId xmlns:a16="http://schemas.microsoft.com/office/drawing/2014/main" id="{2C4BA232-81E0-4F86-9328-59E4EF0D4FE4}"/>
              </a:ext>
            </a:extLst>
          </p:cNvPr>
          <p:cNvSpPr/>
          <p:nvPr userDrawn="1"/>
        </p:nvSpPr>
        <p:spPr>
          <a:xfrm>
            <a:off x="862191" y="3049283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Скругленный прямоугольник 23">
            <a:extLst>
              <a:ext uri="{FF2B5EF4-FFF2-40B4-BE49-F238E27FC236}">
                <a16:creationId xmlns:a16="http://schemas.microsoft.com/office/drawing/2014/main" id="{DCBB27B5-9172-48C0-AC25-1E3E599A4611}"/>
              </a:ext>
            </a:extLst>
          </p:cNvPr>
          <p:cNvSpPr/>
          <p:nvPr userDrawn="1"/>
        </p:nvSpPr>
        <p:spPr>
          <a:xfrm>
            <a:off x="4936447" y="3049282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Скругленный прямоугольник 23">
            <a:extLst>
              <a:ext uri="{FF2B5EF4-FFF2-40B4-BE49-F238E27FC236}">
                <a16:creationId xmlns:a16="http://schemas.microsoft.com/office/drawing/2014/main" id="{3A4054B0-A1B7-4AFB-9C20-983FC6A529A3}"/>
              </a:ext>
            </a:extLst>
          </p:cNvPr>
          <p:cNvSpPr/>
          <p:nvPr userDrawn="1"/>
        </p:nvSpPr>
        <p:spPr>
          <a:xfrm>
            <a:off x="8982667" y="3017688"/>
            <a:ext cx="3707648" cy="4111912"/>
          </a:xfrm>
          <a:prstGeom prst="roundRect">
            <a:avLst>
              <a:gd name="adj" fmla="val 2647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C79DFAC8-BFFF-4F07-B400-E3870D7AB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325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AA2535C1-A180-4C35-A26C-EDC3C982EF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96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BCA7E291-E219-40BF-B87B-76F060F8DB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9595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29" name="Текст 20">
            <a:extLst>
              <a:ext uri="{FF2B5EF4-FFF2-40B4-BE49-F238E27FC236}">
                <a16:creationId xmlns:a16="http://schemas.microsoft.com/office/drawing/2014/main" id="{95DA5982-D5F8-4BA0-BB9B-06C1076EBA5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947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084A926E-7AB5-401B-9DC5-A84BA4A7C2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4218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1" name="Текст 20">
            <a:extLst>
              <a:ext uri="{FF2B5EF4-FFF2-40B4-BE49-F238E27FC236}">
                <a16:creationId xmlns:a16="http://schemas.microsoft.com/office/drawing/2014/main" id="{259F404C-3F58-4328-A54A-54FE124AB9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4217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C1E8D5CE-94C7-4306-840D-9D16D7D68E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5698" y="3170175"/>
            <a:ext cx="3240116" cy="708023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4" name="Текст 20">
            <a:extLst>
              <a:ext uri="{FF2B5EF4-FFF2-40B4-BE49-F238E27FC236}">
                <a16:creationId xmlns:a16="http://schemas.microsoft.com/office/drawing/2014/main" id="{08A4DA56-9402-42DE-A3B6-86F579DE35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88401" y="4616877"/>
            <a:ext cx="2790265" cy="410714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88398" y="5450457"/>
            <a:ext cx="3240116" cy="1462588"/>
          </a:xfrm>
        </p:spPr>
        <p:txBody>
          <a:bodyPr anchor="t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</p:spTree>
    <p:extLst>
      <p:ext uri="{BB962C8B-B14F-4D97-AF65-F5344CB8AC3E}">
        <p14:creationId xmlns:p14="http://schemas.microsoft.com/office/powerpoint/2010/main" val="167391589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3">
            <a:extLst>
              <a:ext uri="{FF2B5EF4-FFF2-40B4-BE49-F238E27FC236}">
                <a16:creationId xmlns:a16="http://schemas.microsoft.com/office/drawing/2014/main" id="{6882FF1D-956F-4E78-AB4F-8AAF0277B5B0}"/>
              </a:ext>
            </a:extLst>
          </p:cNvPr>
          <p:cNvSpPr/>
          <p:nvPr userDrawn="1"/>
        </p:nvSpPr>
        <p:spPr>
          <a:xfrm>
            <a:off x="770712" y="2113709"/>
            <a:ext cx="4463340" cy="5023482"/>
          </a:xfrm>
          <a:prstGeom prst="roundRect">
            <a:avLst>
              <a:gd name="adj" fmla="val 2290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sp>
        <p:nvSpPr>
          <p:cNvPr id="22" name="Скругленный прямоугольник 23">
            <a:extLst>
              <a:ext uri="{FF2B5EF4-FFF2-40B4-BE49-F238E27FC236}">
                <a16:creationId xmlns:a16="http://schemas.microsoft.com/office/drawing/2014/main" id="{40D8C401-4F8C-49EF-8AA9-0403A2615E1E}"/>
              </a:ext>
            </a:extLst>
          </p:cNvPr>
          <p:cNvSpPr/>
          <p:nvPr userDrawn="1"/>
        </p:nvSpPr>
        <p:spPr>
          <a:xfrm>
            <a:off x="6115050" y="2113710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B9D689E0-A032-4961-B265-68A4E26DE32E}"/>
              </a:ext>
            </a:extLst>
          </p:cNvPr>
          <p:cNvSpPr/>
          <p:nvPr userDrawn="1"/>
        </p:nvSpPr>
        <p:spPr>
          <a:xfrm>
            <a:off x="6115050" y="3892880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Скругленный прямоугольник 23">
            <a:extLst>
              <a:ext uri="{FF2B5EF4-FFF2-40B4-BE49-F238E27FC236}">
                <a16:creationId xmlns:a16="http://schemas.microsoft.com/office/drawing/2014/main" id="{F11BD425-0B38-414C-BD60-1B4B1D4ECCB1}"/>
              </a:ext>
            </a:extLst>
          </p:cNvPr>
          <p:cNvSpPr/>
          <p:nvPr userDrawn="1"/>
        </p:nvSpPr>
        <p:spPr>
          <a:xfrm>
            <a:off x="6115050" y="5665411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CEED9C39-95B2-47DC-8D89-55C88E2D83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4289" y="3240910"/>
            <a:ext cx="3729930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DE7A3274-2799-4719-9851-8D5F051298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4287" y="2178628"/>
            <a:ext cx="3729930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3D636F11-4FAE-4347-8FCA-40580097DC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4286" y="4120014"/>
            <a:ext cx="3564469" cy="8214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3" name="Текст 20">
            <a:extLst>
              <a:ext uri="{FF2B5EF4-FFF2-40B4-BE49-F238E27FC236}">
                <a16:creationId xmlns:a16="http://schemas.microsoft.com/office/drawing/2014/main" id="{DC7DA29E-1248-4F11-AA62-B47FC8ACDE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4285" y="5386208"/>
            <a:ext cx="3729930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2739" y="2363733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BEBBF2DE-372B-42E8-BBAC-C37E17CFB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9639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87A51E47-DC32-47A3-B221-3A278E0A3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19639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62739" y="4142904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3F84DC43-7382-4591-953A-BFBDC741EE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19639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21CD894D-A89C-4083-AA5B-153EA3B9BD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9639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62739" y="5915435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12E7CEFE-3DB6-491C-B0CA-E75CBB8EDF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19639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200697D2-13A4-44AA-AB8C-ACD4F632CD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9639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</p:spTree>
    <p:extLst>
      <p:ext uri="{BB962C8B-B14F-4D97-AF65-F5344CB8AC3E}">
        <p14:creationId xmlns:p14="http://schemas.microsoft.com/office/powerpoint/2010/main" val="12994481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3">
            <a:extLst>
              <a:ext uri="{FF2B5EF4-FFF2-40B4-BE49-F238E27FC236}">
                <a16:creationId xmlns:a16="http://schemas.microsoft.com/office/drawing/2014/main" id="{6882FF1D-956F-4E78-AB4F-8AAF0277B5B0}"/>
              </a:ext>
            </a:extLst>
          </p:cNvPr>
          <p:cNvSpPr/>
          <p:nvPr userDrawn="1"/>
        </p:nvSpPr>
        <p:spPr>
          <a:xfrm>
            <a:off x="770712" y="2113709"/>
            <a:ext cx="4463340" cy="5023482"/>
          </a:xfrm>
          <a:prstGeom prst="roundRect">
            <a:avLst>
              <a:gd name="adj" fmla="val 2290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sp>
        <p:nvSpPr>
          <p:cNvPr id="22" name="Скругленный прямоугольник 23">
            <a:extLst>
              <a:ext uri="{FF2B5EF4-FFF2-40B4-BE49-F238E27FC236}">
                <a16:creationId xmlns:a16="http://schemas.microsoft.com/office/drawing/2014/main" id="{40D8C401-4F8C-49EF-8AA9-0403A2615E1E}"/>
              </a:ext>
            </a:extLst>
          </p:cNvPr>
          <p:cNvSpPr/>
          <p:nvPr userDrawn="1"/>
        </p:nvSpPr>
        <p:spPr>
          <a:xfrm>
            <a:off x="6115050" y="2113710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solidFill>
              <a:srgbClr val="FE5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B9D689E0-A032-4961-B265-68A4E26DE32E}"/>
              </a:ext>
            </a:extLst>
          </p:cNvPr>
          <p:cNvSpPr/>
          <p:nvPr userDrawn="1"/>
        </p:nvSpPr>
        <p:spPr>
          <a:xfrm>
            <a:off x="6115050" y="3892880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solidFill>
              <a:srgbClr val="FE5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Скругленный прямоугольник 23">
            <a:extLst>
              <a:ext uri="{FF2B5EF4-FFF2-40B4-BE49-F238E27FC236}">
                <a16:creationId xmlns:a16="http://schemas.microsoft.com/office/drawing/2014/main" id="{F11BD425-0B38-414C-BD60-1B4B1D4ECCB1}"/>
              </a:ext>
            </a:extLst>
          </p:cNvPr>
          <p:cNvSpPr/>
          <p:nvPr userDrawn="1"/>
        </p:nvSpPr>
        <p:spPr>
          <a:xfrm>
            <a:off x="6115050" y="5665411"/>
            <a:ext cx="713316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solidFill>
              <a:srgbClr val="FE5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CEED9C39-95B2-47DC-8D89-55C88E2D83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64289" y="3240910"/>
            <a:ext cx="3729930" cy="434339"/>
          </a:xfrm>
        </p:spPr>
        <p:txBody>
          <a:bodyPr>
            <a:normAutofit/>
          </a:bodyPr>
          <a:lstStyle>
            <a:lvl1pPr>
              <a:defRPr sz="1920">
                <a:solidFill>
                  <a:srgbClr val="FE5000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DE7A3274-2799-4719-9851-8D5F051298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64287" y="2178628"/>
            <a:ext cx="3729930" cy="960233"/>
          </a:xfrm>
        </p:spPr>
        <p:txBody>
          <a:bodyPr>
            <a:noAutofit/>
          </a:bodyPr>
          <a:lstStyle>
            <a:lvl1pPr>
              <a:defRPr sz="57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3D636F11-4FAE-4347-8FCA-40580097DC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64286" y="4120014"/>
            <a:ext cx="3564469" cy="8214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Nekst Bold" panose="00000800000000000000" pitchFamily="2" charset="-52"/>
              </a:defRPr>
            </a:lvl1pPr>
          </a:lstStyle>
          <a:p>
            <a:pPr lvl="0"/>
            <a:r>
              <a:rPr lang="ru-RU" dirty="0"/>
              <a:t>Название блока/тезис</a:t>
            </a:r>
          </a:p>
        </p:txBody>
      </p:sp>
      <p:sp>
        <p:nvSpPr>
          <p:cNvPr id="23" name="Текст 20">
            <a:extLst>
              <a:ext uri="{FF2B5EF4-FFF2-40B4-BE49-F238E27FC236}">
                <a16:creationId xmlns:a16="http://schemas.microsoft.com/office/drawing/2014/main" id="{DC7DA29E-1248-4F11-AA62-B47FC8ACDE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4285" y="5386208"/>
            <a:ext cx="3729930" cy="1462588"/>
          </a:xfrm>
        </p:spPr>
        <p:txBody>
          <a:bodyPr anchor="t">
            <a:noAutofit/>
          </a:bodyPr>
          <a:lstStyle>
            <a:lvl1pPr>
              <a:defRPr sz="168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62739" y="2363733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BEBBF2DE-372B-42E8-BBAC-C37E17CFB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9639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87A51E47-DC32-47A3-B221-3A278E0A3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19639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62739" y="4142904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3F84DC43-7382-4591-953A-BFBDC741EE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19639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21CD894D-A89C-4083-AA5B-153EA3B9BD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19639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62739" y="5915435"/>
            <a:ext cx="48088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  <a:p>
            <a:pPr lvl="0"/>
            <a:r>
              <a:rPr lang="ru-RU" dirty="0"/>
              <a:t>Может содержать один-два небольших абзаца.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12E7CEFE-3DB6-491C-B0CA-E75CBB8EDF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19639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200697D2-13A4-44AA-AB8C-ACD4F632CD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9639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</p:spTree>
    <p:extLst>
      <p:ext uri="{BB962C8B-B14F-4D97-AF65-F5344CB8AC3E}">
        <p14:creationId xmlns:p14="http://schemas.microsoft.com/office/powerpoint/2010/main" val="163518214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Скругленный прямоугольник 23">
            <a:extLst>
              <a:ext uri="{FF2B5EF4-FFF2-40B4-BE49-F238E27FC236}">
                <a16:creationId xmlns:a16="http://schemas.microsoft.com/office/drawing/2014/main" id="{4653158F-0557-4747-BEB7-3DB6EE5BAAF5}"/>
              </a:ext>
            </a:extLst>
          </p:cNvPr>
          <p:cNvSpPr/>
          <p:nvPr userDrawn="1"/>
        </p:nvSpPr>
        <p:spPr>
          <a:xfrm>
            <a:off x="770709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Скругленный прямоугольник 23">
            <a:extLst>
              <a:ext uri="{FF2B5EF4-FFF2-40B4-BE49-F238E27FC236}">
                <a16:creationId xmlns:a16="http://schemas.microsoft.com/office/drawing/2014/main" id="{20D987B3-2512-486C-8BC3-7257DAD4B686}"/>
              </a:ext>
            </a:extLst>
          </p:cNvPr>
          <p:cNvSpPr/>
          <p:nvPr userDrawn="1"/>
        </p:nvSpPr>
        <p:spPr>
          <a:xfrm>
            <a:off x="770709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Скругленный прямоугольник 23">
            <a:extLst>
              <a:ext uri="{FF2B5EF4-FFF2-40B4-BE49-F238E27FC236}">
                <a16:creationId xmlns:a16="http://schemas.microsoft.com/office/drawing/2014/main" id="{27ECDDB1-A5EF-46DD-A021-C699C1D98A05}"/>
              </a:ext>
            </a:extLst>
          </p:cNvPr>
          <p:cNvSpPr/>
          <p:nvPr userDrawn="1"/>
        </p:nvSpPr>
        <p:spPr>
          <a:xfrm>
            <a:off x="770708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Скругленный прямоугольник 23">
            <a:extLst>
              <a:ext uri="{FF2B5EF4-FFF2-40B4-BE49-F238E27FC236}">
                <a16:creationId xmlns:a16="http://schemas.microsoft.com/office/drawing/2014/main" id="{72958EBA-7AFA-4EF2-9244-D499B9B93D99}"/>
              </a:ext>
            </a:extLst>
          </p:cNvPr>
          <p:cNvSpPr/>
          <p:nvPr userDrawn="1"/>
        </p:nvSpPr>
        <p:spPr>
          <a:xfrm>
            <a:off x="7560675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Скругленный прямоугольник 23">
            <a:extLst>
              <a:ext uri="{FF2B5EF4-FFF2-40B4-BE49-F238E27FC236}">
                <a16:creationId xmlns:a16="http://schemas.microsoft.com/office/drawing/2014/main" id="{EBE876DC-5D9C-44D5-B490-76FC216DA180}"/>
              </a:ext>
            </a:extLst>
          </p:cNvPr>
          <p:cNvSpPr/>
          <p:nvPr userDrawn="1"/>
        </p:nvSpPr>
        <p:spPr>
          <a:xfrm>
            <a:off x="7560675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Скругленный прямоугольник 23">
            <a:extLst>
              <a:ext uri="{FF2B5EF4-FFF2-40B4-BE49-F238E27FC236}">
                <a16:creationId xmlns:a16="http://schemas.microsoft.com/office/drawing/2014/main" id="{596FC050-8340-4AC6-ABD5-6C0733160286}"/>
              </a:ext>
            </a:extLst>
          </p:cNvPr>
          <p:cNvSpPr/>
          <p:nvPr userDrawn="1"/>
        </p:nvSpPr>
        <p:spPr>
          <a:xfrm>
            <a:off x="7560674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400" y="2363733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6" name="Текст 20">
            <a:extLst>
              <a:ext uri="{FF2B5EF4-FFF2-40B4-BE49-F238E27FC236}">
                <a16:creationId xmlns:a16="http://schemas.microsoft.com/office/drawing/2014/main" id="{BEBBF2DE-372B-42E8-BBAC-C37E17CFBA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75300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87A51E47-DC32-47A3-B221-3A278E0A3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75299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18400" y="4142904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0" name="Текст 20">
            <a:extLst>
              <a:ext uri="{FF2B5EF4-FFF2-40B4-BE49-F238E27FC236}">
                <a16:creationId xmlns:a16="http://schemas.microsoft.com/office/drawing/2014/main" id="{3F84DC43-7382-4591-953A-BFBDC741EE8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5300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21CD894D-A89C-4083-AA5B-153EA3B9BD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5299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8400" y="5915435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12E7CEFE-3DB6-491C-B0CA-E75CBB8EDF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75300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200697D2-13A4-44AA-AB8C-ACD4F632CD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99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E24EC2D7-A3A2-451A-AC56-DC643A1330C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08368" y="2363733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0D2FA051-6EA0-4834-B43F-E4C6D2980F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765268" y="3034717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B5E77DDF-5B31-471D-956C-41818B8964F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65268" y="2363733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28" name="Текст 20">
            <a:extLst>
              <a:ext uri="{FF2B5EF4-FFF2-40B4-BE49-F238E27FC236}">
                <a16:creationId xmlns:a16="http://schemas.microsoft.com/office/drawing/2014/main" id="{433EF72B-CD89-4899-93C8-5610AE89159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08368" y="4142904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9" name="Текст 20">
            <a:extLst>
              <a:ext uri="{FF2B5EF4-FFF2-40B4-BE49-F238E27FC236}">
                <a16:creationId xmlns:a16="http://schemas.microsoft.com/office/drawing/2014/main" id="{5E0EF833-BE59-4266-9D68-D45A39914EA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65268" y="4813888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0" name="Текст 20">
            <a:extLst>
              <a:ext uri="{FF2B5EF4-FFF2-40B4-BE49-F238E27FC236}">
                <a16:creationId xmlns:a16="http://schemas.microsoft.com/office/drawing/2014/main" id="{0123C2DC-A04C-4C9E-AFE3-2EBBEDFA61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65268" y="4142904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  <p:sp>
        <p:nvSpPr>
          <p:cNvPr id="32" name="Текст 20">
            <a:extLst>
              <a:ext uri="{FF2B5EF4-FFF2-40B4-BE49-F238E27FC236}">
                <a16:creationId xmlns:a16="http://schemas.microsoft.com/office/drawing/2014/main" id="{22A39410-CC60-4A31-AEDD-752591F533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08368" y="5915435"/>
            <a:ext cx="387148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3" name="Текст 20">
            <a:extLst>
              <a:ext uri="{FF2B5EF4-FFF2-40B4-BE49-F238E27FC236}">
                <a16:creationId xmlns:a16="http://schemas.microsoft.com/office/drawing/2014/main" id="{8AD8A9B6-A154-4A55-8E57-1A68F30E20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765268" y="6586419"/>
            <a:ext cx="1823086" cy="283235"/>
          </a:xfrm>
        </p:spPr>
        <p:txBody>
          <a:bodyPr>
            <a:normAutofit/>
          </a:bodyPr>
          <a:lstStyle>
            <a:lvl1pPr>
              <a:defRPr lang="ru-RU" sz="1440" dirty="0">
                <a:solidFill>
                  <a:srgbClr val="FE5000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4" name="Текст 20">
            <a:extLst>
              <a:ext uri="{FF2B5EF4-FFF2-40B4-BE49-F238E27FC236}">
                <a16:creationId xmlns:a16="http://schemas.microsoft.com/office/drawing/2014/main" id="{EB4EB56D-307A-4BB1-8CC7-9BF15A6B9F1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68" y="5915435"/>
            <a:ext cx="1823087" cy="670984"/>
          </a:xfrm>
        </p:spPr>
        <p:txBody>
          <a:bodyPr>
            <a:noAutofit/>
          </a:bodyPr>
          <a:lstStyle>
            <a:lvl1pPr>
              <a:defRPr sz="3360">
                <a:solidFill>
                  <a:srgbClr val="FE5000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/>
              <a:t>1000+</a:t>
            </a:r>
          </a:p>
        </p:txBody>
      </p:sp>
    </p:spTree>
    <p:extLst>
      <p:ext uri="{BB962C8B-B14F-4D97-AF65-F5344CB8AC3E}">
        <p14:creationId xmlns:p14="http://schemas.microsoft.com/office/powerpoint/2010/main" val="27033136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ри блока_инверсия">
    <p:bg>
      <p:bgPr>
        <a:solidFill>
          <a:srgbClr val="002855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Скругленный прямоугольник 23">
            <a:extLst>
              <a:ext uri="{FF2B5EF4-FFF2-40B4-BE49-F238E27FC236}">
                <a16:creationId xmlns:a16="http://schemas.microsoft.com/office/drawing/2014/main" id="{4653158F-0557-4747-BEB7-3DB6EE5BAAF5}"/>
              </a:ext>
            </a:extLst>
          </p:cNvPr>
          <p:cNvSpPr/>
          <p:nvPr userDrawn="1"/>
        </p:nvSpPr>
        <p:spPr>
          <a:xfrm>
            <a:off x="770709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Скругленный прямоугольник 23">
            <a:extLst>
              <a:ext uri="{FF2B5EF4-FFF2-40B4-BE49-F238E27FC236}">
                <a16:creationId xmlns:a16="http://schemas.microsoft.com/office/drawing/2014/main" id="{20D987B3-2512-486C-8BC3-7257DAD4B686}"/>
              </a:ext>
            </a:extLst>
          </p:cNvPr>
          <p:cNvSpPr/>
          <p:nvPr userDrawn="1"/>
        </p:nvSpPr>
        <p:spPr>
          <a:xfrm>
            <a:off x="770709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sp>
        <p:nvSpPr>
          <p:cNvPr id="48" name="Скругленный прямоугольник 23">
            <a:extLst>
              <a:ext uri="{FF2B5EF4-FFF2-40B4-BE49-F238E27FC236}">
                <a16:creationId xmlns:a16="http://schemas.microsoft.com/office/drawing/2014/main" id="{27ECDDB1-A5EF-46DD-A021-C699C1D98A05}"/>
              </a:ext>
            </a:extLst>
          </p:cNvPr>
          <p:cNvSpPr/>
          <p:nvPr userDrawn="1"/>
        </p:nvSpPr>
        <p:spPr>
          <a:xfrm>
            <a:off x="770708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Скругленный прямоугольник 23">
            <a:extLst>
              <a:ext uri="{FF2B5EF4-FFF2-40B4-BE49-F238E27FC236}">
                <a16:creationId xmlns:a16="http://schemas.microsoft.com/office/drawing/2014/main" id="{72958EBA-7AFA-4EF2-9244-D499B9B93D99}"/>
              </a:ext>
            </a:extLst>
          </p:cNvPr>
          <p:cNvSpPr/>
          <p:nvPr userDrawn="1"/>
        </p:nvSpPr>
        <p:spPr>
          <a:xfrm>
            <a:off x="7560675" y="2113708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Скругленный прямоугольник 23">
            <a:extLst>
              <a:ext uri="{FF2B5EF4-FFF2-40B4-BE49-F238E27FC236}">
                <a16:creationId xmlns:a16="http://schemas.microsoft.com/office/drawing/2014/main" id="{EBE876DC-5D9C-44D5-B490-76FC216DA180}"/>
              </a:ext>
            </a:extLst>
          </p:cNvPr>
          <p:cNvSpPr/>
          <p:nvPr userDrawn="1"/>
        </p:nvSpPr>
        <p:spPr>
          <a:xfrm>
            <a:off x="7560675" y="3897992"/>
            <a:ext cx="6299014" cy="1466670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Скругленный прямоугольник 23">
            <a:extLst>
              <a:ext uri="{FF2B5EF4-FFF2-40B4-BE49-F238E27FC236}">
                <a16:creationId xmlns:a16="http://schemas.microsoft.com/office/drawing/2014/main" id="{596FC050-8340-4AC6-ABD5-6C0733160286}"/>
              </a:ext>
            </a:extLst>
          </p:cNvPr>
          <p:cNvSpPr/>
          <p:nvPr userDrawn="1"/>
        </p:nvSpPr>
        <p:spPr>
          <a:xfrm>
            <a:off x="7560674" y="5665411"/>
            <a:ext cx="6299014" cy="1471781"/>
          </a:xfrm>
          <a:prstGeom prst="roundRect">
            <a:avLst>
              <a:gd name="adj" fmla="val 6012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6">
              <a:defRPr/>
            </a:pPr>
            <a:endParaRPr lang="ru-RU" sz="312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B2BF345-812A-4690-A90B-7483F26D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5858688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 </a:t>
            </a:r>
          </a:p>
        </p:txBody>
      </p:sp>
      <p:sp>
        <p:nvSpPr>
          <p:cNvPr id="35" name="Текст 20">
            <a:extLst>
              <a:ext uri="{FF2B5EF4-FFF2-40B4-BE49-F238E27FC236}">
                <a16:creationId xmlns:a16="http://schemas.microsoft.com/office/drawing/2014/main" id="{DAAD54E3-8D43-4E64-98A1-06327C7659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64080" y="2363733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9" name="Текст 20">
            <a:extLst>
              <a:ext uri="{FF2B5EF4-FFF2-40B4-BE49-F238E27FC236}">
                <a16:creationId xmlns:a16="http://schemas.microsoft.com/office/drawing/2014/main" id="{BA02573B-900B-4B0A-A26B-51665B3DE9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64080" y="4142904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98FE108E-D2D3-4289-A870-9592726C27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64080" y="5915435"/>
            <a:ext cx="4625801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E24EC2D7-A3A2-451A-AC56-DC643A1330C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04264" y="2363733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28" name="Текст 20">
            <a:extLst>
              <a:ext uri="{FF2B5EF4-FFF2-40B4-BE49-F238E27FC236}">
                <a16:creationId xmlns:a16="http://schemas.microsoft.com/office/drawing/2014/main" id="{433EF72B-CD89-4899-93C8-5610AE89159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04264" y="4142904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2" name="Текст 20">
            <a:extLst>
              <a:ext uri="{FF2B5EF4-FFF2-40B4-BE49-F238E27FC236}">
                <a16:creationId xmlns:a16="http://schemas.microsoft.com/office/drawing/2014/main" id="{22A39410-CC60-4A31-AEDD-752591F533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4264" y="5915435"/>
            <a:ext cx="4475585" cy="954218"/>
          </a:xfrm>
        </p:spPr>
        <p:txBody>
          <a:bodyPr anchor="ctr">
            <a:noAutofit/>
          </a:bodyPr>
          <a:lstStyle>
            <a:lvl1pPr>
              <a:defRPr sz="1440">
                <a:solidFill>
                  <a:schemeClr val="tx1"/>
                </a:solidFill>
                <a:latin typeface="Nekst" panose="00000500000000000000" pitchFamily="2" charset="-52"/>
              </a:defRPr>
            </a:lvl1pPr>
          </a:lstStyle>
          <a:p>
            <a:pPr lvl="0"/>
            <a:r>
              <a:rPr lang="ru-RU" dirty="0"/>
              <a:t>Емкое краткое описание блока, раскрывает основную суть информации.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44A381-5C6C-4160-9195-9467A4D257E1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2500" y="2364106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70BC1FE7-760F-4BD9-81D9-4E0D9D065C0E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52500" y="4167863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38" name="Рисунок 2">
            <a:extLst>
              <a:ext uri="{FF2B5EF4-FFF2-40B4-BE49-F238E27FC236}">
                <a16:creationId xmlns:a16="http://schemas.microsoft.com/office/drawing/2014/main" id="{15AD1C09-5301-47BD-A7B9-69F65921460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52500" y="5925052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42" name="Рисунок 2">
            <a:extLst>
              <a:ext uri="{FF2B5EF4-FFF2-40B4-BE49-F238E27FC236}">
                <a16:creationId xmlns:a16="http://schemas.microsoft.com/office/drawing/2014/main" id="{DFB40AC1-5439-474C-BC60-5C235DF545CB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856220" y="2364106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52" name="Рисунок 2">
            <a:extLst>
              <a:ext uri="{FF2B5EF4-FFF2-40B4-BE49-F238E27FC236}">
                <a16:creationId xmlns:a16="http://schemas.microsoft.com/office/drawing/2014/main" id="{FD3FF5CA-4C8C-4760-8626-2E3D8DA69C0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856220" y="4167863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  <p:sp>
        <p:nvSpPr>
          <p:cNvPr id="53" name="Рисунок 2">
            <a:extLst>
              <a:ext uri="{FF2B5EF4-FFF2-40B4-BE49-F238E27FC236}">
                <a16:creationId xmlns:a16="http://schemas.microsoft.com/office/drawing/2014/main" id="{04D7FB80-0218-4FA6-B033-76BBC8E7148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856220" y="5925052"/>
            <a:ext cx="952500" cy="952500"/>
          </a:xfrm>
        </p:spPr>
        <p:txBody>
          <a:bodyPr anchor="ctr">
            <a:normAutofit/>
          </a:bodyPr>
          <a:lstStyle>
            <a:lvl1pPr algn="ctr">
              <a:defRPr sz="1440"/>
            </a:lvl1pPr>
          </a:lstStyle>
          <a:p>
            <a:r>
              <a:rPr lang="ru-RU" dirty="0"/>
              <a:t>Иконка</a:t>
            </a:r>
          </a:p>
        </p:txBody>
      </p:sp>
    </p:spTree>
    <p:extLst>
      <p:ext uri="{BB962C8B-B14F-4D97-AF65-F5344CB8AC3E}">
        <p14:creationId xmlns:p14="http://schemas.microsoft.com/office/powerpoint/2010/main" val="387354448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bg>
      <p:bgPr>
        <a:solidFill>
          <a:srgbClr val="FE5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BBDE1F3-65C4-45C4-B3DA-9CCFBE06C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6FFB49-4E14-4B16-B851-99AE320AE5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94624" y="546787"/>
            <a:ext cx="641417" cy="421753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213289EB-F83C-4BD2-8F7F-51E824922D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111" y="1897381"/>
            <a:ext cx="11761470" cy="3966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5280">
                <a:solidFill>
                  <a:schemeClr val="bg1"/>
                </a:solidFill>
                <a:latin typeface="Innostage" panose="02000000000000000000" pitchFamily="50" charset="-52"/>
              </a:defRPr>
            </a:lvl1pPr>
          </a:lstStyle>
          <a:p>
            <a:pPr lvl="0"/>
            <a:r>
              <a:rPr lang="ru-RU" dirty="0">
                <a:effectLst/>
              </a:rPr>
              <a:t>Сложнее всего начать действовать, все остальное зависит только от упорства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58D2F5-F74D-477C-BFB9-26CB852569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42585" y="6332221"/>
            <a:ext cx="7198996" cy="540174"/>
          </a:xfrm>
        </p:spPr>
        <p:txBody>
          <a:bodyPr>
            <a:normAutofit/>
          </a:bodyPr>
          <a:lstStyle>
            <a:lvl1pPr algn="r">
              <a:defRPr sz="216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ФИО автора</a:t>
            </a:r>
          </a:p>
        </p:txBody>
      </p:sp>
    </p:spTree>
    <p:extLst>
      <p:ext uri="{BB962C8B-B14F-4D97-AF65-F5344CB8AC3E}">
        <p14:creationId xmlns:p14="http://schemas.microsoft.com/office/powerpoint/2010/main" val="374175762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2238483" cy="72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2E62F3-3571-4747-A6F1-AFD56DCC87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9067" y="1838686"/>
            <a:ext cx="7878668" cy="4784536"/>
          </a:xfrm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D4D6012D-F040-4852-9FE5-316E7DDC86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1838686"/>
            <a:ext cx="4844200" cy="4784536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302869117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2238483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2E62F3-3571-4747-A6F1-AFD56DCC87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40984" y="1838687"/>
            <a:ext cx="8422366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CDBD0691-1884-49AE-A643-74A02CC822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0712" y="1838686"/>
            <a:ext cx="4107524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3031534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2238483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CDBD0691-1884-49AE-A643-74A02CC822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0712" y="1838686"/>
            <a:ext cx="4107524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1E4BF833-345E-4B02-9053-2B79D9B136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261438" y="1838686"/>
            <a:ext cx="4107524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B37BCEF6-D6B9-4468-8EB1-34268CF108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52166" y="1838686"/>
            <a:ext cx="4107524" cy="5300942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7162642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2238483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2E62F3-3571-4747-A6F1-AFD56DCC87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242311"/>
            <a:ext cx="14630400" cy="4987290"/>
          </a:xfrm>
        </p:spPr>
        <p:txBody>
          <a:bodyPr anchor="ctr">
            <a:normAutofit/>
          </a:bodyPr>
          <a:lstStyle>
            <a:lvl1pPr algn="ctr"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D4D6012D-F040-4852-9FE5-316E7DDC86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1513495"/>
            <a:ext cx="12238483" cy="1303847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29334774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889" y="438151"/>
            <a:ext cx="7809472" cy="728328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2E62F3-3571-4747-A6F1-AFD56DCC87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4913046" cy="8229600"/>
          </a:xfrm>
        </p:spPr>
        <p:txBody>
          <a:bodyPr anchor="ctr">
            <a:normAutofit/>
          </a:bodyPr>
          <a:lstStyle>
            <a:lvl1pPr algn="ctr">
              <a:spcBef>
                <a:spcPts val="2880"/>
              </a:spcBef>
              <a:defRPr sz="2400"/>
            </a:lvl1pPr>
          </a:lstStyle>
          <a:p>
            <a:r>
              <a:rPr lang="ru-RU" dirty="0"/>
              <a:t>Вставить рисунок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6C862B9D-8460-44B4-8408-89CF667DD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57888" y="1454182"/>
            <a:ext cx="7809472" cy="5663310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12425280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05475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936D-2640-486E-BD8F-D5BDD5FE1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711" y="438151"/>
            <a:ext cx="11950991" cy="728328"/>
          </a:xfrm>
        </p:spPr>
        <p:txBody>
          <a:bodyPr/>
          <a:lstStyle/>
          <a:p>
            <a:r>
              <a:rPr lang="ru-RU" dirty="0"/>
              <a:t>Заголовок слайда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290D43-26BD-4E58-B220-4185BB7669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1525" y="1691640"/>
            <a:ext cx="11950991" cy="502920"/>
          </a:xfrm>
        </p:spPr>
        <p:txBody>
          <a:bodyPr>
            <a:noAutofit/>
          </a:bodyPr>
          <a:lstStyle>
            <a:lvl1pPr>
              <a:defRPr sz="2160">
                <a:solidFill>
                  <a:srgbClr val="FE5000"/>
                </a:solidFill>
                <a:latin typeface="Nekst Bold" panose="000008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Подзаголовок или тезис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CA7B6C2-1504-495F-9A32-20F33FED3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0711" y="2576382"/>
            <a:ext cx="5803084" cy="4560880"/>
          </a:xfrm>
        </p:spPr>
        <p:txBody>
          <a:bodyPr>
            <a:noAutofit/>
          </a:bodyPr>
          <a:lstStyle>
            <a:lvl1pPr>
              <a:defRPr sz="1920">
                <a:solidFill>
                  <a:schemeClr val="tx1"/>
                </a:solidFill>
                <a:latin typeface="Nekst" panose="00000500000000000000" pitchFamily="2" charset="-52"/>
              </a:defRPr>
            </a:lvl1pPr>
            <a:lvl2pPr>
              <a:defRPr sz="2160">
                <a:latin typeface="Nekst Bold" panose="00000800000000000000" pitchFamily="2" charset="-52"/>
              </a:defRPr>
            </a:lvl2pPr>
            <a:lvl3pPr>
              <a:defRPr sz="2160">
                <a:latin typeface="Nekst Bold" panose="00000800000000000000" pitchFamily="2" charset="-52"/>
              </a:defRPr>
            </a:lvl3pPr>
            <a:lvl4pPr>
              <a:defRPr sz="2160">
                <a:latin typeface="Nekst Bold" panose="00000800000000000000" pitchFamily="2" charset="-52"/>
              </a:defRPr>
            </a:lvl4pPr>
            <a:lvl5pPr>
              <a:defRPr sz="2160">
                <a:latin typeface="Nekst Bold" panose="00000800000000000000" pitchFamily="2" charset="-52"/>
              </a:defRPr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211914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олько заголовок">
    <p:bg>
      <p:bgPr>
        <a:solidFill>
          <a:srgbClr val="003064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97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6C9C5-588A-4A06-9494-B7882FCB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C4B54-A9A3-438B-8C91-F99036E4F479}" type="datetimeFigureOut">
              <a:rPr lang="ru-RU" smtClean="0"/>
              <a:t>19.03.2026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D1ED548-CB72-4A06-8BB5-5F4CA966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3856BE-3CE5-48C4-A2FC-1D221500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2760B-2DB0-4A7A-A8B1-3849B2FB11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0774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6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60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8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57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61.xml"/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Relationship Id="rId4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33.xml"/><Relationship Id="rId41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95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86.xml"/><Relationship Id="rId3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0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93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9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92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6.xml"/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6071F-F279-4958-905E-34895AC7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12618720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13991D-349A-4840-9376-79402D49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0712" y="1844760"/>
            <a:ext cx="13217138" cy="5648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4923AC-A37A-4603-8257-2F68016DDE4E}"/>
              </a:ext>
            </a:extLst>
          </p:cNvPr>
          <p:cNvPicPr>
            <a:picLocks noChangeAspect="1"/>
          </p:cNvPicPr>
          <p:nvPr userDrawn="1"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  <p:sp>
        <p:nvSpPr>
          <p:cNvPr id="4" name="Скругленный прямоугольник 17">
            <a:extLst>
              <a:ext uri="{FF2B5EF4-FFF2-40B4-BE49-F238E27FC236}">
                <a16:creationId xmlns:a16="http://schemas.microsoft.com/office/drawing/2014/main" id="{6D0D9009-CF1C-BD1D-9DBC-D769218AFEC2}"/>
              </a:ext>
            </a:extLst>
          </p:cNvPr>
          <p:cNvSpPr/>
          <p:nvPr userDrawn="1"/>
        </p:nvSpPr>
        <p:spPr>
          <a:xfrm>
            <a:off x="0" y="1"/>
            <a:ext cx="14630400" cy="82296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2855"/>
              </a:gs>
              <a:gs pos="41000">
                <a:srgbClr val="00052B"/>
              </a:gs>
            </a:gsLst>
            <a:lin ang="5400000" scaled="1"/>
            <a:tileRect/>
          </a:gradFill>
          <a:ln>
            <a:noFill/>
          </a:ln>
          <a:effectLst>
            <a:outerShdw blurRad="903822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</a:t>
            </a:r>
          </a:p>
        </p:txBody>
      </p:sp>
      <p:sp>
        <p:nvSpPr>
          <p:cNvPr id="5" name="/">
            <a:extLst>
              <a:ext uri="{FF2B5EF4-FFF2-40B4-BE49-F238E27FC236}">
                <a16:creationId xmlns:a16="http://schemas.microsoft.com/office/drawing/2014/main" id="{7D08E9DA-1334-6177-ACB6-AC1E0608B7BA}"/>
              </a:ext>
            </a:extLst>
          </p:cNvPr>
          <p:cNvSpPr txBox="1"/>
          <p:nvPr userDrawn="1"/>
        </p:nvSpPr>
        <p:spPr bwMode="auto">
          <a:xfrm>
            <a:off x="13674479" y="7760689"/>
            <a:ext cx="531196" cy="266046"/>
          </a:xfrm>
          <a:prstGeom prst="rect">
            <a:avLst/>
          </a:prstGeom>
        </p:spPr>
        <p:txBody>
          <a:bodyPr vert="horz" lIns="73152" tIns="36576" rIns="73152" bIns="36576" rtlCol="0" anchor="b"/>
          <a:lstStyle>
            <a:defPPr>
              <a:defRPr/>
            </a:defPPr>
            <a:lvl1pPr marL="0" algn="r" defTabSz="825500">
              <a:defRPr sz="1600">
                <a:solidFill>
                  <a:schemeClr val="bg1"/>
                </a:solidFill>
                <a:latin typeface="SB Sans Display"/>
                <a:ea typeface="+mn-ea"/>
                <a:cs typeface="SB Sans Display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fld id="{86CB4B4D-7CA3-9044-876B-883B54F8677D}" type="slidenum">
              <a:rPr sz="1260" b="0" i="0">
                <a:solidFill>
                  <a:srgbClr val="D9D9D9"/>
                </a:solidFill>
                <a:latin typeface="SB Sans Display Light"/>
                <a:ea typeface="Arial"/>
                <a:cs typeface="SB Sans Display Light"/>
              </a:rPr>
              <a:t>‹#›</a:t>
            </a:fld>
            <a:endParaRPr sz="1260" b="0" i="0" dirty="0">
              <a:solidFill>
                <a:srgbClr val="D9D9D9"/>
              </a:solidFill>
              <a:latin typeface="SB Sans Display Light"/>
              <a:ea typeface="Arial"/>
              <a:cs typeface="SB Sans Display Light"/>
            </a:endParaRPr>
          </a:p>
        </p:txBody>
      </p:sp>
    </p:spTree>
    <p:extLst>
      <p:ext uri="{BB962C8B-B14F-4D97-AF65-F5344CB8AC3E}">
        <p14:creationId xmlns:p14="http://schemas.microsoft.com/office/powerpoint/2010/main" val="36890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2880" kern="1200">
          <a:solidFill>
            <a:srgbClr val="002855"/>
          </a:solidFill>
          <a:latin typeface="Nekst Bold" panose="00000800000000000000" pitchFamily="2" charset="-52"/>
          <a:ea typeface="+mj-ea"/>
          <a:cs typeface="+mj-cs"/>
        </a:defRPr>
      </a:lvl1pPr>
    </p:titleStyle>
    <p:bodyStyle>
      <a:lvl1pPr marL="0" indent="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None/>
        <a:defRPr sz="3360" kern="1200">
          <a:solidFill>
            <a:srgbClr val="002855"/>
          </a:solidFill>
          <a:latin typeface="Nekst" panose="00000500000000000000" pitchFamily="2" charset="-52"/>
          <a:ea typeface="+mn-ea"/>
          <a:cs typeface="+mn-cs"/>
        </a:defRPr>
      </a:lvl1pPr>
      <a:lvl2pPr marL="548640" indent="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2880" kern="1200">
          <a:solidFill>
            <a:srgbClr val="002855"/>
          </a:solidFill>
          <a:latin typeface="Nekst" panose="00000500000000000000" pitchFamily="2" charset="-52"/>
          <a:ea typeface="+mn-ea"/>
          <a:cs typeface="+mn-cs"/>
        </a:defRPr>
      </a:lvl2pPr>
      <a:lvl3pPr marL="1097280" indent="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2400" kern="1200">
          <a:solidFill>
            <a:srgbClr val="002855"/>
          </a:solidFill>
          <a:latin typeface="Nekst" panose="00000500000000000000" pitchFamily="2" charset="-52"/>
          <a:ea typeface="+mn-ea"/>
          <a:cs typeface="+mn-cs"/>
        </a:defRPr>
      </a:lvl3pPr>
      <a:lvl4pPr marL="1645920" indent="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2160" kern="1200">
          <a:solidFill>
            <a:srgbClr val="002855"/>
          </a:solidFill>
          <a:latin typeface="Nekst" panose="00000500000000000000" pitchFamily="2" charset="-52"/>
          <a:ea typeface="+mn-ea"/>
          <a:cs typeface="+mn-cs"/>
        </a:defRPr>
      </a:lvl4pPr>
      <a:lvl5pPr marL="2194560" indent="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2160" kern="1200">
          <a:solidFill>
            <a:srgbClr val="002855"/>
          </a:solidFill>
          <a:latin typeface="Nekst" panose="00000500000000000000" pitchFamily="2" charset="-52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6071F-F279-4958-905E-34895AC7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711" y="438151"/>
            <a:ext cx="12618720" cy="728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 слайда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13991D-349A-4840-9376-79402D49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0712" y="1844760"/>
            <a:ext cx="13217138" cy="5648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4923AC-A37A-4603-8257-2F68016DDE4E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80" y="493883"/>
            <a:ext cx="762680" cy="54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4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2880" kern="1200">
          <a:solidFill>
            <a:schemeClr val="bg2">
              <a:lumMod val="10000"/>
            </a:schemeClr>
          </a:solidFill>
          <a:latin typeface="Nekst Bold" panose="00000800000000000000" pitchFamily="2" charset="-52"/>
          <a:ea typeface="+mj-ea"/>
          <a:cs typeface="+mj-cs"/>
        </a:defRPr>
      </a:lvl1pPr>
    </p:titleStyle>
    <p:bodyStyle>
      <a:lvl1pPr marL="0" indent="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None/>
        <a:defRPr sz="3360" kern="1200">
          <a:solidFill>
            <a:schemeClr val="bg2">
              <a:lumMod val="10000"/>
            </a:schemeClr>
          </a:solidFill>
          <a:latin typeface="Nekst" panose="00000500000000000000" pitchFamily="2" charset="-52"/>
          <a:ea typeface="+mn-ea"/>
          <a:cs typeface="+mn-cs"/>
        </a:defRPr>
      </a:lvl1pPr>
      <a:lvl2pPr marL="548640" indent="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2880" kern="1200">
          <a:solidFill>
            <a:schemeClr val="bg2">
              <a:lumMod val="10000"/>
            </a:schemeClr>
          </a:solidFill>
          <a:latin typeface="Nekst" panose="00000500000000000000" pitchFamily="2" charset="-52"/>
          <a:ea typeface="+mn-ea"/>
          <a:cs typeface="+mn-cs"/>
        </a:defRPr>
      </a:lvl2pPr>
      <a:lvl3pPr marL="1097280" indent="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2400" kern="1200">
          <a:solidFill>
            <a:schemeClr val="bg2">
              <a:lumMod val="10000"/>
            </a:schemeClr>
          </a:solidFill>
          <a:latin typeface="Nekst" panose="00000500000000000000" pitchFamily="2" charset="-52"/>
          <a:ea typeface="+mn-ea"/>
          <a:cs typeface="+mn-cs"/>
        </a:defRPr>
      </a:lvl3pPr>
      <a:lvl4pPr marL="1645920" indent="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2160" kern="1200">
          <a:solidFill>
            <a:schemeClr val="bg2">
              <a:lumMod val="10000"/>
            </a:schemeClr>
          </a:solidFill>
          <a:latin typeface="Nekst" panose="00000500000000000000" pitchFamily="2" charset="-52"/>
          <a:ea typeface="+mn-ea"/>
          <a:cs typeface="+mn-cs"/>
        </a:defRPr>
      </a:lvl4pPr>
      <a:lvl5pPr marL="2194560" indent="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2160" kern="1200">
          <a:solidFill>
            <a:schemeClr val="bg2">
              <a:lumMod val="10000"/>
            </a:schemeClr>
          </a:solidFill>
          <a:latin typeface="Nekst" panose="00000500000000000000" pitchFamily="2" charset="-52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318" y="2603516"/>
            <a:ext cx="11432977" cy="2672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5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мониторинга</a:t>
            </a:r>
            <a:br>
              <a:rPr lang="ru-RU" sz="5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</a:br>
            <a:r>
              <a:rPr lang="ru-RU" sz="5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функциональной </a:t>
            </a:r>
            <a:r>
              <a:rPr lang="en-US" sz="540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устойчивост</a:t>
            </a:r>
            <a:r>
              <a:rPr lang="ru-RU" sz="5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 </a:t>
            </a:r>
            <a:br>
              <a:rPr lang="ru-RU" sz="5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</a:br>
            <a:r>
              <a:rPr lang="ru-RU" sz="5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объектов КИИ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2318" y="610611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</a:t>
            </a: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</a:t>
            </a:r>
            <a:r>
              <a:rPr lang="en-US" sz="2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онцепции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2318" y="7212011"/>
            <a:ext cx="2406968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93790" y="7271543"/>
            <a:ext cx="216884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ИННОВАЦИОННЫЙ ПОДХОД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758" y="7196771"/>
            <a:ext cx="1807845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327441" y="7263922"/>
            <a:ext cx="155448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ПИЛОТНЫЙ ПРОЕКТ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DD74-0F53-308E-3230-2EBA937EA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D65F9F-CDCC-6D28-DECB-237FFC458831}"/>
              </a:ext>
            </a:extLst>
          </p:cNvPr>
          <p:cNvSpPr/>
          <p:nvPr/>
        </p:nvSpPr>
        <p:spPr>
          <a:xfrm>
            <a:off x="743545" y="904161"/>
            <a:ext cx="4647605" cy="58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50"/>
              </a:lnSpc>
            </a:pPr>
            <a:r>
              <a:rPr lang="en-US" sz="6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Ключевая</a:t>
            </a:r>
            <a:r>
              <a:rPr lang="en-US" sz="6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6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идея</a:t>
            </a:r>
            <a:endParaRPr lang="en-US" sz="6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CBB34C-406A-0624-016C-D11204060DDA}"/>
              </a:ext>
            </a:extLst>
          </p:cNvPr>
          <p:cNvSpPr/>
          <p:nvPr/>
        </p:nvSpPr>
        <p:spPr>
          <a:xfrm>
            <a:off x="743545" y="2493132"/>
            <a:ext cx="13143310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инфраструктуры непрерывного мониторинга </a:t>
            </a:r>
            <a:r>
              <a:rPr lang="en-US" sz="4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фактическ</a:t>
            </a:r>
            <a:r>
              <a:rPr lang="ru-RU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их параметров (метрик) функциональной</a:t>
            </a:r>
            <a:r>
              <a:rPr lang="en-US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устойчивости</a:t>
            </a:r>
            <a:r>
              <a:rPr lang="ru-RU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Объектов КИИ (ИС)</a:t>
            </a:r>
            <a:r>
              <a:rPr lang="en-US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</a:t>
            </a:r>
            <a:r>
              <a:rPr lang="en-US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основе</a:t>
            </a:r>
            <a:r>
              <a:rPr lang="en-US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стандартизированных</a:t>
            </a:r>
            <a:r>
              <a:rPr lang="en-US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4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процедур</a:t>
            </a:r>
            <a:endParaRPr lang="ru-RU" sz="40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br>
              <a:rPr lang="ru-RU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ru-RU" sz="4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Апробация подхода в ТЭК с последующем масштабированием в другие отрасли КИИ</a:t>
            </a:r>
            <a:endParaRPr lang="en-US" sz="40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916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3410-97B3-D1BD-220E-6086C6D99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49DA94-D1DA-D9EE-BD97-9C9BE8E91F32}"/>
              </a:ext>
            </a:extLst>
          </p:cNvPr>
          <p:cNvSpPr/>
          <p:nvPr/>
        </p:nvSpPr>
        <p:spPr>
          <a:xfrm>
            <a:off x="743545" y="904161"/>
            <a:ext cx="4647605" cy="58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50"/>
              </a:lnSpc>
            </a:pPr>
            <a:r>
              <a:rPr lang="ru-RU" sz="6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Функциональная устойчивость</a:t>
            </a:r>
            <a:endParaRPr lang="en-US" sz="6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4CCE3C-6DDA-7C41-2D12-28EDCCBD7031}"/>
              </a:ext>
            </a:extLst>
          </p:cNvPr>
          <p:cNvSpPr/>
          <p:nvPr/>
        </p:nvSpPr>
        <p:spPr>
          <a:xfrm>
            <a:off x="743545" y="2120599"/>
            <a:ext cx="13143310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Свойство информационных систем и ИТ-инфраструктуры (ОКИИ) обеспечивать выполнение критически важных функций (процессов) путем сохранения или оперативного восстановления заданных параметров качества (доступности, производительности, целостности) при возникновении любых событий*, отклоняющих функционирование ОКИИ от нормального режима, а также адаптироваться к изменениям для минимизации негативных последствий</a:t>
            </a:r>
          </a:p>
          <a:p>
            <a:endParaRPr lang="ru-RU" sz="32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r>
              <a:rPr lang="ru-RU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 Включая сбои и отказы оборудования, ошибки программного обеспечения, ошибочные или преднамеренные действия персонала и третьих лиц, кибератаки, изменения нагрузки и внешней среды</a:t>
            </a:r>
            <a:endParaRPr lang="en-US" sz="20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1261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542" y="864750"/>
            <a:ext cx="6849785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Проблемы </a:t>
            </a:r>
            <a:r>
              <a:rPr lang="en-US" sz="35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текущего</a:t>
            </a: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ru-RU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состояния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82286" y="1905714"/>
            <a:ext cx="5266730" cy="5234940"/>
          </a:xfrm>
          <a:prstGeom prst="roundRect">
            <a:avLst>
              <a:gd name="adj" fmla="val 2483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60347" y="2133979"/>
            <a:ext cx="5171776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ru-RU" sz="3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Отсутствие системы</a:t>
            </a:r>
            <a:br>
              <a:rPr lang="ru-RU" sz="3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</a:br>
            <a:r>
              <a:rPr lang="ru-RU" sz="3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мониторинга ОКИИ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3856" y="3633721"/>
            <a:ext cx="4903589" cy="111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Текущая</a:t>
            </a:r>
            <a:r>
              <a:rPr lang="en-US" sz="2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конструкция</a:t>
            </a:r>
            <a:r>
              <a:rPr lang="en-US" sz="2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полномочий</a:t>
            </a:r>
            <a:r>
              <a:rPr lang="en-US" sz="2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2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ФОИВ </a:t>
            </a:r>
            <a:r>
              <a:rPr lang="en-US" sz="28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</a:t>
            </a:r>
            <a:r>
              <a:rPr lang="en-US" sz="2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решает</a:t>
            </a:r>
            <a:r>
              <a:rPr lang="en-US" sz="2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вопрос</a:t>
            </a:r>
            <a:r>
              <a:rPr lang="en-US" sz="2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2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объективной и достоверной оценки состояния ОКИИ и возможных рисков (технологических, ИБ, инфраструктурных и т.д.)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82319" y="1938575"/>
            <a:ext cx="3781425" cy="2812733"/>
          </a:xfrm>
          <a:prstGeom prst="roundRect">
            <a:avLst>
              <a:gd name="adj" fmla="val 390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159460" y="1905714"/>
            <a:ext cx="91440" cy="2812733"/>
          </a:xfrm>
          <a:prstGeom prst="roundRect">
            <a:avLst>
              <a:gd name="adj" fmla="val 8343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455331" y="2110145"/>
            <a:ext cx="3303984" cy="56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Отсутствие объективных метрик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455330" y="2843808"/>
            <a:ext cx="3447335" cy="1670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Недостаток объективно измеримых, сопоставимых </a:t>
            </a:r>
            <a:r>
              <a:rPr lang="en-US" sz="1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показателей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устойчивости. Преобладают проверки по документам, а не по эксплуатационной устойчивости и результатам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129957" y="1905714"/>
            <a:ext cx="3781425" cy="2812733"/>
          </a:xfrm>
          <a:prstGeom prst="roundRect">
            <a:avLst>
              <a:gd name="adj" fmla="val 390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0107097" y="1905714"/>
            <a:ext cx="91440" cy="2812733"/>
          </a:xfrm>
          <a:prstGeom prst="roundRect">
            <a:avLst>
              <a:gd name="adj" fmla="val 8343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10402967" y="2110145"/>
            <a:ext cx="3303984" cy="56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Ограниченность ресурсов контроля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402967" y="2843808"/>
            <a:ext cx="3303984" cy="1670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Фрагментированность ресурсов государственного контроля при большом количестве объектов и динамике цифровых изменений. Требуется модель комбинированного контроля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2320" y="4884658"/>
            <a:ext cx="3781425" cy="2255996"/>
          </a:xfrm>
          <a:prstGeom prst="roundRect">
            <a:avLst>
              <a:gd name="adj" fmla="val 48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159460" y="4884658"/>
            <a:ext cx="91440" cy="2255996"/>
          </a:xfrm>
          <a:prstGeom prst="roundRect">
            <a:avLst>
              <a:gd name="adj" fmla="val 8343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455331" y="5089088"/>
            <a:ext cx="3303984" cy="56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Отсутствие правового режима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455331" y="5822752"/>
            <a:ext cx="3303984" cy="111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 правового режима независимого аудита отчётности по </a:t>
            </a:r>
            <a:r>
              <a:rPr lang="ru-RU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устойчивости, что снижает доверие к любым индексам и отчётам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129957" y="4884658"/>
            <a:ext cx="3781425" cy="2255996"/>
          </a:xfrm>
          <a:prstGeom prst="roundRect">
            <a:avLst>
              <a:gd name="adj" fmla="val 48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10107097" y="4884658"/>
            <a:ext cx="91440" cy="2255996"/>
          </a:xfrm>
          <a:prstGeom prst="roundRect">
            <a:avLst>
              <a:gd name="adj" fmla="val 83437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0402967" y="5089088"/>
            <a:ext cx="2270641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Риск фрагментации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0402967" y="5539026"/>
            <a:ext cx="3303984" cy="139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ИБ, непрерывность, эксплуатация ИТ и управление рисками регулируются раздельно, что мешает построению единой управленческой модели устойчивости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50F8-2385-5B93-5AEC-279F5D95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7C4972-037F-2A35-D9D8-7AE14AC50A86}"/>
              </a:ext>
            </a:extLst>
          </p:cNvPr>
          <p:cNvSpPr/>
          <p:nvPr/>
        </p:nvSpPr>
        <p:spPr>
          <a:xfrm>
            <a:off x="180623" y="273134"/>
            <a:ext cx="4647605" cy="58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50"/>
              </a:lnSpc>
            </a:pPr>
            <a:r>
              <a:rPr lang="ru-RU" sz="6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Компоненты комплексной системы </a:t>
            </a:r>
          </a:p>
          <a:p>
            <a:pPr>
              <a:lnSpc>
                <a:spcPts val="4550"/>
              </a:lnSpc>
            </a:pPr>
            <a:r>
              <a:rPr lang="ru-RU" sz="6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оценки функциональной устойчивости </a:t>
            </a:r>
            <a:endParaRPr lang="en-US" sz="6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172994-A759-917D-E573-82D695B730A2}"/>
              </a:ext>
            </a:extLst>
          </p:cNvPr>
          <p:cNvSpPr/>
          <p:nvPr/>
        </p:nvSpPr>
        <p:spPr>
          <a:xfrm>
            <a:off x="743545" y="1944061"/>
            <a:ext cx="3155275" cy="4321841"/>
          </a:xfrm>
          <a:prstGeom prst="roundRect">
            <a:avLst>
              <a:gd name="adj" fmla="val 253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B9355D-2307-6195-9BD3-A1EDF38CF1B3}"/>
              </a:ext>
            </a:extLst>
          </p:cNvPr>
          <p:cNvSpPr/>
          <p:nvPr/>
        </p:nvSpPr>
        <p:spPr>
          <a:xfrm>
            <a:off x="867867" y="2146817"/>
            <a:ext cx="2768322" cy="58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dirty="0" err="1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Стандарт</a:t>
            </a: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функциональной</a:t>
            </a: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dirty="0" err="1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устойчивости</a:t>
            </a: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(требования)</a:t>
            </a: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F7B1A4-3F88-8A63-5DE1-0EB5511FD266}"/>
              </a:ext>
            </a:extLst>
          </p:cNvPr>
          <p:cNvSpPr/>
          <p:nvPr/>
        </p:nvSpPr>
        <p:spPr>
          <a:xfrm>
            <a:off x="937023" y="4020499"/>
            <a:ext cx="2768322" cy="266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ru-RU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аталог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метрик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r>
              <a:rPr lang="ru-RU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методы оценки и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измерений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br>
              <a:rPr lang="ru-RU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методика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расчёта интегрального индекса, требования к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отчётности</a:t>
            </a:r>
            <a:br>
              <a:rPr lang="ru-RU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доказательств соответствия</a:t>
            </a:r>
            <a:endParaRPr lang="en-US" sz="14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4E365C-985A-2A57-6392-1D7F78027971}"/>
              </a:ext>
            </a:extLst>
          </p:cNvPr>
          <p:cNvSpPr/>
          <p:nvPr/>
        </p:nvSpPr>
        <p:spPr>
          <a:xfrm>
            <a:off x="4072890" y="2566468"/>
            <a:ext cx="3155275" cy="3699436"/>
          </a:xfrm>
          <a:prstGeom prst="roundRect">
            <a:avLst>
              <a:gd name="adj" fmla="val 253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4805B3-4D18-643C-BDAE-02CA3BEFB13E}"/>
              </a:ext>
            </a:extLst>
          </p:cNvPr>
          <p:cNvSpPr/>
          <p:nvPr/>
        </p:nvSpPr>
        <p:spPr>
          <a:xfrm>
            <a:off x="4181844" y="2792872"/>
            <a:ext cx="2753201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ПАК  объективного </a:t>
            </a:r>
          </a:p>
          <a:p>
            <a:pPr>
              <a:lnSpc>
                <a:spcPts val="2250"/>
              </a:lnSpc>
            </a:pP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контроля </a:t>
            </a:r>
          </a:p>
          <a:p>
            <a:pPr>
              <a:lnSpc>
                <a:spcPts val="2250"/>
              </a:lnSpc>
            </a:pP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(автоматизация)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478D8E-BBF0-2123-CCF7-A4637F971E57}"/>
              </a:ext>
            </a:extLst>
          </p:cNvPr>
          <p:cNvSpPr/>
          <p:nvPr/>
        </p:nvSpPr>
        <p:spPr>
          <a:xfrm>
            <a:off x="4266367" y="3829557"/>
            <a:ext cx="2768322" cy="276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Программно-аппаратный комплекс для автоматизированного сбора эксплуатационных показателей и подтверждающих материалов с обеспечением доверенности измерений</a:t>
            </a:r>
            <a:endParaRPr lang="en-US" sz="14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7881E9-5951-BB8D-FE26-3ECAFCFFB21D}"/>
              </a:ext>
            </a:extLst>
          </p:cNvPr>
          <p:cNvSpPr/>
          <p:nvPr/>
        </p:nvSpPr>
        <p:spPr>
          <a:xfrm>
            <a:off x="7402236" y="1944061"/>
            <a:ext cx="3155275" cy="4321841"/>
          </a:xfrm>
          <a:prstGeom prst="roundRect">
            <a:avLst>
              <a:gd name="adj" fmla="val 253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695AD46-0562-8E42-D215-30484B615AC8}"/>
              </a:ext>
            </a:extLst>
          </p:cNvPr>
          <p:cNvSpPr/>
          <p:nvPr/>
        </p:nvSpPr>
        <p:spPr>
          <a:xfrm>
            <a:off x="7595711" y="2170928"/>
            <a:ext cx="296180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независимой </a:t>
            </a:r>
            <a:b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</a:b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оценки соответствия и </a:t>
            </a:r>
          </a:p>
          <a:p>
            <a:pPr>
              <a:lnSpc>
                <a:spcPts val="2250"/>
              </a:lnSpc>
            </a:pP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аудита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5443C03-7BAE-2C82-C9BE-AE2AB2E49CBF}"/>
              </a:ext>
            </a:extLst>
          </p:cNvPr>
          <p:cNvSpPr/>
          <p:nvPr/>
        </p:nvSpPr>
        <p:spPr>
          <a:xfrm>
            <a:off x="7595710" y="4101402"/>
            <a:ext cx="2768322" cy="2015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проверки показателей цифровой устойчивости аттестованными организациями по единым правилам с регламентированным контролем качества</a:t>
            </a:r>
            <a:endParaRPr lang="en-US" sz="14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3FB15FC-D93A-8CE9-51AF-12C270EB1348}"/>
              </a:ext>
            </a:extLst>
          </p:cNvPr>
          <p:cNvSpPr/>
          <p:nvPr/>
        </p:nvSpPr>
        <p:spPr>
          <a:xfrm>
            <a:off x="10731580" y="2566466"/>
            <a:ext cx="3155275" cy="3699436"/>
          </a:xfrm>
          <a:prstGeom prst="roundRect">
            <a:avLst>
              <a:gd name="adj" fmla="val 253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4169113-D81C-358C-8D2B-619206F36A3F}"/>
              </a:ext>
            </a:extLst>
          </p:cNvPr>
          <p:cNvSpPr/>
          <p:nvPr/>
        </p:nvSpPr>
        <p:spPr>
          <a:xfrm>
            <a:off x="10925057" y="2786246"/>
            <a:ext cx="2323744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Экспериментальный </a:t>
            </a:r>
          </a:p>
          <a:p>
            <a:pPr>
              <a:lnSpc>
                <a:spcPts val="2250"/>
              </a:lnSpc>
            </a:pPr>
            <a:r>
              <a:rPr lang="ru-RU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правовой режим (ЭПР)</a:t>
            </a:r>
          </a:p>
          <a:p>
            <a:pPr>
              <a:lnSpc>
                <a:spcPts val="2250"/>
              </a:lnSpc>
            </a:pPr>
            <a:endParaRPr lang="ru-RU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>
              <a:lnSpc>
                <a:spcPts val="2250"/>
              </a:lnSpc>
            </a:pPr>
            <a:r>
              <a:rPr lang="ru-RU" dirty="0"/>
              <a:t>Пилотирование </a:t>
            </a:r>
          </a:p>
          <a:p>
            <a:pPr>
              <a:lnSpc>
                <a:spcPts val="2250"/>
              </a:lnSpc>
            </a:pPr>
            <a:r>
              <a:rPr lang="ru-RU" dirty="0"/>
              <a:t>концепции на базе </a:t>
            </a:r>
          </a:p>
          <a:p>
            <a:pPr>
              <a:lnSpc>
                <a:spcPts val="2250"/>
              </a:lnSpc>
            </a:pPr>
            <a:r>
              <a:rPr lang="ru-RU" dirty="0"/>
              <a:t>в рамках экспериментального </a:t>
            </a:r>
          </a:p>
          <a:p>
            <a:pPr>
              <a:lnSpc>
                <a:spcPts val="2250"/>
              </a:lnSpc>
            </a:pPr>
            <a:r>
              <a:rPr lang="ru-RU" dirty="0"/>
              <a:t>правового режима </a:t>
            </a:r>
          </a:p>
          <a:p>
            <a:pPr>
              <a:lnSpc>
                <a:spcPts val="2250"/>
              </a:lnSpc>
            </a:pPr>
            <a:r>
              <a:rPr lang="ru-RU" dirty="0"/>
              <a:t>(ЭПР) в соответствии с </a:t>
            </a:r>
          </a:p>
          <a:p>
            <a:pPr>
              <a:lnSpc>
                <a:spcPts val="2250"/>
              </a:lnSpc>
            </a:pPr>
            <a:r>
              <a:rPr lang="ru-RU" dirty="0"/>
              <a:t>Федеральным законом </a:t>
            </a:r>
          </a:p>
          <a:p>
            <a:pPr>
              <a:lnSpc>
                <a:spcPts val="2250"/>
              </a:lnSpc>
            </a:pPr>
            <a:r>
              <a:rPr lang="ru-RU" dirty="0"/>
              <a:t>№ 258-ФЗ на предприятиях </a:t>
            </a:r>
            <a:br>
              <a:rPr lang="ru-RU" dirty="0"/>
            </a:br>
            <a:r>
              <a:rPr lang="ru-RU" dirty="0"/>
              <a:t>ТЭК</a:t>
            </a:r>
            <a:endParaRPr lang="ru-RU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7C4039F-A91A-EC96-BD6D-C78FDFC22725}"/>
              </a:ext>
            </a:extLst>
          </p:cNvPr>
          <p:cNvSpPr/>
          <p:nvPr/>
        </p:nvSpPr>
        <p:spPr>
          <a:xfrm>
            <a:off x="10925056" y="4346590"/>
            <a:ext cx="2768322" cy="2015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endParaRPr lang="en-US" sz="14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AD4E09-BF37-5394-5B83-252C97D63000}"/>
              </a:ext>
            </a:extLst>
          </p:cNvPr>
          <p:cNvSpPr txBox="1"/>
          <p:nvPr/>
        </p:nvSpPr>
        <p:spPr>
          <a:xfrm>
            <a:off x="691991" y="7012075"/>
            <a:ext cx="13072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Концепция реализуется как взаимосвязанная система четырёх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35586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B7ED-508D-510C-89E9-09C502577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Прямоугольник: скругленные углы 217">
            <a:extLst>
              <a:ext uri="{FF2B5EF4-FFF2-40B4-BE49-F238E27FC236}">
                <a16:creationId xmlns:a16="http://schemas.microsoft.com/office/drawing/2014/main" id="{9B9A7985-8883-435B-B6C1-7811F55154A5}"/>
              </a:ext>
            </a:extLst>
          </p:cNvPr>
          <p:cNvSpPr/>
          <p:nvPr/>
        </p:nvSpPr>
        <p:spPr>
          <a:xfrm>
            <a:off x="5396444" y="6385120"/>
            <a:ext cx="8687580" cy="1395864"/>
          </a:xfrm>
          <a:prstGeom prst="roundRect">
            <a:avLst>
              <a:gd name="adj" fmla="val 6220"/>
            </a:avLst>
          </a:prstGeom>
          <a:gradFill>
            <a:gsLst>
              <a:gs pos="17000">
                <a:schemeClr val="accent6">
                  <a:lumMod val="60000"/>
                  <a:lumOff val="40000"/>
                </a:schemeClr>
              </a:gs>
              <a:gs pos="56000">
                <a:schemeClr val="accent6">
                  <a:alpha val="61000"/>
                </a:schemeClr>
              </a:gs>
            </a:gsLst>
            <a:lin ang="16200000" scaled="1"/>
          </a:gra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71550" indent="-320040">
              <a:tabLst>
                <a:tab pos="320040" algn="l"/>
                <a:tab pos="651510" algn="l"/>
              </a:tabLst>
            </a:pPr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Типы подтверждений объективного контроля: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Технические логи и телеметрия.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Результаты тестов восстановления (DR-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drills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).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Отчёты по учениям (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table-top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, кризисным).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Аттестация (оценка соответствия) ОКИИ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Аудит (периодический или непрерывный мониторинг)</a:t>
            </a:r>
          </a:p>
        </p:txBody>
      </p:sp>
      <p:sp>
        <p:nvSpPr>
          <p:cNvPr id="81" name="Прямоугольник: скругленные углы 217">
            <a:extLst>
              <a:ext uri="{FF2B5EF4-FFF2-40B4-BE49-F238E27FC236}">
                <a16:creationId xmlns:a16="http://schemas.microsoft.com/office/drawing/2014/main" id="{A0152DBF-68F4-45B1-662D-591AD495D8BE}"/>
              </a:ext>
            </a:extLst>
          </p:cNvPr>
          <p:cNvSpPr/>
          <p:nvPr/>
        </p:nvSpPr>
        <p:spPr>
          <a:xfrm>
            <a:off x="5396445" y="4978775"/>
            <a:ext cx="8687581" cy="1406345"/>
          </a:xfrm>
          <a:prstGeom prst="roundRect">
            <a:avLst>
              <a:gd name="adj" fmla="val 6220"/>
            </a:avLst>
          </a:prstGeom>
          <a:gradFill flip="none" rotWithShape="1">
            <a:gsLst>
              <a:gs pos="17000">
                <a:schemeClr val="accent2">
                  <a:lumMod val="60000"/>
                  <a:lumOff val="40000"/>
                  <a:shade val="67500"/>
                  <a:satMod val="115000"/>
                  <a:alpha val="35000"/>
                </a:schemeClr>
              </a:gs>
              <a:gs pos="56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71550" indent="-320040">
              <a:tabLst>
                <a:tab pos="320040" algn="l"/>
                <a:tab pos="651510" algn="l"/>
              </a:tabLst>
            </a:pPr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Типы мер защиты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i="1" dirty="0">
                <a:solidFill>
                  <a:srgbClr val="4472C4"/>
                </a:solidFill>
                <a:latin typeface="Nekst" panose="00000500000000000000" pitchFamily="2" charset="-52"/>
              </a:rPr>
              <a:t>Технические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: архитектурные решения, резервирование, сегментация, резервное копирование, 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Disaster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 Recovery, наблюдаемость.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i="1" dirty="0">
                <a:solidFill>
                  <a:srgbClr val="4472C4"/>
                </a:solidFill>
                <a:latin typeface="Nekst" panose="00000500000000000000" pitchFamily="2" charset="-52"/>
              </a:rPr>
              <a:t>Организационные: 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распределение ролей, дежурства, кризис-менеджмент, обучение, политики, регламенты, инструкции (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runbooks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), договоры.</a:t>
            </a:r>
          </a:p>
        </p:txBody>
      </p:sp>
      <p:sp>
        <p:nvSpPr>
          <p:cNvPr id="77" name="Прямоугольник: скругленные углы 217">
            <a:extLst>
              <a:ext uri="{FF2B5EF4-FFF2-40B4-BE49-F238E27FC236}">
                <a16:creationId xmlns:a16="http://schemas.microsoft.com/office/drawing/2014/main" id="{19AC064D-9BF6-437C-C321-203F68DF9934}"/>
              </a:ext>
            </a:extLst>
          </p:cNvPr>
          <p:cNvSpPr/>
          <p:nvPr/>
        </p:nvSpPr>
        <p:spPr>
          <a:xfrm>
            <a:off x="5337811" y="2278631"/>
            <a:ext cx="8687581" cy="1258199"/>
          </a:xfrm>
          <a:prstGeom prst="roundRect">
            <a:avLst>
              <a:gd name="adj" fmla="val 6220"/>
            </a:avLst>
          </a:prstGeom>
          <a:gradFill flip="none" rotWithShape="1">
            <a:gsLst>
              <a:gs pos="0">
                <a:srgbClr val="00B2A9">
                  <a:tint val="66000"/>
                  <a:satMod val="160000"/>
                </a:srgbClr>
              </a:gs>
              <a:gs pos="50000">
                <a:srgbClr val="00B2A9">
                  <a:tint val="44500"/>
                  <a:satMod val="160000"/>
                </a:srgbClr>
              </a:gs>
              <a:gs pos="100000">
                <a:srgbClr val="00B2A9">
                  <a:tint val="23500"/>
                  <a:satMod val="160000"/>
                </a:srgbClr>
              </a:gs>
            </a:gsLst>
            <a:lin ang="27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49606"/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Структура риска</a:t>
            </a:r>
          </a:p>
          <a:p>
            <a:pPr marL="649606"/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Идентификатор, формулировка, класс (фин., 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регулят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., 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операц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.), период до материализации ущерба, условия/триггеры, затронутые контуры, ожидаемый эффект</a:t>
            </a:r>
          </a:p>
        </p:txBody>
      </p:sp>
      <p:sp>
        <p:nvSpPr>
          <p:cNvPr id="79" name="Прямоугольник: скругленные углы 217">
            <a:extLst>
              <a:ext uri="{FF2B5EF4-FFF2-40B4-BE49-F238E27FC236}">
                <a16:creationId xmlns:a16="http://schemas.microsoft.com/office/drawing/2014/main" id="{558A3678-2422-DDEE-D1B0-94A64F5EF3D7}"/>
              </a:ext>
            </a:extLst>
          </p:cNvPr>
          <p:cNvSpPr/>
          <p:nvPr/>
        </p:nvSpPr>
        <p:spPr>
          <a:xfrm>
            <a:off x="5337810" y="3558820"/>
            <a:ext cx="8746214" cy="1419068"/>
          </a:xfrm>
          <a:prstGeom prst="roundRect">
            <a:avLst>
              <a:gd name="adj" fmla="val 6220"/>
            </a:avLst>
          </a:prstGeom>
          <a:gradFill>
            <a:gsLst>
              <a:gs pos="0">
                <a:schemeClr val="accent5">
                  <a:lumMod val="45000"/>
                  <a:lumOff val="55000"/>
                  <a:alpha val="60000"/>
                </a:schemeClr>
              </a:gs>
              <a:gs pos="24000">
                <a:schemeClr val="accent6">
                  <a:lumMod val="20000"/>
                  <a:lumOff val="80000"/>
                </a:schemeClr>
              </a:gs>
              <a:gs pos="99000">
                <a:schemeClr val="accent2">
                  <a:lumMod val="75000"/>
                  <a:alpha val="28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marL="859156" indent="-219076" algn="ctr"/>
            <a:endParaRPr lang="ru-RU" sz="1440" dirty="0">
              <a:solidFill>
                <a:srgbClr val="4472C4"/>
              </a:solidFill>
              <a:latin typeface="Nekst" panose="00000500000000000000" pitchFamily="2" charset="-52"/>
            </a:endParaRPr>
          </a:p>
          <a:p>
            <a:pPr marL="640080"/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Группы метрик работоспособности: 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Интероперабельность, Прошивки и системное ПО, Операционные системы, Драйверы и ввод-вывод, Виртуализация, Журналирование, Сетевые функции и автоматизация, СХД.</a:t>
            </a:r>
          </a:p>
          <a:p>
            <a:pPr marL="640080"/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Группы метрик устойчивости: 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Восстановление/доступность, Управление инцидентом, Управляемость и готовность, Поставщики, Физическая безопасность, Санкционная готовность, Географическая устойчивость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4CF77E7-00C4-DF59-1980-4550EAEF2A3C}"/>
              </a:ext>
            </a:extLst>
          </p:cNvPr>
          <p:cNvCxnSpPr>
            <a:cxnSpLocks/>
          </p:cNvCxnSpPr>
          <p:nvPr/>
        </p:nvCxnSpPr>
        <p:spPr>
          <a:xfrm>
            <a:off x="672899" y="5363244"/>
            <a:ext cx="215052" cy="0"/>
          </a:xfrm>
          <a:prstGeom prst="line">
            <a:avLst/>
          </a:prstGeom>
          <a:ln w="28575"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BE9E594C-1799-5012-D6EE-4DFAD692F2B1}"/>
              </a:ext>
            </a:extLst>
          </p:cNvPr>
          <p:cNvSpPr/>
          <p:nvPr/>
        </p:nvSpPr>
        <p:spPr>
          <a:xfrm>
            <a:off x="443240" y="6211837"/>
            <a:ext cx="430426" cy="430103"/>
          </a:xfrm>
          <a:prstGeom prst="ellipse">
            <a:avLst/>
          </a:prstGeom>
          <a:solidFill>
            <a:srgbClr val="FE50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A9FCE1B-1C19-996F-59E5-E3869B774651}"/>
              </a:ext>
            </a:extLst>
          </p:cNvPr>
          <p:cNvSpPr/>
          <p:nvPr/>
        </p:nvSpPr>
        <p:spPr>
          <a:xfrm>
            <a:off x="525522" y="6295071"/>
            <a:ext cx="250300" cy="250300"/>
          </a:xfrm>
          <a:prstGeom prst="ellipse">
            <a:avLst/>
          </a:prstGeom>
          <a:solidFill>
            <a:srgbClr val="FE5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99689F-7FB3-20AB-B1CB-D4CCD5BAA008}"/>
              </a:ext>
            </a:extLst>
          </p:cNvPr>
          <p:cNvSpPr txBox="1"/>
          <p:nvPr/>
        </p:nvSpPr>
        <p:spPr>
          <a:xfrm>
            <a:off x="252891" y="-125003"/>
            <a:ext cx="13772500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760" b="1" dirty="0">
                <a:solidFill>
                  <a:srgbClr val="002060"/>
                </a:solidFill>
                <a:latin typeface="Nekst" panose="00000500000000000000" pitchFamily="2" charset="-52"/>
              </a:rPr>
              <a:t>Стандарт функциональной устойчивости</a:t>
            </a:r>
            <a:endParaRPr lang="ru-RU" sz="5760" dirty="0">
              <a:solidFill>
                <a:srgbClr val="002060"/>
              </a:solidFill>
              <a:latin typeface="Nekst" panose="00000500000000000000" pitchFamily="2" charset="-52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0ADF34B-9F57-0E7D-673B-FFA172E72989}"/>
              </a:ext>
            </a:extLst>
          </p:cNvPr>
          <p:cNvGrpSpPr/>
          <p:nvPr/>
        </p:nvGrpSpPr>
        <p:grpSpPr>
          <a:xfrm>
            <a:off x="1000195" y="2709493"/>
            <a:ext cx="3777545" cy="786974"/>
            <a:chOff x="6209834" y="3038953"/>
            <a:chExt cx="3147954" cy="655811"/>
          </a:xfrm>
        </p:grpSpPr>
        <p:sp>
          <p:nvSpPr>
            <p:cNvPr id="17" name="Заголовок 2">
              <a:extLst>
                <a:ext uri="{FF2B5EF4-FFF2-40B4-BE49-F238E27FC236}">
                  <a16:creationId xmlns:a16="http://schemas.microsoft.com/office/drawing/2014/main" id="{EE47015F-373D-D38F-8296-B07EA5700F0A}"/>
                </a:ext>
              </a:extLst>
            </p:cNvPr>
            <p:cNvSpPr txBox="1">
              <a:spLocks/>
            </p:cNvSpPr>
            <p:nvPr/>
          </p:nvSpPr>
          <p:spPr>
            <a:xfrm>
              <a:off x="6209834" y="3038953"/>
              <a:ext cx="686620" cy="249320"/>
            </a:xfrm>
            <a:prstGeom prst="rect">
              <a:avLst/>
            </a:prstGeom>
          </p:spPr>
          <p:txBody>
            <a:bodyPr vert="horz" wrap="non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spcAft>
                  <a:spcPts val="720"/>
                </a:spcAft>
              </a:pPr>
              <a:r>
                <a:rPr lang="ru-RU" sz="2160" dirty="0">
                  <a:solidFill>
                    <a:srgbClr val="FE5000"/>
                  </a:solidFill>
                  <a:latin typeface="Nekst Bold" panose="00000800000000000000" pitchFamily="2" charset="-52"/>
                </a:rPr>
                <a:t>Риски</a:t>
              </a:r>
              <a:endParaRPr lang="en-US" sz="2160" dirty="0">
                <a:solidFill>
                  <a:srgbClr val="FE5000"/>
                </a:solidFill>
                <a:latin typeface="Nekst Bold" panose="00000800000000000000" pitchFamily="2" charset="-52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184E7BE-D2E0-8EC9-B68B-F935020F22CA}"/>
                </a:ext>
              </a:extLst>
            </p:cNvPr>
            <p:cNvSpPr txBox="1"/>
            <p:nvPr/>
          </p:nvSpPr>
          <p:spPr>
            <a:xfrm>
              <a:off x="6209834" y="3305662"/>
              <a:ext cx="3147954" cy="38910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defTabSz="1584911">
                <a:lnSpc>
                  <a:spcPct val="120000"/>
                </a:lnSpc>
                <a:spcAft>
                  <a:spcPts val="720"/>
                </a:spcAft>
                <a:defRPr/>
              </a:pPr>
              <a:r>
                <a:rPr lang="ru-RU" sz="1320" dirty="0">
                  <a:solidFill>
                    <a:srgbClr val="002855"/>
                  </a:solidFill>
                  <a:latin typeface="Nekst" panose="00000500000000000000" pitchFamily="2" charset="-52"/>
                </a:rPr>
                <a:t>Принцип: если есть типовой объект — должны быть типовые риски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F835F08B-9175-A1B6-8CE1-3E981C1FE6B1}"/>
              </a:ext>
            </a:extLst>
          </p:cNvPr>
          <p:cNvGrpSpPr/>
          <p:nvPr/>
        </p:nvGrpSpPr>
        <p:grpSpPr>
          <a:xfrm>
            <a:off x="1000195" y="3956130"/>
            <a:ext cx="4122240" cy="807856"/>
            <a:chOff x="6194945" y="4350630"/>
            <a:chExt cx="3751695" cy="673213"/>
          </a:xfrm>
        </p:grpSpPr>
        <p:sp>
          <p:nvSpPr>
            <p:cNvPr id="20" name="Заголовок 2">
              <a:extLst>
                <a:ext uri="{FF2B5EF4-FFF2-40B4-BE49-F238E27FC236}">
                  <a16:creationId xmlns:a16="http://schemas.microsoft.com/office/drawing/2014/main" id="{0B1403F6-2AB7-D7AF-9202-3250869CF036}"/>
                </a:ext>
              </a:extLst>
            </p:cNvPr>
            <p:cNvSpPr txBox="1">
              <a:spLocks/>
            </p:cNvSpPr>
            <p:nvPr/>
          </p:nvSpPr>
          <p:spPr>
            <a:xfrm>
              <a:off x="6209834" y="4350630"/>
              <a:ext cx="2236954" cy="249320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spcAft>
                  <a:spcPts val="720"/>
                </a:spcAft>
              </a:pPr>
              <a:r>
                <a:rPr lang="ru-RU" sz="2160" dirty="0">
                  <a:solidFill>
                    <a:srgbClr val="FE5000"/>
                  </a:solidFill>
                  <a:latin typeface="Nekst Bold" panose="00000800000000000000" pitchFamily="2" charset="-52"/>
                </a:rPr>
                <a:t>Метрики</a:t>
              </a:r>
              <a:endParaRPr lang="en-US" sz="2160" dirty="0">
                <a:solidFill>
                  <a:srgbClr val="FE5000"/>
                </a:solidFill>
                <a:latin typeface="Nekst Bold" panose="00000800000000000000" pitchFamily="2" charset="-5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04008B-AC69-8CCB-5D13-1353166A13E6}"/>
                </a:ext>
              </a:extLst>
            </p:cNvPr>
            <p:cNvSpPr txBox="1"/>
            <p:nvPr/>
          </p:nvSpPr>
          <p:spPr>
            <a:xfrm>
              <a:off x="6194945" y="4634741"/>
              <a:ext cx="3751695" cy="38910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defTabSz="1584911">
                <a:lnSpc>
                  <a:spcPct val="120000"/>
                </a:lnSpc>
                <a:spcAft>
                  <a:spcPts val="720"/>
                </a:spcAft>
                <a:defRPr/>
              </a:pPr>
              <a:r>
                <a:rPr lang="ru-RU" sz="1320" dirty="0">
                  <a:solidFill>
                    <a:srgbClr val="002855"/>
                  </a:solidFill>
                  <a:latin typeface="Nekst" panose="00000500000000000000" pitchFamily="2" charset="-52"/>
                </a:rPr>
                <a:t>Принцип: фиксируем типы метрик, которые субъект обязан установить</a:t>
              </a: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D8ED2AD-E734-9247-405F-6B5ECACFDE8C}"/>
              </a:ext>
            </a:extLst>
          </p:cNvPr>
          <p:cNvGrpSpPr/>
          <p:nvPr/>
        </p:nvGrpSpPr>
        <p:grpSpPr>
          <a:xfrm>
            <a:off x="1000196" y="5208202"/>
            <a:ext cx="4107956" cy="991921"/>
            <a:chOff x="6229830" y="5305567"/>
            <a:chExt cx="4004868" cy="826601"/>
          </a:xfrm>
        </p:grpSpPr>
        <p:sp>
          <p:nvSpPr>
            <p:cNvPr id="25" name="Заголовок 2">
              <a:extLst>
                <a:ext uri="{FF2B5EF4-FFF2-40B4-BE49-F238E27FC236}">
                  <a16:creationId xmlns:a16="http://schemas.microsoft.com/office/drawing/2014/main" id="{42F76767-11CC-74E2-11E0-4172A1187F4A}"/>
                </a:ext>
              </a:extLst>
            </p:cNvPr>
            <p:cNvSpPr txBox="1">
              <a:spLocks/>
            </p:cNvSpPr>
            <p:nvPr/>
          </p:nvSpPr>
          <p:spPr>
            <a:xfrm>
              <a:off x="6229830" y="5305567"/>
              <a:ext cx="4004868" cy="249320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spcAft>
                  <a:spcPts val="720"/>
                </a:spcAft>
              </a:pPr>
              <a:r>
                <a:rPr lang="ru-RU" sz="2160" dirty="0">
                  <a:solidFill>
                    <a:srgbClr val="FE5000"/>
                  </a:solidFill>
                  <a:latin typeface="Nekst Bold" panose="00000800000000000000" pitchFamily="2" charset="-52"/>
                </a:rPr>
                <a:t>Меры</a:t>
              </a:r>
              <a:endParaRPr lang="en-US" sz="2160" dirty="0">
                <a:solidFill>
                  <a:srgbClr val="FE5000"/>
                </a:solidFill>
                <a:latin typeface="Nekst Bold" panose="00000800000000000000" pitchFamily="2" charset="-5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548E5ED-AE56-08C4-32B0-02C7A9C7A274}"/>
                </a:ext>
              </a:extLst>
            </p:cNvPr>
            <p:cNvSpPr txBox="1"/>
            <p:nvPr/>
          </p:nvSpPr>
          <p:spPr>
            <a:xfrm>
              <a:off x="6259607" y="5539912"/>
              <a:ext cx="3899227" cy="592256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defTabSz="1584911">
                <a:lnSpc>
                  <a:spcPct val="120000"/>
                </a:lnSpc>
                <a:spcAft>
                  <a:spcPts val="720"/>
                </a:spcAft>
                <a:defRPr/>
              </a:pPr>
              <a:r>
                <a:rPr lang="ru-RU" sz="1320" dirty="0">
                  <a:solidFill>
                    <a:srgbClr val="002855"/>
                  </a:solidFill>
                  <a:latin typeface="Nekst" panose="00000500000000000000" pitchFamily="2" charset="-52"/>
                </a:rPr>
                <a:t>Принцип: клиент может выбрать набор мер (A/B/C/…) с учётом специфики, но должен обеспечить метрику</a:t>
              </a:r>
            </a:p>
          </p:txBody>
        </p:sp>
      </p:grpSp>
      <p:sp>
        <p:nvSpPr>
          <p:cNvPr id="48" name="Заголовок 2">
            <a:extLst>
              <a:ext uri="{FF2B5EF4-FFF2-40B4-BE49-F238E27FC236}">
                <a16:creationId xmlns:a16="http://schemas.microsoft.com/office/drawing/2014/main" id="{FA895E08-61E4-6E3A-3CF4-E022004AA270}"/>
              </a:ext>
            </a:extLst>
          </p:cNvPr>
          <p:cNvSpPr txBox="1">
            <a:spLocks/>
          </p:cNvSpPr>
          <p:nvPr/>
        </p:nvSpPr>
        <p:spPr>
          <a:xfrm>
            <a:off x="1035928" y="1980349"/>
            <a:ext cx="2826095" cy="299184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720"/>
              </a:spcAft>
            </a:pPr>
            <a:r>
              <a:rPr lang="ru-RU" sz="2160" dirty="0">
                <a:solidFill>
                  <a:srgbClr val="003064"/>
                </a:solidFill>
                <a:latin typeface="Nekst Bold" panose="00000800000000000000" pitchFamily="2" charset="-52"/>
              </a:rPr>
              <a:t>Типовой объект КИИ</a:t>
            </a:r>
            <a:endParaRPr lang="en-US" sz="2160" dirty="0">
              <a:solidFill>
                <a:srgbClr val="003064"/>
              </a:solidFill>
              <a:latin typeface="Nekst Bold" panose="00000800000000000000" pitchFamily="2" charset="-52"/>
            </a:endParaRPr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5A373D4-15F8-92BE-049D-AB88CC816C80}"/>
              </a:ext>
            </a:extLst>
          </p:cNvPr>
          <p:cNvCxnSpPr>
            <a:cxnSpLocks/>
            <a:stCxn id="52" idx="4"/>
            <a:endCxn id="6" idx="0"/>
          </p:cNvCxnSpPr>
          <p:nvPr/>
        </p:nvCxnSpPr>
        <p:spPr>
          <a:xfrm>
            <a:off x="658290" y="2195576"/>
            <a:ext cx="0" cy="4171031"/>
          </a:xfrm>
          <a:prstGeom prst="line">
            <a:avLst/>
          </a:prstGeom>
          <a:ln w="12700"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Овал 51">
            <a:extLst>
              <a:ext uri="{FF2B5EF4-FFF2-40B4-BE49-F238E27FC236}">
                <a16:creationId xmlns:a16="http://schemas.microsoft.com/office/drawing/2014/main" id="{7E5E2A29-FBDF-ACA5-0EEC-808D8EF85320}"/>
              </a:ext>
            </a:extLst>
          </p:cNvPr>
          <p:cNvSpPr/>
          <p:nvPr/>
        </p:nvSpPr>
        <p:spPr>
          <a:xfrm>
            <a:off x="604678" y="2088350"/>
            <a:ext cx="107225" cy="107225"/>
          </a:xfrm>
          <a:prstGeom prst="ellipse">
            <a:avLst/>
          </a:prstGeom>
          <a:solidFill>
            <a:srgbClr val="FE5000">
              <a:alpha val="97000"/>
            </a:srgb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ACF19554-DFD4-10B2-62F7-5814BB4DB501}"/>
              </a:ext>
            </a:extLst>
          </p:cNvPr>
          <p:cNvGrpSpPr/>
          <p:nvPr/>
        </p:nvGrpSpPr>
        <p:grpSpPr>
          <a:xfrm>
            <a:off x="605002" y="4052311"/>
            <a:ext cx="268664" cy="107225"/>
            <a:chOff x="751697" y="5793091"/>
            <a:chExt cx="223887" cy="89354"/>
          </a:xfrm>
        </p:grpSpPr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E2F0CCDB-76F7-D6C9-5BB3-5613E2AEC08C}"/>
                </a:ext>
              </a:extLst>
            </p:cNvPr>
            <p:cNvCxnSpPr>
              <a:cxnSpLocks/>
            </p:cNvCxnSpPr>
            <p:nvPr/>
          </p:nvCxnSpPr>
          <p:spPr>
            <a:xfrm>
              <a:off x="796374" y="5837768"/>
              <a:ext cx="179210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Овал 57">
              <a:extLst>
                <a:ext uri="{FF2B5EF4-FFF2-40B4-BE49-F238E27FC236}">
                  <a16:creationId xmlns:a16="http://schemas.microsoft.com/office/drawing/2014/main" id="{FF2C3007-05A7-A389-8B9B-1E37B085D18E}"/>
                </a:ext>
              </a:extLst>
            </p:cNvPr>
            <p:cNvSpPr/>
            <p:nvPr/>
          </p:nvSpPr>
          <p:spPr>
            <a:xfrm>
              <a:off x="751697" y="5793091"/>
              <a:ext cx="89354" cy="89354"/>
            </a:xfrm>
            <a:prstGeom prst="ellipse">
              <a:avLst/>
            </a:prstGeom>
            <a:solidFill>
              <a:srgbClr val="FE5000">
                <a:alpha val="97000"/>
              </a:srgbClr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160" dirty="0"/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58193DC9-B2E3-19BC-796D-127CE29BC0AD}"/>
              </a:ext>
            </a:extLst>
          </p:cNvPr>
          <p:cNvGrpSpPr/>
          <p:nvPr/>
        </p:nvGrpSpPr>
        <p:grpSpPr>
          <a:xfrm>
            <a:off x="605002" y="2796408"/>
            <a:ext cx="268664" cy="107225"/>
            <a:chOff x="751697" y="5793091"/>
            <a:chExt cx="223887" cy="89354"/>
          </a:xfrm>
        </p:grpSpPr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55CE015E-FD4E-914E-B3B1-3EB6F6D2F7A9}"/>
                </a:ext>
              </a:extLst>
            </p:cNvPr>
            <p:cNvCxnSpPr>
              <a:cxnSpLocks/>
            </p:cNvCxnSpPr>
            <p:nvPr/>
          </p:nvCxnSpPr>
          <p:spPr>
            <a:xfrm>
              <a:off x="796374" y="5837768"/>
              <a:ext cx="179210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A74031F9-E3A2-1F76-E48A-0457B440D6BE}"/>
                </a:ext>
              </a:extLst>
            </p:cNvPr>
            <p:cNvSpPr/>
            <p:nvPr/>
          </p:nvSpPr>
          <p:spPr>
            <a:xfrm>
              <a:off x="751697" y="5793091"/>
              <a:ext cx="89354" cy="89354"/>
            </a:xfrm>
            <a:prstGeom prst="ellipse">
              <a:avLst/>
            </a:prstGeom>
            <a:solidFill>
              <a:srgbClr val="FE5000">
                <a:alpha val="97000"/>
              </a:srgbClr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160"/>
            </a:p>
          </p:txBody>
        </p:sp>
      </p:grpSp>
      <p:sp>
        <p:nvSpPr>
          <p:cNvPr id="68" name="Овал 67">
            <a:extLst>
              <a:ext uri="{FF2B5EF4-FFF2-40B4-BE49-F238E27FC236}">
                <a16:creationId xmlns:a16="http://schemas.microsoft.com/office/drawing/2014/main" id="{768D1D87-1CF4-96FA-F177-6E1D5C529F95}"/>
              </a:ext>
            </a:extLst>
          </p:cNvPr>
          <p:cNvSpPr/>
          <p:nvPr/>
        </p:nvSpPr>
        <p:spPr>
          <a:xfrm>
            <a:off x="604678" y="5307426"/>
            <a:ext cx="107225" cy="107225"/>
          </a:xfrm>
          <a:prstGeom prst="ellipse">
            <a:avLst/>
          </a:prstGeom>
          <a:solidFill>
            <a:srgbClr val="FE5000">
              <a:alpha val="97000"/>
            </a:srgb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9DBFB0E8-EE9F-2B2E-F774-87E40FABC1AD}"/>
              </a:ext>
            </a:extLst>
          </p:cNvPr>
          <p:cNvGrpSpPr/>
          <p:nvPr/>
        </p:nvGrpSpPr>
        <p:grpSpPr>
          <a:xfrm>
            <a:off x="605002" y="2087748"/>
            <a:ext cx="268664" cy="107225"/>
            <a:chOff x="751697" y="5793091"/>
            <a:chExt cx="223887" cy="89354"/>
          </a:xfrm>
        </p:grpSpPr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7E56D704-3559-70E7-5AC2-6CACA1BAAB2D}"/>
                </a:ext>
              </a:extLst>
            </p:cNvPr>
            <p:cNvCxnSpPr>
              <a:cxnSpLocks/>
            </p:cNvCxnSpPr>
            <p:nvPr/>
          </p:nvCxnSpPr>
          <p:spPr>
            <a:xfrm>
              <a:off x="796374" y="5837768"/>
              <a:ext cx="179210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10179756-1493-DD50-8048-F670F303B239}"/>
                </a:ext>
              </a:extLst>
            </p:cNvPr>
            <p:cNvSpPr/>
            <p:nvPr/>
          </p:nvSpPr>
          <p:spPr>
            <a:xfrm>
              <a:off x="751697" y="5793091"/>
              <a:ext cx="89354" cy="89354"/>
            </a:xfrm>
            <a:prstGeom prst="ellipse">
              <a:avLst/>
            </a:prstGeom>
            <a:solidFill>
              <a:srgbClr val="FE5000">
                <a:alpha val="97000"/>
              </a:srgbClr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160"/>
            </a:p>
          </p:txBody>
        </p:sp>
      </p:grpSp>
      <p:sp>
        <p:nvSpPr>
          <p:cNvPr id="6" name="Овал 5">
            <a:extLst>
              <a:ext uri="{FF2B5EF4-FFF2-40B4-BE49-F238E27FC236}">
                <a16:creationId xmlns:a16="http://schemas.microsoft.com/office/drawing/2014/main" id="{FE15E5B4-F815-ED60-BDC7-BC2722DB77BD}"/>
              </a:ext>
            </a:extLst>
          </p:cNvPr>
          <p:cNvSpPr/>
          <p:nvPr/>
        </p:nvSpPr>
        <p:spPr>
          <a:xfrm>
            <a:off x="604678" y="6366606"/>
            <a:ext cx="107225" cy="107225"/>
          </a:xfrm>
          <a:prstGeom prst="ellipse">
            <a:avLst/>
          </a:prstGeom>
          <a:solidFill>
            <a:srgbClr val="FE5000">
              <a:alpha val="97000"/>
            </a:srgb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6D880113-D979-5471-4410-D5B87F9B3442}"/>
              </a:ext>
            </a:extLst>
          </p:cNvPr>
          <p:cNvSpPr txBox="1">
            <a:spLocks/>
          </p:cNvSpPr>
          <p:nvPr/>
        </p:nvSpPr>
        <p:spPr>
          <a:xfrm>
            <a:off x="1018061" y="6315243"/>
            <a:ext cx="4805842" cy="29918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720"/>
              </a:spcAft>
            </a:pPr>
            <a:r>
              <a:rPr lang="ru-RU" sz="2160" dirty="0">
                <a:solidFill>
                  <a:srgbClr val="FE5000"/>
                </a:solidFill>
                <a:latin typeface="Nekst Bold" panose="00000800000000000000" pitchFamily="2" charset="-52"/>
              </a:rPr>
              <a:t>Проверка</a:t>
            </a:r>
            <a:endParaRPr lang="en-US" sz="2160" dirty="0">
              <a:solidFill>
                <a:srgbClr val="FE5000"/>
              </a:solidFill>
              <a:latin typeface="Nekst Bold" panose="000008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C891B-ACE2-B25E-4924-9A571381C59F}"/>
              </a:ext>
            </a:extLst>
          </p:cNvPr>
          <p:cNvSpPr txBox="1"/>
          <p:nvPr/>
        </p:nvSpPr>
        <p:spPr>
          <a:xfrm>
            <a:off x="1000193" y="6636379"/>
            <a:ext cx="4502034" cy="71070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defTabSz="1584911">
              <a:lnSpc>
                <a:spcPct val="120000"/>
              </a:lnSpc>
              <a:spcAft>
                <a:spcPts val="720"/>
              </a:spcAft>
              <a:defRPr/>
            </a:pPr>
            <a:r>
              <a:rPr lang="ru-RU" sz="1320" dirty="0">
                <a:solidFill>
                  <a:srgbClr val="002855"/>
                </a:solidFill>
                <a:latin typeface="Nekst" panose="00000500000000000000" pitchFamily="2" charset="-52"/>
              </a:rPr>
              <a:t>Принцип: проверяем достижение метрик через логи/телеметрию, учения, тестовые восстановления</a:t>
            </a:r>
          </a:p>
        </p:txBody>
      </p:sp>
      <p:sp>
        <p:nvSpPr>
          <p:cNvPr id="74" name="Прямоугольник: скругленные углы 217">
            <a:extLst>
              <a:ext uri="{FF2B5EF4-FFF2-40B4-BE49-F238E27FC236}">
                <a16:creationId xmlns:a16="http://schemas.microsoft.com/office/drawing/2014/main" id="{E70751F2-AEC3-4B1B-283E-F0F64B0BF193}"/>
              </a:ext>
            </a:extLst>
          </p:cNvPr>
          <p:cNvSpPr/>
          <p:nvPr/>
        </p:nvSpPr>
        <p:spPr>
          <a:xfrm>
            <a:off x="5337810" y="956677"/>
            <a:ext cx="8687581" cy="1355384"/>
          </a:xfrm>
          <a:prstGeom prst="roundRect">
            <a:avLst>
              <a:gd name="adj" fmla="val 6220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6200000" scaled="0"/>
            <a:tileRect/>
          </a:gra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71550" indent="-320040">
              <a:tabLst>
                <a:tab pos="320040" algn="l"/>
                <a:tab pos="651510" algn="l"/>
              </a:tabLst>
            </a:pPr>
            <a:r>
              <a:rPr lang="ru-RU" sz="1440" b="1" dirty="0">
                <a:solidFill>
                  <a:schemeClr val="accent1"/>
                </a:solidFill>
                <a:latin typeface="Nekst" panose="00000500000000000000" pitchFamily="2" charset="-52"/>
              </a:rPr>
              <a:t>Атрибуты объекта защиты:</a:t>
            </a:r>
          </a:p>
          <a:p>
            <a:pPr marL="649606" indent="1906"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chemeClr val="accent1"/>
                </a:solidFill>
                <a:latin typeface="Nekst" panose="00000500000000000000" pitchFamily="2" charset="-52"/>
              </a:rPr>
              <a:t>Отрасль/функция, ИТ/ОТ-класс, </a:t>
            </a:r>
            <a:r>
              <a:rPr lang="ru-RU" sz="1440" dirty="0" err="1">
                <a:solidFill>
                  <a:schemeClr val="accent1"/>
                </a:solidFill>
                <a:latin typeface="Nekst" panose="00000500000000000000" pitchFamily="2" charset="-52"/>
              </a:rPr>
              <a:t>распределённость</a:t>
            </a:r>
            <a:r>
              <a:rPr lang="ru-RU" sz="1440" dirty="0">
                <a:solidFill>
                  <a:schemeClr val="accent1"/>
                </a:solidFill>
                <a:latin typeface="Nekst" panose="00000500000000000000" pitchFamily="2" charset="-52"/>
              </a:rPr>
              <a:t>, критичность, регуляторные требования, зависимости от инфраструктуры и поставщиков, охватываемые бизнес-процессы. </a:t>
            </a:r>
          </a:p>
          <a:p>
            <a:pPr marL="649606" indent="1906"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chemeClr val="accent1"/>
                </a:solidFill>
                <a:latin typeface="Nekst" panose="00000500000000000000" pitchFamily="2" charset="-52"/>
              </a:rPr>
              <a:t>Если объект относится к типовому, для него обязательно применяется соответствующий набор типовых рисков и метрик.</a:t>
            </a:r>
          </a:p>
        </p:txBody>
      </p:sp>
      <p:sp>
        <p:nvSpPr>
          <p:cNvPr id="76" name="Прямоугольник: скругленные углы 84">
            <a:extLst>
              <a:ext uri="{FF2B5EF4-FFF2-40B4-BE49-F238E27FC236}">
                <a16:creationId xmlns:a16="http://schemas.microsoft.com/office/drawing/2014/main" id="{50D2F098-B77E-5146-A3D4-194E0D0787E6}"/>
              </a:ext>
            </a:extLst>
          </p:cNvPr>
          <p:cNvSpPr/>
          <p:nvPr/>
        </p:nvSpPr>
        <p:spPr>
          <a:xfrm rot="16200000">
            <a:off x="5100405" y="1428542"/>
            <a:ext cx="1195333" cy="479926"/>
          </a:xfrm>
          <a:prstGeom prst="roundRect">
            <a:avLst/>
          </a:prstGeom>
          <a:solidFill>
            <a:srgbClr val="004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latin typeface="Nekst Medium" panose="00000600000000000000" pitchFamily="2" charset="-52"/>
              </a:rPr>
              <a:t>Объект</a:t>
            </a:r>
          </a:p>
        </p:txBody>
      </p:sp>
      <p:sp>
        <p:nvSpPr>
          <p:cNvPr id="78" name="Прямоугольник: скругленные углы 84">
            <a:extLst>
              <a:ext uri="{FF2B5EF4-FFF2-40B4-BE49-F238E27FC236}">
                <a16:creationId xmlns:a16="http://schemas.microsoft.com/office/drawing/2014/main" id="{6417C39F-EF65-DB85-E230-00902E261242}"/>
              </a:ext>
            </a:extLst>
          </p:cNvPr>
          <p:cNvSpPr/>
          <p:nvPr/>
        </p:nvSpPr>
        <p:spPr>
          <a:xfrm rot="16200000">
            <a:off x="5249023" y="2671509"/>
            <a:ext cx="896413" cy="479926"/>
          </a:xfrm>
          <a:prstGeom prst="roundRect">
            <a:avLst/>
          </a:prstGeom>
          <a:solidFill>
            <a:srgbClr val="00B2A9">
              <a:alpha val="49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solidFill>
                  <a:srgbClr val="003F86"/>
                </a:solidFill>
                <a:latin typeface="Nekst Medium" panose="00000600000000000000" pitchFamily="2" charset="-52"/>
              </a:rPr>
              <a:t>Риск</a:t>
            </a:r>
          </a:p>
        </p:txBody>
      </p:sp>
      <p:sp>
        <p:nvSpPr>
          <p:cNvPr id="80" name="Прямоугольник: скругленные углы 84">
            <a:extLst>
              <a:ext uri="{FF2B5EF4-FFF2-40B4-BE49-F238E27FC236}">
                <a16:creationId xmlns:a16="http://schemas.microsoft.com/office/drawing/2014/main" id="{BF3A344F-0763-64B3-7E7D-380549364074}"/>
              </a:ext>
            </a:extLst>
          </p:cNvPr>
          <p:cNvSpPr/>
          <p:nvPr/>
        </p:nvSpPr>
        <p:spPr>
          <a:xfrm rot="16200000">
            <a:off x="5165105" y="4057424"/>
            <a:ext cx="1154171" cy="479926"/>
          </a:xfrm>
          <a:prstGeom prst="roundRect">
            <a:avLst/>
          </a:prstGeom>
          <a:solidFill>
            <a:schemeClr val="accent4">
              <a:lumMod val="75000"/>
              <a:alpha val="49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solidFill>
                  <a:schemeClr val="accent2">
                    <a:lumMod val="50000"/>
                  </a:schemeClr>
                </a:solidFill>
                <a:latin typeface="Nekst Medium" panose="00000600000000000000" pitchFamily="2" charset="-52"/>
              </a:rPr>
              <a:t>Метрики</a:t>
            </a:r>
          </a:p>
        </p:txBody>
      </p:sp>
      <p:sp>
        <p:nvSpPr>
          <p:cNvPr id="82" name="Прямоугольник: скругленные углы 84">
            <a:extLst>
              <a:ext uri="{FF2B5EF4-FFF2-40B4-BE49-F238E27FC236}">
                <a16:creationId xmlns:a16="http://schemas.microsoft.com/office/drawing/2014/main" id="{4B7F0491-17A4-C555-FA3D-B2F6D51F9981}"/>
              </a:ext>
            </a:extLst>
          </p:cNvPr>
          <p:cNvSpPr/>
          <p:nvPr/>
        </p:nvSpPr>
        <p:spPr>
          <a:xfrm rot="16200000">
            <a:off x="5120285" y="5521397"/>
            <a:ext cx="1187879" cy="4799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latin typeface="Nekst Medium" panose="00000600000000000000" pitchFamily="2" charset="-52"/>
              </a:rPr>
              <a:t>Меры</a:t>
            </a:r>
          </a:p>
        </p:txBody>
      </p:sp>
      <p:sp>
        <p:nvSpPr>
          <p:cNvPr id="84" name="Прямоугольник: скругленные углы 84">
            <a:extLst>
              <a:ext uri="{FF2B5EF4-FFF2-40B4-BE49-F238E27FC236}">
                <a16:creationId xmlns:a16="http://schemas.microsoft.com/office/drawing/2014/main" id="{1EAD2E37-10D6-1467-1D21-E7587E9F65AA}"/>
              </a:ext>
            </a:extLst>
          </p:cNvPr>
          <p:cNvSpPr/>
          <p:nvPr/>
        </p:nvSpPr>
        <p:spPr>
          <a:xfrm rot="16200000">
            <a:off x="5152516" y="6899346"/>
            <a:ext cx="1187879" cy="47992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latin typeface="Nekst Medium" panose="00000600000000000000" pitchFamily="2" charset="-52"/>
              </a:rPr>
              <a:t>Проверка</a:t>
            </a:r>
          </a:p>
        </p:txBody>
      </p:sp>
      <p:sp>
        <p:nvSpPr>
          <p:cNvPr id="85" name="Стрелка: вниз 84">
            <a:extLst>
              <a:ext uri="{FF2B5EF4-FFF2-40B4-BE49-F238E27FC236}">
                <a16:creationId xmlns:a16="http://schemas.microsoft.com/office/drawing/2014/main" id="{DCCE78B6-680B-2F2D-3F94-960A00B12BB9}"/>
              </a:ext>
            </a:extLst>
          </p:cNvPr>
          <p:cNvSpPr/>
          <p:nvPr/>
        </p:nvSpPr>
        <p:spPr>
          <a:xfrm>
            <a:off x="9692125" y="2279520"/>
            <a:ext cx="479927" cy="270625"/>
          </a:xfrm>
          <a:prstGeom prst="downArrow">
            <a:avLst>
              <a:gd name="adj1" fmla="val 50000"/>
              <a:gd name="adj2" fmla="val 40663"/>
            </a:avLst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90" name="Стрелка: вниз 89">
            <a:extLst>
              <a:ext uri="{FF2B5EF4-FFF2-40B4-BE49-F238E27FC236}">
                <a16:creationId xmlns:a16="http://schemas.microsoft.com/office/drawing/2014/main" id="{74A17FB7-7332-76E3-2419-C8763B961825}"/>
              </a:ext>
            </a:extLst>
          </p:cNvPr>
          <p:cNvSpPr/>
          <p:nvPr/>
        </p:nvSpPr>
        <p:spPr>
          <a:xfrm>
            <a:off x="9692125" y="3376502"/>
            <a:ext cx="479927" cy="270625"/>
          </a:xfrm>
          <a:prstGeom prst="downArrow">
            <a:avLst>
              <a:gd name="adj1" fmla="val 50000"/>
              <a:gd name="adj2" fmla="val 40663"/>
            </a:avLst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  <a:p>
            <a:pPr algn="ctr"/>
            <a:endParaRPr lang="ru-RU" sz="2160" dirty="0"/>
          </a:p>
        </p:txBody>
      </p:sp>
      <p:sp>
        <p:nvSpPr>
          <p:cNvPr id="91" name="Стрелка: вниз 90">
            <a:extLst>
              <a:ext uri="{FF2B5EF4-FFF2-40B4-BE49-F238E27FC236}">
                <a16:creationId xmlns:a16="http://schemas.microsoft.com/office/drawing/2014/main" id="{6E4F0255-0465-204B-5408-62433C24C41E}"/>
              </a:ext>
            </a:extLst>
          </p:cNvPr>
          <p:cNvSpPr/>
          <p:nvPr/>
        </p:nvSpPr>
        <p:spPr>
          <a:xfrm>
            <a:off x="9665523" y="4846488"/>
            <a:ext cx="479927" cy="270625"/>
          </a:xfrm>
          <a:prstGeom prst="downArrow">
            <a:avLst>
              <a:gd name="adj1" fmla="val 50000"/>
              <a:gd name="adj2" fmla="val 40663"/>
            </a:avLst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92" name="Стрелка: вниз 91">
            <a:extLst>
              <a:ext uri="{FF2B5EF4-FFF2-40B4-BE49-F238E27FC236}">
                <a16:creationId xmlns:a16="http://schemas.microsoft.com/office/drawing/2014/main" id="{7B0374AC-AB8B-63DF-5BB3-F20318273C33}"/>
              </a:ext>
            </a:extLst>
          </p:cNvPr>
          <p:cNvSpPr/>
          <p:nvPr/>
        </p:nvSpPr>
        <p:spPr>
          <a:xfrm>
            <a:off x="9642080" y="6284906"/>
            <a:ext cx="479927" cy="270625"/>
          </a:xfrm>
          <a:prstGeom prst="downArrow">
            <a:avLst>
              <a:gd name="adj1" fmla="val 50000"/>
              <a:gd name="adj2" fmla="val 40663"/>
            </a:avLst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</p:spTree>
    <p:extLst>
      <p:ext uri="{BB962C8B-B14F-4D97-AF65-F5344CB8AC3E}">
        <p14:creationId xmlns:p14="http://schemas.microsoft.com/office/powerpoint/2010/main" val="9310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51A7252-0AF0-4174-80D9-6E2EAFEF3493}"/>
              </a:ext>
            </a:extLst>
          </p:cNvPr>
          <p:cNvSpPr/>
          <p:nvPr/>
        </p:nvSpPr>
        <p:spPr bwMode="auto">
          <a:xfrm>
            <a:off x="6233004" y="2330370"/>
            <a:ext cx="7519192" cy="4646766"/>
          </a:xfrm>
          <a:prstGeom prst="roundRect">
            <a:avLst>
              <a:gd name="adj" fmla="val 2082"/>
            </a:avLst>
          </a:prstGeom>
          <a:noFill/>
          <a:ln>
            <a:solidFill>
              <a:srgbClr val="002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80E6AE8C-2E43-444B-BE3F-526A7E4D7B7D}"/>
              </a:ext>
            </a:extLst>
          </p:cNvPr>
          <p:cNvSpPr/>
          <p:nvPr/>
        </p:nvSpPr>
        <p:spPr bwMode="auto">
          <a:xfrm>
            <a:off x="878205" y="2222459"/>
            <a:ext cx="6248460" cy="4862588"/>
          </a:xfrm>
          <a:prstGeom prst="roundRect">
            <a:avLst>
              <a:gd name="adj" fmla="val 2008"/>
            </a:avLst>
          </a:prstGeom>
          <a:solidFill>
            <a:schemeClr val="bg1"/>
          </a:solidFill>
          <a:ln>
            <a:noFill/>
          </a:ln>
          <a:effectLst>
            <a:glow rad="127000">
              <a:srgbClr val="0070C0">
                <a:alpha val="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9" name="Заголовок 11">
            <a:extLst>
              <a:ext uri="{FF2B5EF4-FFF2-40B4-BE49-F238E27FC236}">
                <a16:creationId xmlns:a16="http://schemas.microsoft.com/office/drawing/2014/main" id="{35EE9AF7-0BCB-44F8-B632-7A2A712530A5}"/>
              </a:ext>
            </a:extLst>
          </p:cNvPr>
          <p:cNvSpPr txBox="1">
            <a:spLocks/>
          </p:cNvSpPr>
          <p:nvPr/>
        </p:nvSpPr>
        <p:spPr bwMode="auto">
          <a:xfrm>
            <a:off x="763411" y="487609"/>
            <a:ext cx="12988784" cy="196583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2">
                    <a:lumMod val="10000"/>
                  </a:schemeClr>
                </a:solidFill>
                <a:latin typeface="Nekst Bold" panose="00000800000000000000" pitchFamily="2" charset="-52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360" dirty="0">
                <a:solidFill>
                  <a:srgbClr val="002855"/>
                </a:solidFill>
              </a:rPr>
              <a:t>ПАК объективного контроля функциональной устойчивости (ЦУМ 2.0)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89A778-641D-4C89-A3D0-2411A3B90E50}"/>
              </a:ext>
            </a:extLst>
          </p:cNvPr>
          <p:cNvSpPr txBox="1"/>
          <p:nvPr/>
        </p:nvSpPr>
        <p:spPr bwMode="auto">
          <a:xfrm>
            <a:off x="11405812" y="7630624"/>
            <a:ext cx="2696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200" dirty="0">
                <a:solidFill>
                  <a:srgbClr val="FE5000"/>
                </a:solidFill>
                <a:latin typeface="Nekst" panose="00000500000000000000" pitchFamily="2" charset="-52"/>
              </a:rPr>
              <a:t>#кибериспытано</a:t>
            </a:r>
          </a:p>
        </p:txBody>
      </p:sp>
      <p:pic>
        <p:nvPicPr>
          <p:cNvPr id="37" name="Google Shape;1400;p132">
            <a:extLst>
              <a:ext uri="{FF2B5EF4-FFF2-40B4-BE49-F238E27FC236}">
                <a16:creationId xmlns:a16="http://schemas.microsoft.com/office/drawing/2014/main" id="{C5B84E65-BBC3-49DC-B27F-C2E7E22FE32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8430" y="2241424"/>
            <a:ext cx="5916797" cy="481678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CB255AF-75AD-4E28-ACAF-1E1A7AE115BF}"/>
              </a:ext>
            </a:extLst>
          </p:cNvPr>
          <p:cNvSpPr txBox="1"/>
          <p:nvPr/>
        </p:nvSpPr>
        <p:spPr>
          <a:xfrm>
            <a:off x="7126665" y="2422233"/>
            <a:ext cx="6522720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152400">
              <a:spcBef>
                <a:spcPts val="1080"/>
              </a:spcBef>
              <a:buClr>
                <a:srgbClr val="FE5000"/>
              </a:buClr>
              <a:buSzPct val="100000"/>
              <a:buFont typeface="Arial"/>
              <a:buChar char="•"/>
            </a:pPr>
            <a:r>
              <a:rPr lang="ru-RU" sz="2000" dirty="0">
                <a:solidFill>
                  <a:srgbClr val="002855"/>
                </a:solidFill>
                <a:latin typeface="Nekst" panose="00000500000000000000" pitchFamily="2" charset="-52"/>
                <a:ea typeface="Arial"/>
                <a:cs typeface="Arial"/>
                <a:sym typeface="Arial"/>
              </a:rPr>
              <a:t>Поддерживает реализацию программы выступая единым центром сбора объективных показателей, анализа и поддержки принятия решений вокруг основных доменов: финансового, технического и регуляторного </a:t>
            </a:r>
          </a:p>
          <a:p>
            <a:pPr marL="320040" indent="-152400">
              <a:spcBef>
                <a:spcPts val="720"/>
              </a:spcBef>
              <a:buClr>
                <a:srgbClr val="FE5000"/>
              </a:buClr>
              <a:buSzPct val="100000"/>
              <a:buFont typeface="Arial"/>
              <a:buChar char="•"/>
            </a:pPr>
            <a:r>
              <a:rPr lang="ru-RU" sz="2000" dirty="0">
                <a:solidFill>
                  <a:srgbClr val="002855"/>
                </a:solidFill>
                <a:latin typeface="Nekst" panose="00000500000000000000" pitchFamily="2" charset="-52"/>
                <a:ea typeface="Arial"/>
                <a:cs typeface="Arial"/>
                <a:sym typeface="Arial"/>
              </a:rPr>
              <a:t>Позволяет руководству оперативно контролировать функциональную устойчивость и управлять рисками на базе понятных бизнес- и технологических метрик</a:t>
            </a:r>
          </a:p>
          <a:p>
            <a:pPr marL="320040" indent="-152400">
              <a:spcBef>
                <a:spcPts val="720"/>
              </a:spcBef>
              <a:buClr>
                <a:srgbClr val="FE5000"/>
              </a:buClr>
              <a:buSzPct val="100000"/>
              <a:buFont typeface="Arial"/>
              <a:buChar char="•"/>
            </a:pPr>
            <a:r>
              <a:rPr lang="ru-RU" sz="2000" dirty="0">
                <a:solidFill>
                  <a:srgbClr val="002855"/>
                </a:solidFill>
                <a:latin typeface="Nekst" panose="00000500000000000000" pitchFamily="2" charset="-52"/>
                <a:ea typeface="Arial"/>
                <a:cs typeface="Arial"/>
                <a:sym typeface="Arial"/>
              </a:rPr>
              <a:t>Координирует действий участников экосистемы (контрольно-надзорные органы, подрядчики, дочерние компании)</a:t>
            </a:r>
            <a:endParaRPr lang="ru-RU" sz="2000" dirty="0">
              <a:latin typeface="Neks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08373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4390F8D1-D39C-4F25-AEF2-E233C91BF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17" y="1123924"/>
            <a:ext cx="14711738" cy="6691297"/>
          </a:xfrm>
          <a:prstGeom prst="rect">
            <a:avLst/>
          </a:prstGeom>
        </p:spPr>
      </p:pic>
      <p:sp>
        <p:nvSpPr>
          <p:cNvPr id="137" name="Скругленный прямоугольник 23">
            <a:extLst>
              <a:ext uri="{FF2B5EF4-FFF2-40B4-BE49-F238E27FC236}">
                <a16:creationId xmlns:a16="http://schemas.microsoft.com/office/drawing/2014/main" id="{11423956-8B48-4DCC-A88E-31651663C30D}"/>
              </a:ext>
            </a:extLst>
          </p:cNvPr>
          <p:cNvSpPr/>
          <p:nvPr/>
        </p:nvSpPr>
        <p:spPr>
          <a:xfrm>
            <a:off x="11089843" y="5283153"/>
            <a:ext cx="3310205" cy="2028538"/>
          </a:xfrm>
          <a:prstGeom prst="roundRect">
            <a:avLst>
              <a:gd name="adj" fmla="val 3540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4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sp>
        <p:nvSpPr>
          <p:cNvPr id="132" name="Скругленный прямоугольник 23">
            <a:extLst>
              <a:ext uri="{FF2B5EF4-FFF2-40B4-BE49-F238E27FC236}">
                <a16:creationId xmlns:a16="http://schemas.microsoft.com/office/drawing/2014/main" id="{EBCEC3B6-F1BB-48EC-BA0A-8804DA9D0257}"/>
              </a:ext>
            </a:extLst>
          </p:cNvPr>
          <p:cNvSpPr/>
          <p:nvPr/>
        </p:nvSpPr>
        <p:spPr>
          <a:xfrm>
            <a:off x="11117546" y="1273905"/>
            <a:ext cx="3310205" cy="1145686"/>
          </a:xfrm>
          <a:prstGeom prst="roundRect">
            <a:avLst>
              <a:gd name="adj" fmla="val 7371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4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pic>
        <p:nvPicPr>
          <p:cNvPr id="10" name="Рисунок 23">
            <a:extLst>
              <a:ext uri="{FF2B5EF4-FFF2-40B4-BE49-F238E27FC236}">
                <a16:creationId xmlns:a16="http://schemas.microsoft.com/office/drawing/2014/main" id="{6701BAEC-B9F3-CA37-F23A-07AB36FAFA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27" y="493916"/>
            <a:ext cx="762674" cy="540169"/>
          </a:xfrm>
          <a:prstGeom prst="rect">
            <a:avLst/>
          </a:prstGeom>
        </p:spPr>
      </p:pic>
      <p:sp>
        <p:nvSpPr>
          <p:cNvPr id="72" name="object 194">
            <a:extLst>
              <a:ext uri="{FF2B5EF4-FFF2-40B4-BE49-F238E27FC236}">
                <a16:creationId xmlns:a16="http://schemas.microsoft.com/office/drawing/2014/main" id="{E6BB8E61-86FD-4424-9BE4-369C33BEB10B}"/>
              </a:ext>
            </a:extLst>
          </p:cNvPr>
          <p:cNvSpPr txBox="1"/>
          <p:nvPr/>
        </p:nvSpPr>
        <p:spPr>
          <a:xfrm>
            <a:off x="818226" y="1585147"/>
            <a:ext cx="2843448" cy="447868"/>
          </a:xfrm>
          <a:prstGeom prst="rect">
            <a:avLst/>
          </a:prstGeom>
        </p:spPr>
        <p:txBody>
          <a:bodyPr vert="horz" wrap="square" lIns="0" tIns="8308" rIns="0" bIns="0" rtlCol="0">
            <a:spAutoFit/>
          </a:bodyPr>
          <a:lstStyle/>
          <a:p>
            <a:pPr marL="9230" marR="3692" defTabSz="664620">
              <a:lnSpc>
                <a:spcPct val="101699"/>
              </a:lnSpc>
              <a:spcBef>
                <a:spcPts val="66"/>
              </a:spcBef>
            </a:pP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Свод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метрик</a:t>
            </a:r>
            <a:r>
              <a:rPr lang="ru-RU"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,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отражающий  устойчивость процесса</a:t>
            </a:r>
          </a:p>
        </p:txBody>
      </p:sp>
      <p:sp>
        <p:nvSpPr>
          <p:cNvPr id="73" name="object 203">
            <a:extLst>
              <a:ext uri="{FF2B5EF4-FFF2-40B4-BE49-F238E27FC236}">
                <a16:creationId xmlns:a16="http://schemas.microsoft.com/office/drawing/2014/main" id="{4FED8D3A-8366-40FE-882C-512B6817EC39}"/>
              </a:ext>
            </a:extLst>
          </p:cNvPr>
          <p:cNvSpPr txBox="1"/>
          <p:nvPr/>
        </p:nvSpPr>
        <p:spPr>
          <a:xfrm>
            <a:off x="818225" y="2674749"/>
            <a:ext cx="3919888" cy="673892"/>
          </a:xfrm>
          <a:prstGeom prst="rect">
            <a:avLst/>
          </a:prstGeom>
        </p:spPr>
        <p:txBody>
          <a:bodyPr vert="horz" wrap="square" lIns="0" tIns="8308" rIns="0" bIns="0" rtlCol="0">
            <a:spAutoFit/>
          </a:bodyPr>
          <a:lstStyle/>
          <a:p>
            <a:pPr marL="9230" marR="3692" defTabSz="664620">
              <a:lnSpc>
                <a:spcPct val="101699"/>
              </a:lnSpc>
              <a:spcBef>
                <a:spcPts val="66"/>
              </a:spcBef>
            </a:pP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Свод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метрик</a:t>
            </a:r>
            <a:r>
              <a:rPr lang="ru-RU"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,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отражающий устойчивость  областей ИТ, ИБ, нагрузки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на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персонал</a:t>
            </a:r>
            <a:r>
              <a:rPr lang="ru-RU"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и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бизнес-метрик</a:t>
            </a:r>
            <a:endParaRPr sz="1440" dirty="0">
              <a:solidFill>
                <a:srgbClr val="4472C4">
                  <a:lumMod val="20000"/>
                  <a:lumOff val="80000"/>
                </a:srgbClr>
              </a:solidFill>
              <a:latin typeface="Nekst" panose="00000500000000000000" pitchFamily="2" charset="-52"/>
              <a:cs typeface="Microsoft Sans Serif"/>
            </a:endParaRPr>
          </a:p>
        </p:txBody>
      </p:sp>
      <p:sp>
        <p:nvSpPr>
          <p:cNvPr id="74" name="object 204">
            <a:extLst>
              <a:ext uri="{FF2B5EF4-FFF2-40B4-BE49-F238E27FC236}">
                <a16:creationId xmlns:a16="http://schemas.microsoft.com/office/drawing/2014/main" id="{FE34DC98-16D3-44D1-AAF1-462623A08234}"/>
              </a:ext>
            </a:extLst>
          </p:cNvPr>
          <p:cNvSpPr txBox="1"/>
          <p:nvPr/>
        </p:nvSpPr>
        <p:spPr>
          <a:xfrm>
            <a:off x="818225" y="4206988"/>
            <a:ext cx="4143842" cy="447868"/>
          </a:xfrm>
          <a:prstGeom prst="rect">
            <a:avLst/>
          </a:prstGeom>
        </p:spPr>
        <p:txBody>
          <a:bodyPr vert="horz" wrap="square" lIns="0" tIns="8308" rIns="0" bIns="0" rtlCol="0">
            <a:spAutoFit/>
          </a:bodyPr>
          <a:lstStyle/>
          <a:p>
            <a:pPr marL="9230" marR="4154" defTabSz="664620">
              <a:lnSpc>
                <a:spcPct val="101699"/>
              </a:lnSpc>
              <a:spcBef>
                <a:spcPts val="66"/>
              </a:spcBef>
            </a:pP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Свод метрик по областям (ИТ, ИБ,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нагрузки</a:t>
            </a:r>
            <a:r>
              <a:rPr lang="en-US"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на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персонал и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бизнес-метрик</a:t>
            </a:r>
            <a:endParaRPr sz="1440" dirty="0">
              <a:solidFill>
                <a:srgbClr val="4472C4">
                  <a:lumMod val="20000"/>
                  <a:lumOff val="80000"/>
                </a:srgbClr>
              </a:solidFill>
              <a:latin typeface="Nekst" panose="00000500000000000000" pitchFamily="2" charset="-52"/>
              <a:cs typeface="Microsoft Sans Serif"/>
            </a:endParaRPr>
          </a:p>
        </p:txBody>
      </p:sp>
      <p:sp>
        <p:nvSpPr>
          <p:cNvPr id="75" name="object 205">
            <a:extLst>
              <a:ext uri="{FF2B5EF4-FFF2-40B4-BE49-F238E27FC236}">
                <a16:creationId xmlns:a16="http://schemas.microsoft.com/office/drawing/2014/main" id="{EF5F2D3C-15CF-4E17-8E74-90EEDF23C8DD}"/>
              </a:ext>
            </a:extLst>
          </p:cNvPr>
          <p:cNvSpPr txBox="1"/>
          <p:nvPr/>
        </p:nvSpPr>
        <p:spPr>
          <a:xfrm>
            <a:off x="818225" y="5457526"/>
            <a:ext cx="3618862" cy="447868"/>
          </a:xfrm>
          <a:prstGeom prst="rect">
            <a:avLst/>
          </a:prstGeom>
        </p:spPr>
        <p:txBody>
          <a:bodyPr vert="horz" wrap="square" lIns="0" tIns="8308" rIns="0" bIns="0" rtlCol="0">
            <a:spAutoFit/>
          </a:bodyPr>
          <a:lstStyle/>
          <a:p>
            <a:pPr marL="9230" marR="3692" defTabSz="664620">
              <a:lnSpc>
                <a:spcPct val="101699"/>
              </a:lnSpc>
              <a:spcBef>
                <a:spcPts val="66"/>
              </a:spcBef>
              <a:tabLst>
                <a:tab pos="1561397" algn="l"/>
              </a:tabLst>
            </a:pP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Формирование</a:t>
            </a:r>
            <a:r>
              <a:rPr lang="en-US"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количественных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, 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качественных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и</a:t>
            </a:r>
            <a:r>
              <a:rPr lang="en-US"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атомарных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метрик</a:t>
            </a:r>
            <a:endParaRPr sz="1440" dirty="0">
              <a:solidFill>
                <a:srgbClr val="4472C4">
                  <a:lumMod val="20000"/>
                  <a:lumOff val="80000"/>
                </a:srgbClr>
              </a:solidFill>
              <a:latin typeface="Nekst" panose="00000500000000000000" pitchFamily="2" charset="-52"/>
              <a:cs typeface="Microsoft Sans Serif"/>
            </a:endParaRPr>
          </a:p>
        </p:txBody>
      </p:sp>
      <p:sp>
        <p:nvSpPr>
          <p:cNvPr id="76" name="object 206">
            <a:extLst>
              <a:ext uri="{FF2B5EF4-FFF2-40B4-BE49-F238E27FC236}">
                <a16:creationId xmlns:a16="http://schemas.microsoft.com/office/drawing/2014/main" id="{CB77CE86-AFA7-49E7-9053-144B9C0E1AF5}"/>
              </a:ext>
            </a:extLst>
          </p:cNvPr>
          <p:cNvSpPr txBox="1"/>
          <p:nvPr/>
        </p:nvSpPr>
        <p:spPr>
          <a:xfrm>
            <a:off x="818227" y="6596122"/>
            <a:ext cx="3009608" cy="899915"/>
          </a:xfrm>
          <a:prstGeom prst="rect">
            <a:avLst/>
          </a:prstGeom>
        </p:spPr>
        <p:txBody>
          <a:bodyPr vert="horz" wrap="square" lIns="0" tIns="8308" rIns="0" bIns="0" rtlCol="0">
            <a:spAutoFit/>
          </a:bodyPr>
          <a:lstStyle/>
          <a:p>
            <a:pPr marL="9230" marR="3692" defTabSz="664620">
              <a:lnSpc>
                <a:spcPct val="101699"/>
              </a:lnSpc>
              <a:spcBef>
                <a:spcPts val="66"/>
              </a:spcBef>
            </a:pP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Сбор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событий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автоматизированных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систем,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обработка</a:t>
            </a: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которых</a:t>
            </a:r>
            <a:r>
              <a:rPr lang="ru-RU"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 п</a:t>
            </a:r>
            <a:r>
              <a:rPr sz="1440" dirty="0" err="1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риводит</a:t>
            </a:r>
            <a:br>
              <a:rPr lang="en-US"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</a:br>
            <a:r>
              <a:rPr sz="1440" dirty="0">
                <a:solidFill>
                  <a:srgbClr val="4472C4">
                    <a:lumMod val="20000"/>
                    <a:lumOff val="80000"/>
                  </a:srgbClr>
                </a:solidFill>
                <a:latin typeface="Nekst" panose="00000500000000000000" pitchFamily="2" charset="-52"/>
                <a:cs typeface="Microsoft Sans Serif"/>
              </a:rPr>
              <a:t>к формированию метрик</a:t>
            </a:r>
          </a:p>
        </p:txBody>
      </p:sp>
      <p:sp>
        <p:nvSpPr>
          <p:cNvPr id="80" name="object 195">
            <a:extLst>
              <a:ext uri="{FF2B5EF4-FFF2-40B4-BE49-F238E27FC236}">
                <a16:creationId xmlns:a16="http://schemas.microsoft.com/office/drawing/2014/main" id="{D71DB00A-4CDE-419F-9BD9-AC86C5824E0B}"/>
              </a:ext>
            </a:extLst>
          </p:cNvPr>
          <p:cNvSpPr txBox="1"/>
          <p:nvPr/>
        </p:nvSpPr>
        <p:spPr>
          <a:xfrm>
            <a:off x="5837866" y="6692824"/>
            <a:ext cx="2920867" cy="526387"/>
          </a:xfrm>
          <a:prstGeom prst="rect">
            <a:avLst/>
          </a:prstGeom>
        </p:spPr>
        <p:txBody>
          <a:bodyPr vert="horz" wrap="square" lIns="0" tIns="9232" rIns="0" bIns="0" rtlCol="0">
            <a:spAutoFit/>
          </a:bodyPr>
          <a:lstStyle/>
          <a:p>
            <a:pPr marL="9230" algn="ctr" defTabSz="664620">
              <a:spcBef>
                <a:spcPts val="73"/>
              </a:spcBef>
            </a:pPr>
            <a:r>
              <a:rPr sz="336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СОБЫТИЯ</a:t>
            </a:r>
          </a:p>
        </p:txBody>
      </p:sp>
      <p:sp>
        <p:nvSpPr>
          <p:cNvPr id="81" name="object 196">
            <a:extLst>
              <a:ext uri="{FF2B5EF4-FFF2-40B4-BE49-F238E27FC236}">
                <a16:creationId xmlns:a16="http://schemas.microsoft.com/office/drawing/2014/main" id="{C8155948-4A9F-4295-ABB0-8A0957A75F58}"/>
              </a:ext>
            </a:extLst>
          </p:cNvPr>
          <p:cNvSpPr txBox="1"/>
          <p:nvPr/>
        </p:nvSpPr>
        <p:spPr>
          <a:xfrm>
            <a:off x="6230440" y="5478019"/>
            <a:ext cx="2135714" cy="455315"/>
          </a:xfrm>
          <a:prstGeom prst="rect">
            <a:avLst/>
          </a:prstGeom>
        </p:spPr>
        <p:txBody>
          <a:bodyPr vert="horz" wrap="square" lIns="0" tIns="12000" rIns="0" bIns="0" rtlCol="0">
            <a:spAutoFit/>
          </a:bodyPr>
          <a:lstStyle/>
          <a:p>
            <a:pPr marL="9230" algn="ctr" defTabSz="664620">
              <a:spcBef>
                <a:spcPts val="95"/>
              </a:spcBef>
            </a:pPr>
            <a:r>
              <a:rPr sz="288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МЕТРИКИ</a:t>
            </a:r>
          </a:p>
        </p:txBody>
      </p:sp>
      <p:sp>
        <p:nvSpPr>
          <p:cNvPr id="82" name="object 197">
            <a:extLst>
              <a:ext uri="{FF2B5EF4-FFF2-40B4-BE49-F238E27FC236}">
                <a16:creationId xmlns:a16="http://schemas.microsoft.com/office/drawing/2014/main" id="{C939E3C3-8BF0-4741-8B82-A4E9E0A12B22}"/>
              </a:ext>
            </a:extLst>
          </p:cNvPr>
          <p:cNvSpPr txBox="1"/>
          <p:nvPr/>
        </p:nvSpPr>
        <p:spPr>
          <a:xfrm>
            <a:off x="6077116" y="3846872"/>
            <a:ext cx="2411882" cy="1203542"/>
          </a:xfrm>
          <a:prstGeom prst="rect">
            <a:avLst/>
          </a:prstGeom>
        </p:spPr>
        <p:txBody>
          <a:bodyPr vert="horz" wrap="square" lIns="0" tIns="8770" rIns="0" bIns="0" rtlCol="0">
            <a:spAutoFit/>
          </a:bodyPr>
          <a:lstStyle/>
          <a:p>
            <a:pPr marR="3692" algn="ctr" defTabSz="664620">
              <a:spcBef>
                <a:spcPts val="70"/>
              </a:spcBef>
            </a:pPr>
            <a:r>
              <a:rPr lang="ru-RU" sz="192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Сводные показатели</a:t>
            </a:r>
          </a:p>
          <a:p>
            <a:pPr marR="3692" algn="ctr" defTabSz="664620">
              <a:spcBef>
                <a:spcPts val="70"/>
              </a:spcBef>
            </a:pPr>
            <a:r>
              <a:rPr lang="ru-RU" sz="192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подобластей устойчивости</a:t>
            </a:r>
            <a:endParaRPr sz="1920" dirty="0">
              <a:solidFill>
                <a:prstClr val="white"/>
              </a:solidFill>
              <a:latin typeface="Nekst Bold" panose="00000800000000000000" pitchFamily="2" charset="-52"/>
              <a:cs typeface="Trebuchet MS"/>
            </a:endParaRPr>
          </a:p>
        </p:txBody>
      </p:sp>
      <p:sp>
        <p:nvSpPr>
          <p:cNvPr id="83" name="object 200">
            <a:extLst>
              <a:ext uri="{FF2B5EF4-FFF2-40B4-BE49-F238E27FC236}">
                <a16:creationId xmlns:a16="http://schemas.microsoft.com/office/drawing/2014/main" id="{23CFCAEB-8BA9-4E2B-BC92-D2666FE3630B}"/>
              </a:ext>
            </a:extLst>
          </p:cNvPr>
          <p:cNvSpPr txBox="1"/>
          <p:nvPr/>
        </p:nvSpPr>
        <p:spPr>
          <a:xfrm>
            <a:off x="6535174" y="2656745"/>
            <a:ext cx="1526251" cy="1055809"/>
          </a:xfrm>
          <a:prstGeom prst="rect">
            <a:avLst/>
          </a:prstGeom>
        </p:spPr>
        <p:txBody>
          <a:bodyPr vert="horz" wrap="square" lIns="0" tIns="8770" rIns="0" bIns="0" rtlCol="0">
            <a:spAutoFit/>
          </a:bodyPr>
          <a:lstStyle/>
          <a:p>
            <a:pPr marR="3692" algn="ctr" defTabSz="664620">
              <a:spcBef>
                <a:spcPts val="70"/>
              </a:spcBef>
            </a:pPr>
            <a:r>
              <a:rPr lang="ru-RU" sz="168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Сводные показатели</a:t>
            </a:r>
          </a:p>
          <a:p>
            <a:pPr marR="3692" algn="ctr" defTabSz="664620">
              <a:spcBef>
                <a:spcPts val="70"/>
              </a:spcBef>
            </a:pPr>
            <a:r>
              <a:rPr lang="ru-RU" sz="168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областей устойчивости</a:t>
            </a:r>
          </a:p>
        </p:txBody>
      </p:sp>
      <p:sp>
        <p:nvSpPr>
          <p:cNvPr id="84" name="object 201">
            <a:extLst>
              <a:ext uri="{FF2B5EF4-FFF2-40B4-BE49-F238E27FC236}">
                <a16:creationId xmlns:a16="http://schemas.microsoft.com/office/drawing/2014/main" id="{1F1B7423-8F91-494A-9034-6D49B4CD8D4E}"/>
              </a:ext>
            </a:extLst>
          </p:cNvPr>
          <p:cNvSpPr txBox="1"/>
          <p:nvPr/>
        </p:nvSpPr>
        <p:spPr>
          <a:xfrm>
            <a:off x="6711714" y="1903620"/>
            <a:ext cx="1142686" cy="452985"/>
          </a:xfrm>
          <a:prstGeom prst="rect">
            <a:avLst/>
          </a:prstGeom>
        </p:spPr>
        <p:txBody>
          <a:bodyPr vert="horz" wrap="square" lIns="0" tIns="9692" rIns="0" bIns="0" rtlCol="0">
            <a:spAutoFit/>
          </a:bodyPr>
          <a:lstStyle/>
          <a:p>
            <a:pPr algn="ctr" defTabSz="664620">
              <a:spcBef>
                <a:spcPts val="77"/>
              </a:spcBef>
              <a:tabLst>
                <a:tab pos="345695" algn="l"/>
                <a:tab pos="508620" algn="l"/>
                <a:tab pos="1093393" algn="l"/>
                <a:tab pos="1439550" algn="l"/>
              </a:tabLst>
            </a:pPr>
            <a:r>
              <a:rPr sz="96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ОБЩИЙ	</a:t>
            </a:r>
            <a:endParaRPr sz="960" dirty="0">
              <a:solidFill>
                <a:prstClr val="white"/>
              </a:solidFill>
              <a:latin typeface="Nekst Bold" panose="00000800000000000000" pitchFamily="2" charset="-52"/>
              <a:cs typeface="Times New Roman"/>
            </a:endParaRPr>
          </a:p>
          <a:p>
            <a:pPr marR="3230" algn="ctr" defTabSz="664620">
              <a:spcBef>
                <a:spcPts val="7"/>
              </a:spcBef>
            </a:pPr>
            <a:r>
              <a:rPr sz="96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СВОДНЫ</a:t>
            </a:r>
            <a:r>
              <a:rPr lang="ru-RU" sz="96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Й</a:t>
            </a:r>
            <a:br>
              <a:rPr lang="en-US" sz="96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</a:br>
            <a:r>
              <a:rPr lang="ru-RU" sz="960" dirty="0">
                <a:solidFill>
                  <a:prstClr val="white"/>
                </a:solidFill>
                <a:latin typeface="Nekst Bold" panose="00000800000000000000" pitchFamily="2" charset="-52"/>
                <a:cs typeface="Trebuchet MS"/>
              </a:rPr>
              <a:t>ПОКАЗАТЕЛЬ</a:t>
            </a:r>
          </a:p>
        </p:txBody>
      </p:sp>
      <p:pic>
        <p:nvPicPr>
          <p:cNvPr id="130" name="Рисунок 129">
            <a:extLst>
              <a:ext uri="{FF2B5EF4-FFF2-40B4-BE49-F238E27FC236}">
                <a16:creationId xmlns:a16="http://schemas.microsoft.com/office/drawing/2014/main" id="{F3166CE1-F248-4F1B-8E40-0E0106899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1059" y="5478018"/>
            <a:ext cx="3096469" cy="1667330"/>
          </a:xfrm>
          <a:prstGeom prst="rect">
            <a:avLst/>
          </a:prstGeom>
        </p:spPr>
      </p:pic>
      <p:pic>
        <p:nvPicPr>
          <p:cNvPr id="131" name="Рисунок 130">
            <a:extLst>
              <a:ext uri="{FF2B5EF4-FFF2-40B4-BE49-F238E27FC236}">
                <a16:creationId xmlns:a16="http://schemas.microsoft.com/office/drawing/2014/main" id="{F2082904-1C20-4431-B65D-1031F30396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6" t="9050" r="67723" b="7270"/>
          <a:stretch/>
        </p:blipFill>
        <p:spPr>
          <a:xfrm>
            <a:off x="11255627" y="1390688"/>
            <a:ext cx="954736" cy="906772"/>
          </a:xfrm>
          <a:prstGeom prst="rect">
            <a:avLst/>
          </a:prstGeom>
          <a:effectLst/>
        </p:spPr>
      </p:pic>
      <p:pic>
        <p:nvPicPr>
          <p:cNvPr id="133" name="Рисунок 132">
            <a:extLst>
              <a:ext uri="{FF2B5EF4-FFF2-40B4-BE49-F238E27FC236}">
                <a16:creationId xmlns:a16="http://schemas.microsoft.com/office/drawing/2014/main" id="{70B05832-3D61-420B-9220-D2031332EE6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016" t="9050" r="35230" b="7270"/>
          <a:stretch/>
        </p:blipFill>
        <p:spPr>
          <a:xfrm>
            <a:off x="12345386" y="1385592"/>
            <a:ext cx="918095" cy="906772"/>
          </a:xfrm>
          <a:prstGeom prst="rect">
            <a:avLst/>
          </a:prstGeom>
          <a:effectLst/>
        </p:spPr>
      </p:pic>
      <p:pic>
        <p:nvPicPr>
          <p:cNvPr id="134" name="Рисунок 133">
            <a:extLst>
              <a:ext uri="{FF2B5EF4-FFF2-40B4-BE49-F238E27FC236}">
                <a16:creationId xmlns:a16="http://schemas.microsoft.com/office/drawing/2014/main" id="{394533E6-450D-4881-9D23-FDD7B5EA53A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8419" t="9050" r="2827" b="7270"/>
          <a:stretch/>
        </p:blipFill>
        <p:spPr>
          <a:xfrm>
            <a:off x="13367054" y="1385592"/>
            <a:ext cx="918095" cy="906772"/>
          </a:xfrm>
          <a:prstGeom prst="rect">
            <a:avLst/>
          </a:prstGeom>
          <a:effectLst/>
        </p:spPr>
      </p:pic>
      <p:sp>
        <p:nvSpPr>
          <p:cNvPr id="135" name="Скругленный прямоугольник 23">
            <a:extLst>
              <a:ext uri="{FF2B5EF4-FFF2-40B4-BE49-F238E27FC236}">
                <a16:creationId xmlns:a16="http://schemas.microsoft.com/office/drawing/2014/main" id="{CF56064E-F753-46D9-9685-D0905D9409E1}"/>
              </a:ext>
            </a:extLst>
          </p:cNvPr>
          <p:cNvSpPr/>
          <p:nvPr/>
        </p:nvSpPr>
        <p:spPr>
          <a:xfrm>
            <a:off x="11114191" y="2543021"/>
            <a:ext cx="3310205" cy="1145686"/>
          </a:xfrm>
          <a:prstGeom prst="roundRect">
            <a:avLst>
              <a:gd name="adj" fmla="val 7371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4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pic>
        <p:nvPicPr>
          <p:cNvPr id="128" name="Рисунок 127">
            <a:extLst>
              <a:ext uri="{FF2B5EF4-FFF2-40B4-BE49-F238E27FC236}">
                <a16:creationId xmlns:a16="http://schemas.microsoft.com/office/drawing/2014/main" id="{6322F0A4-CCC9-46A9-B2A0-22D135A70A1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135" b="1"/>
          <a:stretch/>
        </p:blipFill>
        <p:spPr>
          <a:xfrm>
            <a:off x="11281080" y="2593332"/>
            <a:ext cx="2976427" cy="1057720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/>
        </p:spPr>
      </p:pic>
      <p:sp>
        <p:nvSpPr>
          <p:cNvPr id="136" name="Скругленный прямоугольник 23">
            <a:extLst>
              <a:ext uri="{FF2B5EF4-FFF2-40B4-BE49-F238E27FC236}">
                <a16:creationId xmlns:a16="http://schemas.microsoft.com/office/drawing/2014/main" id="{7C81072C-E26F-47F6-976C-C24FBFB02891}"/>
              </a:ext>
            </a:extLst>
          </p:cNvPr>
          <p:cNvSpPr/>
          <p:nvPr/>
        </p:nvSpPr>
        <p:spPr>
          <a:xfrm>
            <a:off x="11114191" y="3857207"/>
            <a:ext cx="3310205" cy="1145686"/>
          </a:xfrm>
          <a:prstGeom prst="roundRect">
            <a:avLst>
              <a:gd name="adj" fmla="val 7371"/>
            </a:avLst>
          </a:prstGeom>
          <a:solidFill>
            <a:schemeClr val="bg1"/>
          </a:solidFill>
          <a:ln>
            <a:noFill/>
          </a:ln>
          <a:effectLst>
            <a:outerShdw blurRad="270693" dist="66509" dir="5400000" sx="97000" sy="97000" algn="ctr" rotWithShape="0">
              <a:srgbClr val="2B8AE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2454">
              <a:defRPr/>
            </a:pPr>
            <a:r>
              <a:rPr lang="ru-RU" sz="3120" dirty="0">
                <a:solidFill>
                  <a:srgbClr val="FFFFFF"/>
                </a:solidFill>
                <a:latin typeface="Arial"/>
              </a:rPr>
              <a:t>см</a:t>
            </a:r>
          </a:p>
        </p:txBody>
      </p:sp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FDDCBC6E-70A6-41D0-988A-5B82B749079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120" r="5831"/>
          <a:stretch/>
        </p:blipFill>
        <p:spPr>
          <a:xfrm>
            <a:off x="11457468" y="3915657"/>
            <a:ext cx="2638003" cy="1032769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/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69E61A5-0902-4458-A48D-96A888977B15}"/>
              </a:ext>
            </a:extLst>
          </p:cNvPr>
          <p:cNvSpPr/>
          <p:nvPr/>
        </p:nvSpPr>
        <p:spPr>
          <a:xfrm>
            <a:off x="13996544" y="5553397"/>
            <a:ext cx="260964" cy="80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ru-RU" sz="3562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6D0569F-6026-45ED-A2CF-298ADFF516DF}"/>
              </a:ext>
            </a:extLst>
          </p:cNvPr>
          <p:cNvSpPr/>
          <p:nvPr/>
        </p:nvSpPr>
        <p:spPr>
          <a:xfrm>
            <a:off x="12518938" y="6377003"/>
            <a:ext cx="196061" cy="54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ru-RU" sz="3562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511E2F7-55EB-983C-B9EC-73CDE247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Innostage" panose="02000000000000000000" pitchFamily="50" charset="-52"/>
              </a:rPr>
              <a:t>Структура методологии МБП</a:t>
            </a:r>
          </a:p>
        </p:txBody>
      </p:sp>
    </p:spTree>
    <p:extLst>
      <p:ext uri="{BB962C8B-B14F-4D97-AF65-F5344CB8AC3E}">
        <p14:creationId xmlns:p14="http://schemas.microsoft.com/office/powerpoint/2010/main" val="193580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" name="Овал 81">
            <a:extLst>
              <a:ext uri="{FF2B5EF4-FFF2-40B4-BE49-F238E27FC236}">
                <a16:creationId xmlns:a16="http://schemas.microsoft.com/office/drawing/2014/main" id="{DFB72B05-4DA9-4E99-A342-C9FE53FA181F}"/>
              </a:ext>
            </a:extLst>
          </p:cNvPr>
          <p:cNvSpPr/>
          <p:nvPr/>
        </p:nvSpPr>
        <p:spPr bwMode="auto">
          <a:xfrm rot="19460899">
            <a:off x="6210451" y="3214589"/>
            <a:ext cx="1360525" cy="1360524"/>
          </a:xfrm>
          <a:prstGeom prst="ellipse">
            <a:avLst/>
          </a:prstGeom>
          <a:solidFill>
            <a:srgbClr val="20A186">
              <a:alpha val="37255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2396" algn="ctr" defTabSz="1097280"/>
            <a:endParaRPr lang="ru-RU" sz="1200" dirty="0">
              <a:solidFill>
                <a:prstClr val="white"/>
              </a:solidFill>
              <a:latin typeface="Nekst" pitchFamily="2" charset="77"/>
              <a:cs typeface="Segoe UI"/>
            </a:endParaRPr>
          </a:p>
        </p:txBody>
      </p:sp>
      <p:sp>
        <p:nvSpPr>
          <p:cNvPr id="41" name="Овал 82">
            <a:extLst>
              <a:ext uri="{FF2B5EF4-FFF2-40B4-BE49-F238E27FC236}">
                <a16:creationId xmlns:a16="http://schemas.microsoft.com/office/drawing/2014/main" id="{67403FB6-88D0-458B-BD05-D8DA1F449769}"/>
              </a:ext>
            </a:extLst>
          </p:cNvPr>
          <p:cNvSpPr/>
          <p:nvPr/>
        </p:nvSpPr>
        <p:spPr bwMode="auto">
          <a:xfrm rot="19257262">
            <a:off x="6669164" y="3792526"/>
            <a:ext cx="1360524" cy="1360524"/>
          </a:xfrm>
          <a:prstGeom prst="ellipse">
            <a:avLst/>
          </a:prstGeom>
          <a:solidFill>
            <a:srgbClr val="20A186">
              <a:alpha val="37255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2396" algn="ctr" defTabSz="1097280"/>
            <a:endParaRPr lang="ru-RU" sz="1200" dirty="0">
              <a:solidFill>
                <a:prstClr val="white"/>
              </a:solidFill>
              <a:latin typeface="Nekst" pitchFamily="2" charset="77"/>
              <a:cs typeface="Segoe UI"/>
            </a:endParaRPr>
          </a:p>
        </p:txBody>
      </p:sp>
      <p:sp>
        <p:nvSpPr>
          <p:cNvPr id="42" name="Овал 83">
            <a:extLst>
              <a:ext uri="{FF2B5EF4-FFF2-40B4-BE49-F238E27FC236}">
                <a16:creationId xmlns:a16="http://schemas.microsoft.com/office/drawing/2014/main" id="{72254E97-2C87-40A2-AB5F-F930DDC5005A}"/>
              </a:ext>
            </a:extLst>
          </p:cNvPr>
          <p:cNvSpPr/>
          <p:nvPr/>
        </p:nvSpPr>
        <p:spPr bwMode="auto">
          <a:xfrm rot="5027576">
            <a:off x="7151018" y="3250189"/>
            <a:ext cx="1360524" cy="1360524"/>
          </a:xfrm>
          <a:prstGeom prst="ellipse">
            <a:avLst/>
          </a:prstGeom>
          <a:solidFill>
            <a:srgbClr val="20A186">
              <a:alpha val="37255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2396" algn="ctr" defTabSz="1097280"/>
            <a:endParaRPr lang="ru-RU" sz="1200">
              <a:solidFill>
                <a:prstClr val="white"/>
              </a:solidFill>
              <a:latin typeface="Nekst" pitchFamily="2" charset="77"/>
              <a:cs typeface="Segoe UI"/>
            </a:endParaRPr>
          </a:p>
        </p:txBody>
      </p:sp>
      <p:cxnSp>
        <p:nvCxnSpPr>
          <p:cNvPr id="125" name="Прямая соединительная линия 124">
            <a:extLst>
              <a:ext uri="{FF2B5EF4-FFF2-40B4-BE49-F238E27FC236}">
                <a16:creationId xmlns:a16="http://schemas.microsoft.com/office/drawing/2014/main" id="{4D3DCC43-D903-4AAE-A372-4323A2B90F47}"/>
              </a:ext>
            </a:extLst>
          </p:cNvPr>
          <p:cNvCxnSpPr>
            <a:cxnSpLocks/>
          </p:cNvCxnSpPr>
          <p:nvPr/>
        </p:nvCxnSpPr>
        <p:spPr>
          <a:xfrm flipH="1">
            <a:off x="5243665" y="4082704"/>
            <a:ext cx="1481905" cy="1301287"/>
          </a:xfrm>
          <a:prstGeom prst="line">
            <a:avLst/>
          </a:prstGeom>
          <a:ln w="12700">
            <a:solidFill>
              <a:srgbClr val="00B2A9">
                <a:alpha val="61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Овал 107">
            <a:extLst>
              <a:ext uri="{FF2B5EF4-FFF2-40B4-BE49-F238E27FC236}">
                <a16:creationId xmlns:a16="http://schemas.microsoft.com/office/drawing/2014/main" id="{A2FD97BB-26EF-4283-A124-26CE68B782CA}"/>
              </a:ext>
            </a:extLst>
          </p:cNvPr>
          <p:cNvSpPr/>
          <p:nvPr/>
        </p:nvSpPr>
        <p:spPr bwMode="auto">
          <a:xfrm>
            <a:off x="-6697402" y="3224324"/>
            <a:ext cx="10849326" cy="10849326"/>
          </a:xfrm>
          <a:prstGeom prst="ellipse">
            <a:avLst/>
          </a:prstGeom>
          <a:gradFill>
            <a:gsLst>
              <a:gs pos="0">
                <a:srgbClr val="006FEA"/>
              </a:gs>
              <a:gs pos="74000">
                <a:srgbClr val="002855">
                  <a:alpha val="0"/>
                </a:srgbClr>
              </a:gs>
            </a:gsLst>
            <a:path path="circle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ru-RU" sz="2160"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110" name="Заголовок 3">
            <a:extLst>
              <a:ext uri="{FF2B5EF4-FFF2-40B4-BE49-F238E27FC236}">
                <a16:creationId xmlns:a16="http://schemas.microsoft.com/office/drawing/2014/main" id="{2B886863-8DA5-42BE-94E4-B8AC3D59D2CD}"/>
              </a:ext>
            </a:extLst>
          </p:cNvPr>
          <p:cNvSpPr txBox="1">
            <a:spLocks/>
          </p:cNvSpPr>
          <p:nvPr/>
        </p:nvSpPr>
        <p:spPr>
          <a:xfrm>
            <a:off x="770711" y="438151"/>
            <a:ext cx="12618720" cy="7283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2">
                    <a:lumMod val="10000"/>
                  </a:schemeClr>
                </a:solidFill>
                <a:latin typeface="Nekst Bold" panose="00000800000000000000" pitchFamily="2" charset="-52"/>
                <a:ea typeface="+mj-ea"/>
                <a:cs typeface="+mj-cs"/>
              </a:defRPr>
            </a:lvl1pPr>
          </a:lstStyle>
          <a:p>
            <a:pPr defTabSz="1097280"/>
            <a:r>
              <a:rPr lang="ru-RU" sz="2880" dirty="0">
                <a:solidFill>
                  <a:prstClr val="white"/>
                </a:solidFill>
                <a:latin typeface="Innostage" panose="02000000000000000000" pitchFamily="50" charset="-52"/>
              </a:rPr>
              <a:t>Концептуальная  модель</a:t>
            </a:r>
          </a:p>
        </p:txBody>
      </p:sp>
      <p:sp>
        <p:nvSpPr>
          <p:cNvPr id="111" name="Rounded Rectangle 100">
            <a:extLst>
              <a:ext uri="{FF2B5EF4-FFF2-40B4-BE49-F238E27FC236}">
                <a16:creationId xmlns:a16="http://schemas.microsoft.com/office/drawing/2014/main" id="{56093041-35B5-46D4-8AB7-98A934E3E5D8}"/>
              </a:ext>
            </a:extLst>
          </p:cNvPr>
          <p:cNvSpPr/>
          <p:nvPr/>
        </p:nvSpPr>
        <p:spPr>
          <a:xfrm>
            <a:off x="1156950" y="3134503"/>
            <a:ext cx="3799636" cy="640162"/>
          </a:xfrm>
          <a:prstGeom prst="roundRect">
            <a:avLst>
              <a:gd name="adj" fmla="val 26789"/>
            </a:avLst>
          </a:prstGeom>
          <a:gradFill flip="none" rotWithShape="1">
            <a:gsLst>
              <a:gs pos="53000">
                <a:srgbClr val="005D76"/>
              </a:gs>
              <a:gs pos="98000">
                <a:srgbClr val="002855">
                  <a:alpha val="7000"/>
                </a:srgbClr>
              </a:gs>
              <a:gs pos="24700">
                <a:srgbClr val="00858E"/>
              </a:gs>
              <a:gs pos="0">
                <a:srgbClr val="00B2A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920" dirty="0">
                <a:solidFill>
                  <a:prstClr val="white"/>
                </a:solidFill>
                <a:latin typeface="Nekst Black" panose="00000A00000000000000" pitchFamily="2" charset="-52"/>
                <a:cs typeface="Segoe UI"/>
              </a:rPr>
              <a:t>Область ИТ</a:t>
            </a:r>
          </a:p>
        </p:txBody>
      </p:sp>
      <p:sp>
        <p:nvSpPr>
          <p:cNvPr id="112" name="Rounded Rectangle 100">
            <a:extLst>
              <a:ext uri="{FF2B5EF4-FFF2-40B4-BE49-F238E27FC236}">
                <a16:creationId xmlns:a16="http://schemas.microsoft.com/office/drawing/2014/main" id="{17852F38-8476-4D8B-8226-5FE034C13322}"/>
              </a:ext>
            </a:extLst>
          </p:cNvPr>
          <p:cNvSpPr/>
          <p:nvPr/>
        </p:nvSpPr>
        <p:spPr>
          <a:xfrm>
            <a:off x="1156950" y="3885728"/>
            <a:ext cx="3799636" cy="64016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Показатель устойчивости средств  автоматизации процесса</a:t>
            </a:r>
          </a:p>
        </p:txBody>
      </p:sp>
      <p:sp>
        <p:nvSpPr>
          <p:cNvPr id="113" name="Rounded Rectangle 100">
            <a:extLst>
              <a:ext uri="{FF2B5EF4-FFF2-40B4-BE49-F238E27FC236}">
                <a16:creationId xmlns:a16="http://schemas.microsoft.com/office/drawing/2014/main" id="{E3F9F343-2D26-47ED-BF82-FF0864914BC7}"/>
              </a:ext>
            </a:extLst>
          </p:cNvPr>
          <p:cNvSpPr/>
          <p:nvPr/>
        </p:nvSpPr>
        <p:spPr>
          <a:xfrm>
            <a:off x="1148360" y="4610984"/>
            <a:ext cx="3799636" cy="64016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Оценка нагрузки на автоматизированную систему</a:t>
            </a:r>
          </a:p>
        </p:txBody>
      </p:sp>
      <p:sp>
        <p:nvSpPr>
          <p:cNvPr id="114" name="Rounded Rectangle 100">
            <a:extLst>
              <a:ext uri="{FF2B5EF4-FFF2-40B4-BE49-F238E27FC236}">
                <a16:creationId xmlns:a16="http://schemas.microsoft.com/office/drawing/2014/main" id="{33EEB4D9-0D48-487D-A1E4-96C75EFA8CFF}"/>
              </a:ext>
            </a:extLst>
          </p:cNvPr>
          <p:cNvSpPr/>
          <p:nvPr/>
        </p:nvSpPr>
        <p:spPr>
          <a:xfrm>
            <a:off x="9810591" y="3131708"/>
            <a:ext cx="3799636" cy="640162"/>
          </a:xfrm>
          <a:prstGeom prst="roundRect">
            <a:avLst>
              <a:gd name="adj" fmla="val 26789"/>
            </a:avLst>
          </a:prstGeom>
          <a:gradFill flip="none" rotWithShape="1">
            <a:gsLst>
              <a:gs pos="53000">
                <a:srgbClr val="005D76"/>
              </a:gs>
              <a:gs pos="98000">
                <a:srgbClr val="002855">
                  <a:alpha val="7000"/>
                </a:srgbClr>
              </a:gs>
              <a:gs pos="24700">
                <a:srgbClr val="00858E"/>
              </a:gs>
              <a:gs pos="0">
                <a:srgbClr val="00B2A9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920" dirty="0">
                <a:solidFill>
                  <a:prstClr val="white"/>
                </a:solidFill>
                <a:latin typeface="Nekst Black" panose="00000A00000000000000" pitchFamily="2" charset="-52"/>
                <a:cs typeface="Segoe UI"/>
              </a:rPr>
              <a:t>Область бизнеса</a:t>
            </a:r>
          </a:p>
        </p:txBody>
      </p:sp>
      <p:sp>
        <p:nvSpPr>
          <p:cNvPr id="115" name="Rounded Rectangle 100">
            <a:extLst>
              <a:ext uri="{FF2B5EF4-FFF2-40B4-BE49-F238E27FC236}">
                <a16:creationId xmlns:a16="http://schemas.microsoft.com/office/drawing/2014/main" id="{80BB4984-6F64-44F7-A766-5ED5C0BC9E64}"/>
              </a:ext>
            </a:extLst>
          </p:cNvPr>
          <p:cNvSpPr/>
          <p:nvPr/>
        </p:nvSpPr>
        <p:spPr>
          <a:xfrm>
            <a:off x="9810591" y="3882936"/>
            <a:ext cx="3799636" cy="33999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Результативность</a:t>
            </a:r>
          </a:p>
        </p:txBody>
      </p:sp>
      <p:sp>
        <p:nvSpPr>
          <p:cNvPr id="116" name="Rounded Rectangle 100">
            <a:extLst>
              <a:ext uri="{FF2B5EF4-FFF2-40B4-BE49-F238E27FC236}">
                <a16:creationId xmlns:a16="http://schemas.microsoft.com/office/drawing/2014/main" id="{A6EA0CD5-E2B4-4E1F-9C77-440AC15492CF}"/>
              </a:ext>
            </a:extLst>
          </p:cNvPr>
          <p:cNvSpPr/>
          <p:nvPr/>
        </p:nvSpPr>
        <p:spPr>
          <a:xfrm>
            <a:off x="9810591" y="4310154"/>
            <a:ext cx="3799636" cy="33999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 err="1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Ресурсозатратность</a:t>
            </a:r>
            <a:endParaRPr lang="ru-RU" sz="1440" dirty="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</p:txBody>
      </p:sp>
      <p:sp>
        <p:nvSpPr>
          <p:cNvPr id="117" name="Rounded Rectangle 100">
            <a:extLst>
              <a:ext uri="{FF2B5EF4-FFF2-40B4-BE49-F238E27FC236}">
                <a16:creationId xmlns:a16="http://schemas.microsoft.com/office/drawing/2014/main" id="{2FAC9ACC-3390-4DEA-AF09-A107C023D3AB}"/>
              </a:ext>
            </a:extLst>
          </p:cNvPr>
          <p:cNvSpPr/>
          <p:nvPr/>
        </p:nvSpPr>
        <p:spPr>
          <a:xfrm>
            <a:off x="9810591" y="4740398"/>
            <a:ext cx="3799636" cy="33999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Соответствие алгоритмам и срокам</a:t>
            </a:r>
          </a:p>
        </p:txBody>
      </p:sp>
      <p:sp>
        <p:nvSpPr>
          <p:cNvPr id="118" name="Rounded Rectangle 100">
            <a:extLst>
              <a:ext uri="{FF2B5EF4-FFF2-40B4-BE49-F238E27FC236}">
                <a16:creationId xmlns:a16="http://schemas.microsoft.com/office/drawing/2014/main" id="{C158B986-C0C1-4D10-8A53-DD5EE79066B7}"/>
              </a:ext>
            </a:extLst>
          </p:cNvPr>
          <p:cNvSpPr/>
          <p:nvPr/>
        </p:nvSpPr>
        <p:spPr>
          <a:xfrm>
            <a:off x="3330819" y="6225110"/>
            <a:ext cx="3799636" cy="640162"/>
          </a:xfrm>
          <a:prstGeom prst="roundRect">
            <a:avLst>
              <a:gd name="adj" fmla="val 26789"/>
            </a:avLst>
          </a:prstGeom>
          <a:gradFill flip="none" rotWithShape="1">
            <a:gsLst>
              <a:gs pos="53000">
                <a:srgbClr val="005D76"/>
              </a:gs>
              <a:gs pos="98000">
                <a:srgbClr val="002855">
                  <a:alpha val="7000"/>
                </a:srgbClr>
              </a:gs>
              <a:gs pos="24700">
                <a:srgbClr val="00858E"/>
              </a:gs>
              <a:gs pos="0">
                <a:srgbClr val="00B2A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920" dirty="0">
                <a:solidFill>
                  <a:prstClr val="white"/>
                </a:solidFill>
                <a:latin typeface="Nekst Black" panose="00000A00000000000000" pitchFamily="2" charset="-52"/>
                <a:cs typeface="Segoe UI"/>
              </a:rPr>
              <a:t>Область ИБ</a:t>
            </a:r>
          </a:p>
        </p:txBody>
      </p:sp>
      <p:sp>
        <p:nvSpPr>
          <p:cNvPr id="119" name="Rounded Rectangle 100">
            <a:extLst>
              <a:ext uri="{FF2B5EF4-FFF2-40B4-BE49-F238E27FC236}">
                <a16:creationId xmlns:a16="http://schemas.microsoft.com/office/drawing/2014/main" id="{6A11F151-C44E-4A8B-B161-2C7F0EEBDD27}"/>
              </a:ext>
            </a:extLst>
          </p:cNvPr>
          <p:cNvSpPr/>
          <p:nvPr/>
        </p:nvSpPr>
        <p:spPr>
          <a:xfrm>
            <a:off x="3330819" y="6958920"/>
            <a:ext cx="3799636" cy="64016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Оценка наличия угроз ИБ</a:t>
            </a:r>
            <a:b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</a:br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и </a:t>
            </a:r>
            <a:r>
              <a:rPr lang="ru-RU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их критичности</a:t>
            </a:r>
            <a:endParaRPr lang="ru-RU" sz="1440" dirty="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</p:txBody>
      </p:sp>
      <p:sp>
        <p:nvSpPr>
          <p:cNvPr id="120" name="Rounded Rectangle 100">
            <a:extLst>
              <a:ext uri="{FF2B5EF4-FFF2-40B4-BE49-F238E27FC236}">
                <a16:creationId xmlns:a16="http://schemas.microsoft.com/office/drawing/2014/main" id="{198689C3-646B-44C8-885D-00F52D397D30}"/>
              </a:ext>
            </a:extLst>
          </p:cNvPr>
          <p:cNvSpPr/>
          <p:nvPr/>
        </p:nvSpPr>
        <p:spPr>
          <a:xfrm>
            <a:off x="7616154" y="6208767"/>
            <a:ext cx="3799636" cy="640162"/>
          </a:xfrm>
          <a:prstGeom prst="roundRect">
            <a:avLst>
              <a:gd name="adj" fmla="val 26789"/>
            </a:avLst>
          </a:prstGeom>
          <a:gradFill flip="none" rotWithShape="1">
            <a:gsLst>
              <a:gs pos="53000">
                <a:srgbClr val="005D76"/>
              </a:gs>
              <a:gs pos="98000">
                <a:srgbClr val="002855">
                  <a:alpha val="7000"/>
                </a:srgbClr>
              </a:gs>
              <a:gs pos="24700">
                <a:srgbClr val="00858E"/>
              </a:gs>
              <a:gs pos="0">
                <a:srgbClr val="00B2A9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920" dirty="0">
                <a:solidFill>
                  <a:prstClr val="white"/>
                </a:solidFill>
                <a:latin typeface="Nekst Black" panose="00000A00000000000000" pitchFamily="2" charset="-52"/>
                <a:cs typeface="Segoe UI"/>
              </a:rPr>
              <a:t>Область нагрузки на персонал</a:t>
            </a:r>
          </a:p>
        </p:txBody>
      </p:sp>
      <p:sp>
        <p:nvSpPr>
          <p:cNvPr id="121" name="Rounded Rectangle 100">
            <a:extLst>
              <a:ext uri="{FF2B5EF4-FFF2-40B4-BE49-F238E27FC236}">
                <a16:creationId xmlns:a16="http://schemas.microsoft.com/office/drawing/2014/main" id="{03FB8A3B-EAA7-49A7-A5EA-0CAE21905E9B}"/>
              </a:ext>
            </a:extLst>
          </p:cNvPr>
          <p:cNvSpPr/>
          <p:nvPr/>
        </p:nvSpPr>
        <p:spPr>
          <a:xfrm>
            <a:off x="7616154" y="6942577"/>
            <a:ext cx="3799636" cy="64016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Оценка нагрузки на сотрудников</a:t>
            </a:r>
            <a:b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</a:br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в моменте и в динамике</a:t>
            </a:r>
          </a:p>
        </p:txBody>
      </p:sp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id="{85989D93-7ECD-49CF-BD42-41819D28C88E}"/>
              </a:ext>
            </a:extLst>
          </p:cNvPr>
          <p:cNvCxnSpPr>
            <a:cxnSpLocks/>
            <a:stCxn id="120" idx="0"/>
          </p:cNvCxnSpPr>
          <p:nvPr/>
        </p:nvCxnSpPr>
        <p:spPr>
          <a:xfrm flipH="1" flipV="1">
            <a:off x="9509204" y="5383991"/>
            <a:ext cx="6768" cy="824777"/>
          </a:xfrm>
          <a:prstGeom prst="line">
            <a:avLst/>
          </a:prstGeom>
          <a:ln w="12700">
            <a:solidFill>
              <a:srgbClr val="00B2A9">
                <a:alpha val="61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>
            <a:extLst>
              <a:ext uri="{FF2B5EF4-FFF2-40B4-BE49-F238E27FC236}">
                <a16:creationId xmlns:a16="http://schemas.microsoft.com/office/drawing/2014/main" id="{C000433F-13DC-4032-9FB4-FE77A9C6C9BB}"/>
              </a:ext>
            </a:extLst>
          </p:cNvPr>
          <p:cNvCxnSpPr>
            <a:cxnSpLocks/>
          </p:cNvCxnSpPr>
          <p:nvPr/>
        </p:nvCxnSpPr>
        <p:spPr>
          <a:xfrm>
            <a:off x="8394193" y="4222928"/>
            <a:ext cx="1115012" cy="1161064"/>
          </a:xfrm>
          <a:prstGeom prst="line">
            <a:avLst/>
          </a:prstGeom>
          <a:ln w="12700">
            <a:solidFill>
              <a:srgbClr val="00B2A9">
                <a:alpha val="61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единительная линия 123">
            <a:extLst>
              <a:ext uri="{FF2B5EF4-FFF2-40B4-BE49-F238E27FC236}">
                <a16:creationId xmlns:a16="http://schemas.microsoft.com/office/drawing/2014/main" id="{C138BF2E-8D44-4350-8D26-CDC23FA7959D}"/>
              </a:ext>
            </a:extLst>
          </p:cNvPr>
          <p:cNvCxnSpPr>
            <a:cxnSpLocks/>
            <a:stCxn id="118" idx="0"/>
          </p:cNvCxnSpPr>
          <p:nvPr/>
        </p:nvCxnSpPr>
        <p:spPr>
          <a:xfrm flipV="1">
            <a:off x="5230637" y="5393135"/>
            <a:ext cx="0" cy="831976"/>
          </a:xfrm>
          <a:prstGeom prst="line">
            <a:avLst/>
          </a:prstGeom>
          <a:ln w="12700">
            <a:solidFill>
              <a:srgbClr val="00B2A9">
                <a:alpha val="61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единительная линия 125">
            <a:extLst>
              <a:ext uri="{FF2B5EF4-FFF2-40B4-BE49-F238E27FC236}">
                <a16:creationId xmlns:a16="http://schemas.microsoft.com/office/drawing/2014/main" id="{62F90E2A-12F6-4FA4-9604-D4289864EC09}"/>
              </a:ext>
            </a:extLst>
          </p:cNvPr>
          <p:cNvCxnSpPr>
            <a:cxnSpLocks/>
          </p:cNvCxnSpPr>
          <p:nvPr/>
        </p:nvCxnSpPr>
        <p:spPr>
          <a:xfrm>
            <a:off x="4956585" y="3482807"/>
            <a:ext cx="1435262" cy="0"/>
          </a:xfrm>
          <a:prstGeom prst="line">
            <a:avLst/>
          </a:prstGeom>
          <a:ln w="12700">
            <a:solidFill>
              <a:srgbClr val="00B2A9">
                <a:alpha val="61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единительная линия 126">
            <a:extLst>
              <a:ext uri="{FF2B5EF4-FFF2-40B4-BE49-F238E27FC236}">
                <a16:creationId xmlns:a16="http://schemas.microsoft.com/office/drawing/2014/main" id="{162E7813-6413-470D-9C99-F2097DBF5761}"/>
              </a:ext>
            </a:extLst>
          </p:cNvPr>
          <p:cNvCxnSpPr>
            <a:cxnSpLocks/>
          </p:cNvCxnSpPr>
          <p:nvPr/>
        </p:nvCxnSpPr>
        <p:spPr>
          <a:xfrm>
            <a:off x="8306274" y="3469205"/>
            <a:ext cx="1484129" cy="0"/>
          </a:xfrm>
          <a:prstGeom prst="line">
            <a:avLst/>
          </a:prstGeom>
          <a:ln w="12700">
            <a:solidFill>
              <a:srgbClr val="00B2A9">
                <a:alpha val="61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bject 17">
            <a:extLst>
              <a:ext uri="{FF2B5EF4-FFF2-40B4-BE49-F238E27FC236}">
                <a16:creationId xmlns:a16="http://schemas.microsoft.com/office/drawing/2014/main" id="{98E73FAA-BC33-44E1-9F7C-0672464E4428}"/>
              </a:ext>
            </a:extLst>
          </p:cNvPr>
          <p:cNvSpPr txBox="1"/>
          <p:nvPr/>
        </p:nvSpPr>
        <p:spPr>
          <a:xfrm>
            <a:off x="5668557" y="3578313"/>
            <a:ext cx="3293287" cy="694998"/>
          </a:xfrm>
          <a:prstGeom prst="rect">
            <a:avLst/>
          </a:prstGeom>
        </p:spPr>
        <p:txBody>
          <a:bodyPr vert="horz" wrap="square" lIns="0" tIns="75438" rIns="0" bIns="0" rtlCol="0" anchor="ctr">
            <a:spAutoFit/>
          </a:bodyPr>
          <a:lstStyle/>
          <a:p>
            <a:pPr marR="6096" indent="15240" algn="ctr" defTabSz="1097280">
              <a:lnSpc>
                <a:spcPts val="2376"/>
              </a:lnSpc>
              <a:spcBef>
                <a:spcPts val="594"/>
              </a:spcBef>
            </a:pPr>
            <a:r>
              <a:rPr lang="ru-RU" sz="2640" b="1" spc="-6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kst Black" panose="00000A00000000000000" pitchFamily="2" charset="-52"/>
                <a:cs typeface="Arial"/>
              </a:rPr>
              <a:t>ФОРМИРОВАНИЕ МЕТРИК</a:t>
            </a:r>
            <a:endParaRPr sz="264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kst Black" panose="00000A00000000000000" pitchFamily="2" charset="-52"/>
              <a:cs typeface="Arial"/>
            </a:endParaRPr>
          </a:p>
        </p:txBody>
      </p:sp>
      <p:sp>
        <p:nvSpPr>
          <p:cNvPr id="132" name="Rounded Rectangle 100">
            <a:extLst>
              <a:ext uri="{FF2B5EF4-FFF2-40B4-BE49-F238E27FC236}">
                <a16:creationId xmlns:a16="http://schemas.microsoft.com/office/drawing/2014/main" id="{884465F6-1808-48D8-BE2A-9A35D873277E}"/>
              </a:ext>
            </a:extLst>
          </p:cNvPr>
          <p:cNvSpPr/>
          <p:nvPr/>
        </p:nvSpPr>
        <p:spPr>
          <a:xfrm>
            <a:off x="9810591" y="5161393"/>
            <a:ext cx="3799636" cy="33999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Производительность</a:t>
            </a:r>
          </a:p>
        </p:txBody>
      </p:sp>
      <p:sp>
        <p:nvSpPr>
          <p:cNvPr id="133" name="Rounded Rectangle 100">
            <a:extLst>
              <a:ext uri="{FF2B5EF4-FFF2-40B4-BE49-F238E27FC236}">
                <a16:creationId xmlns:a16="http://schemas.microsoft.com/office/drawing/2014/main" id="{DF58ECF2-7F37-477B-A5E9-E4ABAD99428A}"/>
              </a:ext>
            </a:extLst>
          </p:cNvPr>
          <p:cNvSpPr/>
          <p:nvPr/>
        </p:nvSpPr>
        <p:spPr>
          <a:xfrm>
            <a:off x="9810591" y="5591637"/>
            <a:ext cx="3799636" cy="339992"/>
          </a:xfrm>
          <a:prstGeom prst="roundRect">
            <a:avLst>
              <a:gd name="adj" fmla="val 26789"/>
            </a:avLst>
          </a:prstGeom>
          <a:gradFill>
            <a:gsLst>
              <a:gs pos="0">
                <a:srgbClr val="0070C0">
                  <a:alpha val="11227"/>
                </a:srgbClr>
              </a:gs>
              <a:gs pos="99000">
                <a:srgbClr val="002350"/>
              </a:gs>
            </a:gsLst>
            <a:lin ang="2400000" scaled="0"/>
          </a:gra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Эффективность</a:t>
            </a:r>
          </a:p>
        </p:txBody>
      </p:sp>
      <p:sp>
        <p:nvSpPr>
          <p:cNvPr id="134" name="Прямоугольник: скругленные углы 25">
            <a:extLst>
              <a:ext uri="{FF2B5EF4-FFF2-40B4-BE49-F238E27FC236}">
                <a16:creationId xmlns:a16="http://schemas.microsoft.com/office/drawing/2014/main" id="{8C9A7B66-C8C0-4196-975D-559CE09C7ADA}"/>
              </a:ext>
            </a:extLst>
          </p:cNvPr>
          <p:cNvSpPr/>
          <p:nvPr/>
        </p:nvSpPr>
        <p:spPr>
          <a:xfrm>
            <a:off x="1160443" y="2548657"/>
            <a:ext cx="12447462" cy="422422"/>
          </a:xfrm>
          <a:prstGeom prst="roundRect">
            <a:avLst>
              <a:gd name="adj" fmla="val 33314"/>
            </a:avLst>
          </a:prstGeom>
          <a:gradFill>
            <a:gsLst>
              <a:gs pos="0">
                <a:srgbClr val="3F2332"/>
              </a:gs>
              <a:gs pos="100000">
                <a:srgbClr val="A84025"/>
              </a:gs>
              <a:gs pos="66000">
                <a:srgbClr val="84331D"/>
              </a:gs>
            </a:gsLst>
            <a:lin ang="240000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2396" algn="ctr" defTabSz="1097280"/>
            <a:endParaRPr lang="ru-RU" sz="1920" dirty="0">
              <a:solidFill>
                <a:prstClr val="white"/>
              </a:solidFill>
              <a:latin typeface="Nekst Black" panose="00000A00000000000000" pitchFamily="2" charset="-52"/>
              <a:cs typeface="Segoe UI"/>
            </a:endParaRPr>
          </a:p>
        </p:txBody>
      </p:sp>
      <p:sp>
        <p:nvSpPr>
          <p:cNvPr id="135" name="object 52">
            <a:extLst>
              <a:ext uri="{FF2B5EF4-FFF2-40B4-BE49-F238E27FC236}">
                <a16:creationId xmlns:a16="http://schemas.microsoft.com/office/drawing/2014/main" id="{145C7D01-967E-4991-9135-D8892F1A84C1}"/>
              </a:ext>
            </a:extLst>
          </p:cNvPr>
          <p:cNvSpPr txBox="1"/>
          <p:nvPr/>
        </p:nvSpPr>
        <p:spPr>
          <a:xfrm>
            <a:off x="4547744" y="2597104"/>
            <a:ext cx="5433541" cy="254557"/>
          </a:xfrm>
          <a:prstGeom prst="rect">
            <a:avLst/>
          </a:prstGeom>
          <a:ln>
            <a:noFill/>
          </a:ln>
        </p:spPr>
        <p:txBody>
          <a:bodyPr vert="horz" wrap="square" lIns="0" tIns="19050" rIns="0" bIns="0" rtlCol="0">
            <a:spAutoFit/>
          </a:bodyPr>
          <a:lstStyle/>
          <a:p>
            <a:pPr marL="15240" algn="ctr" defTabSz="1097280">
              <a:spcBef>
                <a:spcPts val="150"/>
              </a:spcBef>
            </a:pPr>
            <a:r>
              <a:rPr sz="1529" b="1" cap="all" dirty="0">
                <a:solidFill>
                  <a:prstClr val="white"/>
                </a:solidFill>
                <a:latin typeface="Innostage" panose="02000000000000000000" pitchFamily="2" charset="0"/>
              </a:rPr>
              <a:t>Концепция мониторинга процесса</a:t>
            </a:r>
          </a:p>
        </p:txBody>
      </p:sp>
      <p:sp>
        <p:nvSpPr>
          <p:cNvPr id="136" name="object 57">
            <a:extLst>
              <a:ext uri="{FF2B5EF4-FFF2-40B4-BE49-F238E27FC236}">
                <a16:creationId xmlns:a16="http://schemas.microsoft.com/office/drawing/2014/main" id="{04C8AFEC-31BD-4218-9488-87B5466E4E9F}"/>
              </a:ext>
            </a:extLst>
          </p:cNvPr>
          <p:cNvSpPr txBox="1"/>
          <p:nvPr/>
        </p:nvSpPr>
        <p:spPr>
          <a:xfrm>
            <a:off x="5357553" y="1140614"/>
            <a:ext cx="4004320" cy="313932"/>
          </a:xfrm>
          <a:prstGeom prst="rect">
            <a:avLst/>
          </a:prstGeom>
          <a:ln>
            <a:solidFill>
              <a:srgbClr val="018A98">
                <a:alpha val="0"/>
              </a:srgbClr>
            </a:solidFill>
          </a:ln>
        </p:spPr>
        <p:txBody>
          <a:bodyPr vert="horz" wrap="square" lIns="0" tIns="18288" rIns="0" bIns="0" rtlCol="0">
            <a:spAutoFit/>
          </a:bodyPr>
          <a:lstStyle/>
          <a:p>
            <a:pPr marL="15240" algn="ctr" defTabSz="1097280">
              <a:spcBef>
                <a:spcPts val="144"/>
              </a:spcBef>
            </a:pPr>
            <a:r>
              <a:rPr sz="1920" spc="720" dirty="0">
                <a:solidFill>
                  <a:srgbClr val="4472C4">
                    <a:lumMod val="20000"/>
                    <a:lumOff val="80000"/>
                  </a:srgbClr>
                </a:solidFill>
                <a:latin typeface="Nekst Bold" panose="00000800000000000000" pitchFamily="2" charset="-52"/>
                <a:cs typeface="Arial"/>
              </a:rPr>
              <a:t>МЕТОДОЛОГИЯ</a:t>
            </a:r>
          </a:p>
        </p:txBody>
      </p:sp>
      <p:cxnSp>
        <p:nvCxnSpPr>
          <p:cNvPr id="137" name="Прямая соединительная линия 136">
            <a:extLst>
              <a:ext uri="{FF2B5EF4-FFF2-40B4-BE49-F238E27FC236}">
                <a16:creationId xmlns:a16="http://schemas.microsoft.com/office/drawing/2014/main" id="{AC762AC2-A973-43C6-8280-A9DB99AC8187}"/>
              </a:ext>
            </a:extLst>
          </p:cNvPr>
          <p:cNvCxnSpPr>
            <a:cxnSpLocks/>
          </p:cNvCxnSpPr>
          <p:nvPr/>
        </p:nvCxnSpPr>
        <p:spPr>
          <a:xfrm>
            <a:off x="2594655" y="1481414"/>
            <a:ext cx="9530118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 стрелкой 137">
            <a:extLst>
              <a:ext uri="{FF2B5EF4-FFF2-40B4-BE49-F238E27FC236}">
                <a16:creationId xmlns:a16="http://schemas.microsoft.com/office/drawing/2014/main" id="{43A920BB-D5EA-4AD7-A35B-B29292AA1AF2}"/>
              </a:ext>
            </a:extLst>
          </p:cNvPr>
          <p:cNvCxnSpPr>
            <a:cxnSpLocks/>
          </p:cNvCxnSpPr>
          <p:nvPr/>
        </p:nvCxnSpPr>
        <p:spPr>
          <a:xfrm>
            <a:off x="2594653" y="1481414"/>
            <a:ext cx="0" cy="228336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 стрелкой 138">
            <a:extLst>
              <a:ext uri="{FF2B5EF4-FFF2-40B4-BE49-F238E27FC236}">
                <a16:creationId xmlns:a16="http://schemas.microsoft.com/office/drawing/2014/main" id="{1FB1F12D-D451-4CC1-B70D-979E1CB10BCE}"/>
              </a:ext>
            </a:extLst>
          </p:cNvPr>
          <p:cNvCxnSpPr>
            <a:cxnSpLocks/>
          </p:cNvCxnSpPr>
          <p:nvPr/>
        </p:nvCxnSpPr>
        <p:spPr>
          <a:xfrm>
            <a:off x="5805318" y="1481414"/>
            <a:ext cx="0" cy="228336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139">
            <a:extLst>
              <a:ext uri="{FF2B5EF4-FFF2-40B4-BE49-F238E27FC236}">
                <a16:creationId xmlns:a16="http://schemas.microsoft.com/office/drawing/2014/main" id="{A1E9D8B2-E93A-4CDF-BBDE-6B9811302022}"/>
              </a:ext>
            </a:extLst>
          </p:cNvPr>
          <p:cNvCxnSpPr>
            <a:cxnSpLocks/>
          </p:cNvCxnSpPr>
          <p:nvPr/>
        </p:nvCxnSpPr>
        <p:spPr>
          <a:xfrm>
            <a:off x="8967575" y="1481414"/>
            <a:ext cx="0" cy="228336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Прямая со стрелкой 140">
            <a:extLst>
              <a:ext uri="{FF2B5EF4-FFF2-40B4-BE49-F238E27FC236}">
                <a16:creationId xmlns:a16="http://schemas.microsoft.com/office/drawing/2014/main" id="{44FB9DF6-AFBE-463C-A9B0-8D89A3F5A06A}"/>
              </a:ext>
            </a:extLst>
          </p:cNvPr>
          <p:cNvCxnSpPr>
            <a:cxnSpLocks/>
          </p:cNvCxnSpPr>
          <p:nvPr/>
        </p:nvCxnSpPr>
        <p:spPr>
          <a:xfrm>
            <a:off x="12124771" y="1481414"/>
            <a:ext cx="0" cy="228336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00">
            <a:extLst>
              <a:ext uri="{FF2B5EF4-FFF2-40B4-BE49-F238E27FC236}">
                <a16:creationId xmlns:a16="http://schemas.microsoft.com/office/drawing/2014/main" id="{4AEDA0B1-786E-46C7-805D-A76E9A255A0C}"/>
              </a:ext>
            </a:extLst>
          </p:cNvPr>
          <p:cNvSpPr/>
          <p:nvPr/>
        </p:nvSpPr>
        <p:spPr>
          <a:xfrm>
            <a:off x="1154091" y="1688249"/>
            <a:ext cx="2953228" cy="64016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002855">
                  <a:alpha val="40000"/>
                </a:srgbClr>
              </a:gs>
              <a:gs pos="0">
                <a:srgbClr val="005FCC">
                  <a:alpha val="66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Формирование</a:t>
            </a:r>
            <a:endParaRPr lang="en-US" sz="1440" dirty="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  <a:p>
            <a:pPr algn="ctr" defTabSz="1097280"/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метрик</a:t>
            </a:r>
            <a:endParaRPr lang="en-RU" sz="1440" dirty="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</p:txBody>
      </p:sp>
      <p:sp>
        <p:nvSpPr>
          <p:cNvPr id="143" name="Rounded Rectangle 100">
            <a:extLst>
              <a:ext uri="{FF2B5EF4-FFF2-40B4-BE49-F238E27FC236}">
                <a16:creationId xmlns:a16="http://schemas.microsoft.com/office/drawing/2014/main" id="{DE45A794-6BB7-41FA-A81B-2C652BEF03F0}"/>
              </a:ext>
            </a:extLst>
          </p:cNvPr>
          <p:cNvSpPr/>
          <p:nvPr/>
        </p:nvSpPr>
        <p:spPr>
          <a:xfrm>
            <a:off x="4339063" y="1691052"/>
            <a:ext cx="2925452" cy="64016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002855">
                  <a:alpha val="40000"/>
                </a:srgbClr>
              </a:gs>
              <a:gs pos="0">
                <a:srgbClr val="005FCC">
                  <a:alpha val="66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Расчет</a:t>
            </a:r>
            <a:r>
              <a:rPr lang="en-US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 </a:t>
            </a:r>
            <a:r>
              <a:rPr lang="ru-RU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частных</a:t>
            </a:r>
            <a:endParaRPr lang="en-US" sz="144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  <a:p>
            <a:pPr algn="ctr" defTabSz="1097280"/>
            <a:r>
              <a:rPr lang="ru-RU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показателей</a:t>
            </a:r>
            <a:endParaRPr lang="ru-RU" sz="1440" dirty="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</p:txBody>
      </p:sp>
      <p:sp>
        <p:nvSpPr>
          <p:cNvPr id="144" name="Rounded Rectangle 100">
            <a:extLst>
              <a:ext uri="{FF2B5EF4-FFF2-40B4-BE49-F238E27FC236}">
                <a16:creationId xmlns:a16="http://schemas.microsoft.com/office/drawing/2014/main" id="{0C55B2AF-8DAF-4B99-863C-4DFDEF6046A7}"/>
              </a:ext>
            </a:extLst>
          </p:cNvPr>
          <p:cNvSpPr/>
          <p:nvPr/>
        </p:nvSpPr>
        <p:spPr>
          <a:xfrm>
            <a:off x="7496259" y="1688247"/>
            <a:ext cx="2925452" cy="64016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002855">
                  <a:alpha val="40000"/>
                </a:srgbClr>
              </a:gs>
              <a:gs pos="0">
                <a:srgbClr val="005FCC">
                  <a:alpha val="66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Расчет общего</a:t>
            </a:r>
            <a:endParaRPr lang="en-US" sz="144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  <a:p>
            <a:pPr algn="ctr" defTabSz="1097280"/>
            <a:r>
              <a:rPr lang="ru-RU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показателя</a:t>
            </a:r>
            <a:endParaRPr lang="ru-RU" sz="1440" dirty="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</p:txBody>
      </p:sp>
      <p:sp>
        <p:nvSpPr>
          <p:cNvPr id="145" name="Rounded Rectangle 100">
            <a:extLst>
              <a:ext uri="{FF2B5EF4-FFF2-40B4-BE49-F238E27FC236}">
                <a16:creationId xmlns:a16="http://schemas.microsoft.com/office/drawing/2014/main" id="{3455D339-E74D-4204-877E-AC11E1266EFC}"/>
              </a:ext>
            </a:extLst>
          </p:cNvPr>
          <p:cNvSpPr/>
          <p:nvPr/>
        </p:nvSpPr>
        <p:spPr>
          <a:xfrm>
            <a:off x="10653456" y="1688246"/>
            <a:ext cx="2925452" cy="64016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002855">
                  <a:alpha val="40000"/>
                </a:srgbClr>
              </a:gs>
              <a:gs pos="0">
                <a:srgbClr val="005FCC">
                  <a:alpha val="66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r>
              <a:rPr lang="ru-RU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Моделирование</a:t>
            </a:r>
            <a:endParaRPr lang="en-US" sz="1440">
              <a:solidFill>
                <a:srgbClr val="FFFFFF"/>
              </a:solidFill>
              <a:latin typeface="Nekst Light" panose="00000400000000000000" pitchFamily="2" charset="-52"/>
              <a:cs typeface="Segoe UI"/>
            </a:endParaRPr>
          </a:p>
          <a:p>
            <a:pPr algn="ctr" defTabSz="1097280"/>
            <a:r>
              <a:rPr lang="ru-RU" sz="144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экранных </a:t>
            </a:r>
            <a:r>
              <a:rPr lang="ru-RU" sz="1440" dirty="0">
                <a:solidFill>
                  <a:srgbClr val="FFFFFF"/>
                </a:solidFill>
                <a:latin typeface="Nekst Light" panose="00000400000000000000" pitchFamily="2" charset="-52"/>
                <a:cs typeface="Segoe UI"/>
              </a:rPr>
              <a:t>форм</a:t>
            </a:r>
          </a:p>
        </p:txBody>
      </p:sp>
      <p:pic>
        <p:nvPicPr>
          <p:cNvPr id="147" name="Рисунок 23">
            <a:extLst>
              <a:ext uri="{FF2B5EF4-FFF2-40B4-BE49-F238E27FC236}">
                <a16:creationId xmlns:a16="http://schemas.microsoft.com/office/drawing/2014/main" id="{F879680A-C052-48B6-AC7F-A6C6813851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327" y="493916"/>
            <a:ext cx="762674" cy="54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1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0B95-3624-002A-624E-CF3A48800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C8A9BB-FA9E-4338-CF58-BA55D9E9E087}"/>
              </a:ext>
            </a:extLst>
          </p:cNvPr>
          <p:cNvSpPr/>
          <p:nvPr/>
        </p:nvSpPr>
        <p:spPr>
          <a:xfrm>
            <a:off x="722077" y="753597"/>
            <a:ext cx="97595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независимой оценки ОКИИ</a:t>
            </a:r>
            <a:endParaRPr lang="en-US" sz="3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97A2BF-3212-E6DC-26E8-74B65AA7BDE2}"/>
              </a:ext>
            </a:extLst>
          </p:cNvPr>
          <p:cNvSpPr/>
          <p:nvPr/>
        </p:nvSpPr>
        <p:spPr>
          <a:xfrm>
            <a:off x="722077" y="4187817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Отдельным ключевым элементом концепции является разработка нормативной модели регулирования рынка и профессии аудиторов отчётности по </a:t>
            </a: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 — федерального закона "Об аудите отчётности по </a:t>
            </a: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устойчивости", построенного по архитектуре, сопоставимой с Федеральным законом № 307-ФЗ "Об аудиторской деятельности".</a:t>
            </a:r>
            <a:endParaRPr lang="en-US" sz="15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04641B-9C01-4E2D-9B16-549D1A6689C4}"/>
              </a:ext>
            </a:extLst>
          </p:cNvPr>
          <p:cNvSpPr/>
          <p:nvPr/>
        </p:nvSpPr>
        <p:spPr>
          <a:xfrm>
            <a:off x="722077" y="5500720"/>
            <a:ext cx="40892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Формат аудиторского заключения</a:t>
            </a:r>
            <a:endParaRPr lang="en-US" sz="1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13168A-6695-2853-6680-830F2B639ABB}"/>
              </a:ext>
            </a:extLst>
          </p:cNvPr>
          <p:cNvSpPr/>
          <p:nvPr/>
        </p:nvSpPr>
        <p:spPr>
          <a:xfrm>
            <a:off x="722077" y="6009236"/>
            <a:ext cx="6279356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Закон предусматривает закрепление формата аудиторского заключения по </a:t>
            </a: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 с разделением на публичную часть (интегральная оценка и существенные оговорки без раскрытия чувствительной информации) и конфиденциальную часть для собственника и уполномоченных органов при наличии оснований доступа.</a:t>
            </a:r>
            <a:endParaRPr lang="en-US" sz="15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62406D-C256-3DB9-C657-D9E62277AA97}"/>
              </a:ext>
            </a:extLst>
          </p:cNvPr>
          <p:cNvSpPr/>
          <p:nvPr/>
        </p:nvSpPr>
        <p:spPr>
          <a:xfrm>
            <a:off x="7493161" y="5500720"/>
            <a:ext cx="38466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Обращение с доказательствами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7141F1-EB35-C8A8-355F-85EC6C56B67E}"/>
              </a:ext>
            </a:extLst>
          </p:cNvPr>
          <p:cNvSpPr/>
          <p:nvPr/>
        </p:nvSpPr>
        <p:spPr>
          <a:xfrm>
            <a:off x="7493161" y="6009236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Устанавливаются правила обращения с подтверждающими </a:t>
            </a: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данными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условия их предоставления аудитору, включая требования к целостности, неизменяемости, журналированию и контролю доступа для обеспечения юридической значимости результатов объективных измерений.</a:t>
            </a:r>
            <a:endParaRPr lang="en-US" sz="15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59262F9-E62B-9874-86B7-43F3F4C319A3}"/>
              </a:ext>
            </a:extLst>
          </p:cNvPr>
          <p:cNvSpPr/>
          <p:nvPr/>
        </p:nvSpPr>
        <p:spPr>
          <a:xfrm>
            <a:off x="722076" y="2071315"/>
            <a:ext cx="40892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Аттестация ОКИИ</a:t>
            </a:r>
            <a:endParaRPr lang="en-US" sz="195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8DA5938-AB8B-7580-2435-E25D5CF28247}"/>
              </a:ext>
            </a:extLst>
          </p:cNvPr>
          <p:cNvSpPr/>
          <p:nvPr/>
        </p:nvSpPr>
        <p:spPr>
          <a:xfrm>
            <a:off x="722076" y="2457913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Подтверждение ОКИИ установленным требованиям функциональной устойчивости в форме аттестации.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качестве апробации в ТЭК предлагается проводить оценку соответствия на инфраструктуре системы СДС «КИИ-СЕРТ» и ЦИТАИР</a:t>
            </a:r>
            <a:endParaRPr lang="en-US" sz="15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CF350ED-C1FB-0230-DB66-4EF73EF24C60}"/>
              </a:ext>
            </a:extLst>
          </p:cNvPr>
          <p:cNvSpPr/>
          <p:nvPr/>
        </p:nvSpPr>
        <p:spPr>
          <a:xfrm>
            <a:off x="722078" y="3731626"/>
            <a:ext cx="40892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solidFill>
                  <a:srgbClr val="1B1B27"/>
                </a:solidFill>
                <a:latin typeface="Raleway" pitchFamily="34" charset="0"/>
              </a:rPr>
              <a:t>Аудит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6504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0ACD3-B4BE-5B1E-DBD2-6BEF0922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7E8A9C-7238-9279-AB37-9D20352DD07F}"/>
              </a:ext>
            </a:extLst>
          </p:cNvPr>
          <p:cNvSpPr txBox="1"/>
          <p:nvPr/>
        </p:nvSpPr>
        <p:spPr>
          <a:xfrm>
            <a:off x="771787" y="1612610"/>
            <a:ext cx="121388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Пилотирование концепции предлагается осуществить рамках экспериментального правового режима (ЭПР) в соответствии с Федеральным законом № 258-ФЗ, что позволит в ограниченном периметре апробировать специальный порядок формирования отчётности по цифровой устойчивости, проведения независимого аудита и обращения с доказательственными данными, оценить результативность и риски предложенного регулирования, а также подготовить пакет предложений по масштабированию и закреплению в постоянной нормативной базе. </a:t>
            </a:r>
          </a:p>
          <a:p>
            <a:endParaRPr lang="ru-RU" dirty="0"/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Заголовок 11">
            <a:extLst>
              <a:ext uri="{FF2B5EF4-FFF2-40B4-BE49-F238E27FC236}">
                <a16:creationId xmlns:a16="http://schemas.microsoft.com/office/drawing/2014/main" id="{E1CC22DA-8830-A6D4-AF0C-CE6ECF49B8AC}"/>
              </a:ext>
            </a:extLst>
          </p:cNvPr>
          <p:cNvSpPr txBox="1">
            <a:spLocks/>
          </p:cNvSpPr>
          <p:nvPr/>
        </p:nvSpPr>
        <p:spPr bwMode="auto">
          <a:xfrm>
            <a:off x="763411" y="487609"/>
            <a:ext cx="12988784" cy="196583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bg2">
                    <a:lumMod val="10000"/>
                  </a:schemeClr>
                </a:solidFill>
                <a:latin typeface="Nekst Bold" panose="00000800000000000000" pitchFamily="2" charset="-52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360" dirty="0">
                <a:solidFill>
                  <a:srgbClr val="002855"/>
                </a:solidFill>
              </a:rPr>
              <a:t>Экспериментальный правовой режим</a:t>
            </a:r>
          </a:p>
        </p:txBody>
      </p:sp>
    </p:spTree>
    <p:extLst>
      <p:ext uri="{BB962C8B-B14F-4D97-AF65-F5344CB8AC3E}">
        <p14:creationId xmlns:p14="http://schemas.microsoft.com/office/powerpoint/2010/main" val="3117772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2470"/>
            <a:ext cx="814911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Организационный контур проекта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729383"/>
            <a:ext cx="13042821" cy="3883141"/>
          </a:xfrm>
          <a:prstGeom prst="roundRect">
            <a:avLst>
              <a:gd name="adj" fmla="val 194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801410" y="1737003"/>
            <a:ext cx="4342448" cy="3875521"/>
          </a:xfrm>
          <a:prstGeom prst="roundRect">
            <a:avLst>
              <a:gd name="adj" fmla="val 194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99768" y="1935361"/>
            <a:ext cx="27687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Базовые стейкхолдеры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2364580"/>
            <a:ext cx="3945731" cy="32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Минэнерго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России – лидер</a:t>
            </a:r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Росатом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инициатор и пилотный объект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Минэкономразвития России — контур ЭПР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ФСТЭК России / ФСБ России — совместимость с требованиями ИБ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Минцифры России — масштабирование подходов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143857" y="1737003"/>
            <a:ext cx="4342567" cy="3875521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143856" y="1737003"/>
            <a:ext cx="45719" cy="3883141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342215" y="1935361"/>
            <a:ext cx="394585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Участники контура "Закона об аудите ЦУ"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42215" y="2674739"/>
            <a:ext cx="3945850" cy="2044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Минфин России — экспертиза модели 307-ФЗ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Профсообщество аудиторов и СРО — контроль качества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Профучастники ИБ-рынка — требования к компетенциям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486424" y="1737003"/>
            <a:ext cx="4342567" cy="3875521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9486423" y="1737003"/>
            <a:ext cx="45719" cy="3875521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9684782" y="1935361"/>
            <a:ext cx="25560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Расширенный контур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84782" y="2364581"/>
            <a:ext cx="3945850" cy="3453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Профильные ФОИВ и регуляторы отрасли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ИБ и ИТ сообщества, крупные игроки рынка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Фокус-группа от бизнеса (банки, крупные компании)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 и ИБ комитеты (АП, Госдума, Совет Федерации)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Минпромторг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Центральный банк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86170" y="5667998"/>
            <a:ext cx="13042821" cy="2797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ru-RU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Н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базе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Росатома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рамках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экспериментального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правового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режима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 устойчивости объектов критической информационной инфраструктуры топливно-энергетического дивизиона,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что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позволит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ограниченном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периметре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апробировать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специальный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порядок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формирования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отчётности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проведения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независимого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аудита и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обращения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доказательственными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данными</a:t>
            </a:r>
            <a:r>
              <a:rPr lang="ru-RU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2500"/>
              </a:lnSpc>
              <a:buNone/>
            </a:pP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</a:t>
            </a: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Организационный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контур проекта включает формирование совместной программы работ и органов управления по методическому, технологическому и юридическому направлениям, а также проведение консультаций и согласований с уполномоченными органами государственной власти, включая профильные регуляторы по вопросам режима обработки чувствительной информации и требований к доверенности доказательств.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A3BAF5-22D3-FE7E-4E74-2A7FCF25E606}"/>
              </a:ext>
            </a:extLst>
          </p:cNvPr>
          <p:cNvSpPr/>
          <p:nvPr/>
        </p:nvSpPr>
        <p:spPr>
          <a:xfrm>
            <a:off x="743545" y="700961"/>
            <a:ext cx="10824341" cy="1250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ru-RU" sz="6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Направление монетизации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7F02B0-D555-EF15-16F3-8EA2E8FCF2D2}"/>
              </a:ext>
            </a:extLst>
          </p:cNvPr>
          <p:cNvSpPr/>
          <p:nvPr/>
        </p:nvSpPr>
        <p:spPr>
          <a:xfrm>
            <a:off x="551445" y="2154465"/>
            <a:ext cx="13143309" cy="495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ПАК «ЦУМ 2.0» (</a:t>
            </a:r>
            <a:r>
              <a:rPr lang="ru-RU" sz="2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Вендорская</a:t>
            </a:r>
            <a:r>
              <a:rPr lang="ru-RU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модель): Создание коробочного продукта для установки </a:t>
            </a:r>
            <a:r>
              <a:rPr lang="ru-RU" sz="2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on-premise</a:t>
            </a:r>
            <a:r>
              <a:rPr lang="ru-RU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 заказчиков. Субъектам КИИ предоставляется легитимный инструмент автоматизированного сбора доказательств для внешних аудиторов и контроля показателей устойчивости для руководства компаний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Подготовка к оценке соответствия (Интеграционная модель): Проектная модернизация ИТ-инфраструктуры перед прохождением аттестации и аудита. Монетизация заключается в подготовке клиента к аудиту. Компания подготавливающая к аудиту сам аудит не проводит.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Проведение аттестации ОКИИ: проведение оценки соответствия ОКИИ установленным требованиям.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Независимый аудитор: необходимо юридически выделить обособленную аудиторскую компанию, которая будет проводить проверки на объектах КИИ, не обслуживаемых интеграционным подразделением.</a:t>
            </a: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3124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4524"/>
            <a:ext cx="57030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Ожидаемые результаты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70616"/>
            <a:ext cx="43548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Воспроизводимый механизм оценки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682728"/>
            <a:ext cx="41998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Повышение управляемости рисков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2070616"/>
            <a:ext cx="44187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Доказательная база для регуляторов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64874" y="4682728"/>
            <a:ext cx="47950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Нормативная и технологическая основа</a:t>
            </a:r>
            <a:endParaRPr lang="en-US" sz="19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BCB453-0EE6-64C5-E05A-4A8B442AE2C3}"/>
              </a:ext>
            </a:extLst>
          </p:cNvPr>
          <p:cNvSpPr/>
          <p:nvPr/>
        </p:nvSpPr>
        <p:spPr>
          <a:xfrm>
            <a:off x="793790" y="2579132"/>
            <a:ext cx="6279356" cy="2103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Реализация инициативы обеспечит создание воспроизводимого и сопоставимого механизма оценки </a:t>
            </a: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устойчивости, основанного на объективных метриках и стандартизированных процедурах проверки. </a:t>
            </a:r>
            <a:b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позволит организациям получать достоверную информацию о фактическом уровне устойчивости своих цифровых систем.</a:t>
            </a:r>
            <a:endParaRPr lang="en-US" sz="155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ACEA830A-A596-D095-E664-839094D41FCC}"/>
              </a:ext>
            </a:extLst>
          </p:cNvPr>
          <p:cNvSpPr/>
          <p:nvPr/>
        </p:nvSpPr>
        <p:spPr>
          <a:xfrm>
            <a:off x="7564874" y="2579132"/>
            <a:ext cx="6279356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Формирование доказательной базы на основе автоматизированного сбора эксплуатационных показателей и подтверждающих материалов обеспечит регуляторам объективную информацию для контроля и надзора. </a:t>
            </a:r>
            <a:b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повысит эффективность государственного контроля при оптимизации ресурсов.</a:t>
            </a:r>
            <a:endParaRPr lang="en-US" sz="15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AAE2884-8922-0C72-62C3-00279B794A0A}"/>
              </a:ext>
            </a:extLst>
          </p:cNvPr>
          <p:cNvSpPr/>
          <p:nvPr/>
        </p:nvSpPr>
        <p:spPr>
          <a:xfrm>
            <a:off x="793790" y="5191244"/>
            <a:ext cx="6279356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Внедрение системы объективного контроля и независимого аудита значительно повысит управляемость цифровых рисков за счёт перехода от формальных проверок документов к оценке реальной эксплуатационной устойчивости. </a:t>
            </a:r>
            <a:b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Руководство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получит инструменты для принятия обоснованных решений по управлению рисками.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2D297A7-A5E8-BB85-09AE-3ABC6229FD1E}"/>
              </a:ext>
            </a:extLst>
          </p:cNvPr>
          <p:cNvSpPr/>
          <p:nvPr/>
        </p:nvSpPr>
        <p:spPr>
          <a:xfrm>
            <a:off x="7564874" y="5191244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Подготовка нормативной и технологической основы для масштабирования практики независимого аудита отчётности по </a:t>
            </a: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 создаст условия для развития профессионального рынка аудиторских услуг в </a:t>
            </a:r>
            <a:r>
              <a:rPr lang="en-US" sz="15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области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 и повышения доверия к результатам оценки.</a:t>
            </a:r>
            <a:r>
              <a:rPr lang="ru-RU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Ускорит повышение функциональной устойчивости экономики и скорость развития нормативно-методической базы.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016413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6945" y="1033343"/>
            <a:ext cx="4173141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Треки реализации проекта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42185" y="1619607"/>
            <a:ext cx="516136" cy="1020842"/>
          </a:xfrm>
          <a:prstGeom prst="roundRect">
            <a:avLst>
              <a:gd name="adj" fmla="val 695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399705" y="2009061"/>
            <a:ext cx="193477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42141" y="1748552"/>
            <a:ext cx="1613059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Методический трек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42141" y="2000369"/>
            <a:ext cx="9417129" cy="51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6945" y="2739509"/>
            <a:ext cx="10176510" cy="1051322"/>
          </a:xfrm>
          <a:prstGeom prst="roundRect">
            <a:avLst>
              <a:gd name="adj" fmla="val 515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2242185" y="2754749"/>
            <a:ext cx="516136" cy="1020842"/>
          </a:xfrm>
          <a:prstGeom prst="roundRect">
            <a:avLst>
              <a:gd name="adj" fmla="val 695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2399705" y="3144203"/>
            <a:ext cx="193477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42141" y="2883694"/>
            <a:ext cx="1732478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Технологический трек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26945" y="3874651"/>
            <a:ext cx="10176510" cy="1051322"/>
          </a:xfrm>
          <a:prstGeom prst="roundRect">
            <a:avLst>
              <a:gd name="adj" fmla="val 515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2242185" y="3889891"/>
            <a:ext cx="516136" cy="1020842"/>
          </a:xfrm>
          <a:prstGeom prst="roundRect">
            <a:avLst>
              <a:gd name="adj" fmla="val 695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2399705" y="4279344"/>
            <a:ext cx="193477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42141" y="4018836"/>
            <a:ext cx="1878211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Юридический и GR трек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26945" y="5009793"/>
            <a:ext cx="10176510" cy="1051322"/>
          </a:xfrm>
          <a:prstGeom prst="roundRect">
            <a:avLst>
              <a:gd name="adj" fmla="val 515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2242185" y="5025033"/>
            <a:ext cx="516136" cy="1020842"/>
          </a:xfrm>
          <a:prstGeom prst="roundRect">
            <a:avLst>
              <a:gd name="adj" fmla="val 695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2399705" y="5414486"/>
            <a:ext cx="193477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42141" y="5153978"/>
            <a:ext cx="1682472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Управленческий трек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226945" y="6144935"/>
            <a:ext cx="10176510" cy="1051322"/>
          </a:xfrm>
          <a:prstGeom prst="roundRect">
            <a:avLst>
              <a:gd name="adj" fmla="val 5156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2242185" y="6160175"/>
            <a:ext cx="516136" cy="1020842"/>
          </a:xfrm>
          <a:prstGeom prst="roundRect">
            <a:avLst>
              <a:gd name="adj" fmla="val 695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2399705" y="6549628"/>
            <a:ext cx="193477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42141" y="6289119"/>
            <a:ext cx="1613059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Трек пилотирования</a:t>
            </a:r>
            <a:endParaRPr lang="en-US" sz="125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372C5702-A955-F63A-6F14-38E6995FB408}"/>
              </a:ext>
            </a:extLst>
          </p:cNvPr>
          <p:cNvSpPr/>
          <p:nvPr/>
        </p:nvSpPr>
        <p:spPr>
          <a:xfrm>
            <a:off x="2842141" y="1944113"/>
            <a:ext cx="9417129" cy="51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</a:t>
            </a: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Стандарта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 с единой структурой "типовой объект → риски → метрики → меры → проверка". </a:t>
            </a:r>
            <a:b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методики расчёта интегральной оценки и индекса устойчивости с правилами агрегации и пороговыми значениями. </a:t>
            </a:r>
            <a:b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Стандартизация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источников доказательств: телеметрия, логи, протоколы учений и DR-тестов, ITSM-</a:t>
            </a: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таймлайны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1300"/>
              </a:lnSpc>
              <a:buNone/>
            </a:pPr>
            <a: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Определение стандарта для страхования функциональной устойчивости.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71AE51E-83D5-A13C-25B6-6477FA40413F}"/>
              </a:ext>
            </a:extLst>
          </p:cNvPr>
          <p:cNvSpPr/>
          <p:nvPr/>
        </p:nvSpPr>
        <p:spPr>
          <a:xfrm>
            <a:off x="2842141" y="3135511"/>
            <a:ext cx="9417129" cy="51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программно-аппаратного комплекса объективного контроля для автоматизированного сбора эксплуатационных метрик и доказательств. Разработка реестра метрик и витрины управленческой отчётности с прослеживаемостью "метрика → объективный контроль → вывод аудитора". Обеспечение доверенности измерений через защиту от фальсификации данных.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FD90293-6C67-6D01-AA57-45A7EE6F8542}"/>
              </a:ext>
            </a:extLst>
          </p:cNvPr>
          <p:cNvSpPr/>
          <p:nvPr/>
        </p:nvSpPr>
        <p:spPr>
          <a:xfrm>
            <a:off x="2861925" y="4265711"/>
            <a:ext cx="9417129" cy="51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Упаковка инициативы в ЭПР по 258-ФЗ с формированием правового режима пилота. </a:t>
            </a:r>
            <a:b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рамочного Закона об аудите отчётности по </a:t>
            </a:r>
            <a: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функциональной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устойчивости (аналог 307-ФЗ) с определением допуска к профессии, независимости, контроля качества и ответственности. </a:t>
            </a:r>
            <a:b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модели реестров и надзора, политики независимости и конфликта интересов для ИТ/ИБ-рынка.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C8180F7-51BE-E484-9204-C9C27C3049FB}"/>
              </a:ext>
            </a:extLst>
          </p:cNvPr>
          <p:cNvSpPr/>
          <p:nvPr/>
        </p:nvSpPr>
        <p:spPr>
          <a:xfrm>
            <a:off x="2842140" y="5336323"/>
            <a:ext cx="9417129" cy="51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Формирование устава программы с закреплением ролей и контуров управления. </a:t>
            </a:r>
            <a:b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модели финансирования и KPI результативности пилота. </a:t>
            </a:r>
            <a:b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системы качества аудита ЦУ для обеспечения воспроизводимости аудита и сопоставимости заключений, включая стандарты деятельности и требования к компетенциям.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AA28632-2810-D6FE-7E44-8417F584CDD8}"/>
              </a:ext>
            </a:extLst>
          </p:cNvPr>
          <p:cNvSpPr/>
          <p:nvPr/>
        </p:nvSpPr>
        <p:spPr>
          <a:xfrm>
            <a:off x="2842141" y="6540937"/>
            <a:ext cx="9417129" cy="51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Выбор периметра пилота на базе Росатома с закреплением 2-3 пилотных зон и типовых объектов. </a:t>
            </a:r>
            <a:b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Проведение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базовой оценки и запуск цикла улучшений с измерением исходного уровня. </a:t>
            </a:r>
            <a:br>
              <a:rPr lang="ru-RU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Формирование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пакета материалов для расширения периметра и подготовки изменений нормативно-правовых актов.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1290" y="1195268"/>
            <a:ext cx="6182916" cy="44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План первоочередных мероприятий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1751290" y="1836777"/>
            <a:ext cx="11127819" cy="386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Основная логика планирования: параллельный старт нормативного и продуктового контуров с быстрым выходом на управленческие решения и первые пилотные измерения. Реализация рассчитана на 6 месяцев.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07580" y="2335887"/>
            <a:ext cx="15240" cy="4698325"/>
          </a:xfrm>
          <a:prstGeom prst="roundRect">
            <a:avLst>
              <a:gd name="adj" fmla="val 38889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748463" y="2486978"/>
            <a:ext cx="423267" cy="15240"/>
          </a:xfrm>
          <a:prstGeom prst="roundRect">
            <a:avLst>
              <a:gd name="adj" fmla="val 38889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156490" y="2335887"/>
            <a:ext cx="317421" cy="317421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209413" y="2362319"/>
            <a:ext cx="211574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291370" y="2384346"/>
            <a:ext cx="2318266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Месяц 1: Запуск программы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51290" y="2664976"/>
            <a:ext cx="4858345" cy="77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00"/>
              </a:lnSpc>
            </a:pPr>
            <a:r>
              <a:rPr lang="ru-RU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Проведение консультаций с Министерством энергетики.</a:t>
            </a:r>
          </a:p>
          <a:p>
            <a:pPr algn="r">
              <a:lnSpc>
                <a:spcPts val="1500"/>
              </a:lnSpc>
            </a:pPr>
            <a:r>
              <a:rPr lang="en-US" sz="11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Запуск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управления программой с утверждением устава, RACI и формированием рабочих групп. Создание "витрины" для руководства Росатома с целевой конструкцией проекта. Предконсультации с Минэкономразвития по ЭПР и старт разработки законопроекта.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58670" y="3251954"/>
            <a:ext cx="423267" cy="15240"/>
          </a:xfrm>
          <a:prstGeom prst="roundRect">
            <a:avLst>
              <a:gd name="adj" fmla="val 38889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7156490" y="3100864"/>
            <a:ext cx="317421" cy="317421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209413" y="3127296"/>
            <a:ext cx="211574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020764" y="3149322"/>
            <a:ext cx="2282904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Месяц 2: Разработка основ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20764" y="3429953"/>
            <a:ext cx="4858345" cy="77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Подготовка предварительной версии Стандарта ЦУ с типовыми объектами, рисками и метриками. Разработка технического задания на MVP программно-аппаратного комплекса. Формирование паспорта пилота с выбором пилотных зон и объектов.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8463" y="3940850"/>
            <a:ext cx="423267" cy="15240"/>
          </a:xfrm>
          <a:prstGeom prst="roundRect">
            <a:avLst>
              <a:gd name="adj" fmla="val 38889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156490" y="3789759"/>
            <a:ext cx="317421" cy="317421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209413" y="3816191"/>
            <a:ext cx="211574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190048" y="3838218"/>
            <a:ext cx="2419588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Месяц 3: Первые результаты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751290" y="4118848"/>
            <a:ext cx="4858345" cy="77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Подготовка драфта пакета документов ЭПР для обсуждения с Минэкономразвития. Выпуск MVP ПАК v0.1 для сбора базовых метрик. Создание карты соответствия действующим НПА и первой версии законопроекта.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8670" y="4629864"/>
            <a:ext cx="423267" cy="15240"/>
          </a:xfrm>
          <a:prstGeom prst="roundRect">
            <a:avLst>
              <a:gd name="adj" fmla="val 38889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7156490" y="4478774"/>
            <a:ext cx="317421" cy="317421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209413" y="4505206"/>
            <a:ext cx="211574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020764" y="4527233"/>
            <a:ext cx="2447687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Месяц 4: Базовые измерения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20764" y="4807863"/>
            <a:ext cx="4858345" cy="77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Проведение базовых измерений на пилоте с фиксацией исходных значений. Разработка пилотной редакции формата отчётности и аудиторского заключения. Создание модели governance реестров и контроля качества.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48463" y="5318879"/>
            <a:ext cx="423267" cy="15240"/>
          </a:xfrm>
          <a:prstGeom prst="roundRect">
            <a:avLst>
              <a:gd name="adj" fmla="val 38889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7156490" y="5167789"/>
            <a:ext cx="317421" cy="317421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209413" y="5194221"/>
            <a:ext cx="211574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473535" y="5216247"/>
            <a:ext cx="2136100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Месяц 5: Пилотный аудит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751290" y="5496878"/>
            <a:ext cx="4858345" cy="77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Финализация Стандарта v0.5 с методикой индекса и правилами агрегации. Выпуск ПАК v0.2 с расширенными коннекторами. Проведение пилотного аудита ЦУ на 1-2 объектах с выпуском тестового заключения. Внешние консультации с Минфином и регуляторами.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58670" y="6007894"/>
            <a:ext cx="423267" cy="15240"/>
          </a:xfrm>
          <a:prstGeom prst="roundRect">
            <a:avLst>
              <a:gd name="adj" fmla="val 38889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7156490" y="5856803"/>
            <a:ext cx="317421" cy="317421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7209413" y="5883235"/>
            <a:ext cx="211574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020764" y="5905262"/>
            <a:ext cx="2696051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Месяц 6: Промежуточные итоги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020764" y="6185892"/>
            <a:ext cx="4858345" cy="77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Формирование промежуточного отчёта пилота ЭПР с динамикой метрик и предложениями по корректировкам. Доработка Закона об аудите ЦУ v0.2 по итогам пилотного аудита. Подготовка пакета "выхода из ЭПР" с предложениями по масштабированию.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97377-4B3D-5582-1606-D92B3BF71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4C653A-ACAF-9AEF-3B0E-411556E0E3A5}"/>
              </a:ext>
            </a:extLst>
          </p:cNvPr>
          <p:cNvSpPr/>
          <p:nvPr/>
        </p:nvSpPr>
        <p:spPr>
          <a:xfrm>
            <a:off x="681990" y="694849"/>
            <a:ext cx="7540704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ru-RU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Вопросы к обсуждению</a:t>
            </a:r>
            <a:endParaRPr lang="en-US" sz="33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7EDD7EC-0FBD-68B3-BEE7-93D4BA20BEC4}"/>
              </a:ext>
            </a:extLst>
          </p:cNvPr>
          <p:cNvSpPr/>
          <p:nvPr/>
        </p:nvSpPr>
        <p:spPr>
          <a:xfrm>
            <a:off x="660309" y="1242865"/>
            <a:ext cx="13309781" cy="543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endParaRPr lang="ru-RU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86866-53A5-135C-2A2A-F4E1BF217F5F}"/>
              </a:ext>
            </a:extLst>
          </p:cNvPr>
          <p:cNvSpPr txBox="1"/>
          <p:nvPr/>
        </p:nvSpPr>
        <p:spPr>
          <a:xfrm>
            <a:off x="660309" y="1756229"/>
            <a:ext cx="1168754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Уточнение состава стейкхолдеров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Порядок и планирование консультаций со стейкхолдерами и регуляторами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Источники финансирования работ и направления монетизации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Включение методологии страхования рисков в контур проекта.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Определение пилотной зоны в Росатоме.</a:t>
            </a:r>
          </a:p>
        </p:txBody>
      </p:sp>
    </p:spTree>
    <p:extLst>
      <p:ext uri="{BB962C8B-B14F-4D97-AF65-F5344CB8AC3E}">
        <p14:creationId xmlns:p14="http://schemas.microsoft.com/office/powerpoint/2010/main" val="242694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C6B98-C85F-0118-48FF-079880CD8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836" y="2489423"/>
            <a:ext cx="12228248" cy="2265046"/>
          </a:xfrm>
        </p:spPr>
        <p:txBody>
          <a:bodyPr/>
          <a:lstStyle/>
          <a:p>
            <a:pPr algn="l"/>
            <a:r>
              <a:rPr lang="ru-RU" b="1" dirty="0">
                <a:solidFill>
                  <a:srgbClr val="002060"/>
                </a:solidFill>
                <a:latin typeface="Nekst" panose="00000500000000000000" pitchFamily="2" charset="-52"/>
              </a:rPr>
              <a:t>Стандарт функциональной устойчивости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70E75A-DE42-760C-9C70-5DBB1B16A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117" y="4945585"/>
            <a:ext cx="9163772" cy="1986914"/>
          </a:xfrm>
        </p:spPr>
        <p:txBody>
          <a:bodyPr/>
          <a:lstStyle/>
          <a:p>
            <a:pPr algn="l"/>
            <a:endParaRPr lang="ru-RU" sz="2160" dirty="0"/>
          </a:p>
        </p:txBody>
      </p:sp>
    </p:spTree>
    <p:extLst>
      <p:ext uri="{BB962C8B-B14F-4D97-AF65-F5344CB8AC3E}">
        <p14:creationId xmlns:p14="http://schemas.microsoft.com/office/powerpoint/2010/main" val="3486658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F43E4-C095-C635-D4FC-12E9B2A3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рямоугольник: скругленные углы 217">
            <a:extLst>
              <a:ext uri="{FF2B5EF4-FFF2-40B4-BE49-F238E27FC236}">
                <a16:creationId xmlns:a16="http://schemas.microsoft.com/office/drawing/2014/main" id="{81857216-1439-F168-D439-A292D28188B5}"/>
              </a:ext>
            </a:extLst>
          </p:cNvPr>
          <p:cNvSpPr/>
          <p:nvPr/>
        </p:nvSpPr>
        <p:spPr>
          <a:xfrm>
            <a:off x="576049" y="2147602"/>
            <a:ext cx="12255226" cy="2662075"/>
          </a:xfrm>
          <a:prstGeom prst="roundRect">
            <a:avLst>
              <a:gd name="adj" fmla="val 6220"/>
            </a:avLst>
          </a:prstGeom>
          <a:gradFill flip="none" rotWithShape="1">
            <a:gsLst>
              <a:gs pos="17000">
                <a:schemeClr val="accent2">
                  <a:lumMod val="60000"/>
                  <a:lumOff val="40000"/>
                  <a:shade val="67500"/>
                  <a:satMod val="115000"/>
                  <a:alpha val="30000"/>
                </a:schemeClr>
              </a:gs>
              <a:gs pos="56000">
                <a:schemeClr val="accent2">
                  <a:lumMod val="60000"/>
                  <a:lumOff val="40000"/>
                  <a:shade val="100000"/>
                  <a:satMod val="115000"/>
                  <a:alpha val="91000"/>
                </a:schemeClr>
              </a:gs>
            </a:gsLst>
            <a:lin ang="5400000" scaled="1"/>
            <a:tileRect/>
          </a:gra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20040">
              <a:tabLst>
                <a:tab pos="320040" algn="l"/>
                <a:tab pos="651510" algn="l"/>
              </a:tabLst>
            </a:pPr>
            <a:endParaRPr lang="en-US" sz="2160" b="1" dirty="0">
              <a:solidFill>
                <a:schemeClr val="tx1"/>
              </a:solidFill>
              <a:latin typeface="Nekst Light" panose="00000400000000000000" pitchFamily="2" charset="-52"/>
            </a:endParaRPr>
          </a:p>
          <a:p>
            <a:r>
              <a:rPr lang="ru-RU" dirty="0">
                <a:solidFill>
                  <a:schemeClr val="tx1"/>
                </a:solidFill>
              </a:rPr>
              <a:t>Свойство информационных систем и ИТ-инфраструктуры объектов критической информационной инфраструктуры обеспечивать выполнение критически важных функций (процессов) и услуг путем сохранения или оперативного восстановления заданных параметров качества (доступности, производительности, целостности) при возникновении любых событий, отклоняющих функционирование от нормального режима, включая сбои и отказы оборудования, ошибки программного обеспечения, ошибочные или преднамеренные действия персонала и третьих лиц, кибератаки, изменения нагрузки и внешней среды, а также адаптироваться к изменениям для минимизации негативных последствий.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4D2234-1EE0-F15A-DF2F-FF6033C3B5CD}"/>
              </a:ext>
            </a:extLst>
          </p:cNvPr>
          <p:cNvSpPr txBox="1"/>
          <p:nvPr/>
        </p:nvSpPr>
        <p:spPr>
          <a:xfrm>
            <a:off x="252891" y="-125003"/>
            <a:ext cx="12578384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760" b="1" dirty="0">
                <a:solidFill>
                  <a:srgbClr val="002060"/>
                </a:solidFill>
                <a:latin typeface="Nekst" panose="00000500000000000000" pitchFamily="2" charset="-52"/>
              </a:rPr>
              <a:t>Терминология устойчивости</a:t>
            </a:r>
            <a:endParaRPr lang="ru-RU" sz="5760" dirty="0">
              <a:solidFill>
                <a:srgbClr val="002060"/>
              </a:solidFill>
              <a:latin typeface="Nekst" panose="000005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25855-CB7F-ED46-513C-5D34FD930523}"/>
              </a:ext>
            </a:extLst>
          </p:cNvPr>
          <p:cNvSpPr txBox="1"/>
          <p:nvPr/>
        </p:nvSpPr>
        <p:spPr>
          <a:xfrm>
            <a:off x="690518" y="2149160"/>
            <a:ext cx="620988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80" b="1" dirty="0">
                <a:ln>
                  <a:solidFill>
                    <a:schemeClr val="accent1">
                      <a:alpha val="70000"/>
                    </a:schemeClr>
                  </a:solidFill>
                </a:ln>
                <a:solidFill>
                  <a:srgbClr val="000000"/>
                </a:solidFill>
                <a:latin typeface="Nekst Semi Bold" panose="00000700000000000000" pitchFamily="2" charset="-52"/>
              </a:rPr>
              <a:t>Функциональная устойчивость</a:t>
            </a:r>
            <a:endParaRPr lang="ru-RU" sz="2160" dirty="0">
              <a:ln>
                <a:solidFill>
                  <a:schemeClr val="accent1">
                    <a:alpha val="70000"/>
                  </a:schemeClr>
                </a:solidFill>
              </a:ln>
              <a:solidFill>
                <a:srgbClr val="000000"/>
              </a:solidFill>
              <a:latin typeface="Nekst Semi 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56509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87DC-108F-BE37-5DA1-4C90C3FC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00B5531-5C51-83F4-8187-14A5ABB29A5C}"/>
              </a:ext>
            </a:extLst>
          </p:cNvPr>
          <p:cNvGraphicFramePr>
            <a:graphicFrameLocks noGrp="1"/>
          </p:cNvGraphicFramePr>
          <p:nvPr/>
        </p:nvGraphicFramePr>
        <p:xfrm>
          <a:off x="252891" y="4998720"/>
          <a:ext cx="14118430" cy="323088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926604">
                  <a:extLst>
                    <a:ext uri="{9D8B030D-6E8A-4147-A177-3AD203B41FA5}">
                      <a16:colId xmlns:a16="http://schemas.microsoft.com/office/drawing/2014/main" val="1634773418"/>
                    </a:ext>
                  </a:extLst>
                </a:gridCol>
                <a:gridCol w="8191826">
                  <a:extLst>
                    <a:ext uri="{9D8B030D-6E8A-4147-A177-3AD203B41FA5}">
                      <a16:colId xmlns:a16="http://schemas.microsoft.com/office/drawing/2014/main" val="264413578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1" dirty="0">
                          <a:solidFill>
                            <a:schemeClr val="bg1"/>
                          </a:solidFill>
                          <a:effectLst/>
                        </a:rPr>
                        <a:t>Проблема</a:t>
                      </a:r>
                      <a:endParaRPr lang="ru-RU" sz="2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9728" marR="182880" marT="114300" marB="11430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1" dirty="0">
                          <a:solidFill>
                            <a:schemeClr val="bg1"/>
                          </a:solidFill>
                          <a:effectLst/>
                        </a:rPr>
                        <a:t>Задачи стандарта</a:t>
                      </a:r>
                      <a:endParaRPr lang="ru-RU" sz="2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82880" marR="182880" marT="114300" marB="11430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218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effectLst/>
                        </a:rPr>
                        <a:t>Разрозненные требования, фокус только на ИБ</a:t>
                      </a:r>
                      <a:endParaRPr lang="ru-RU" sz="2200" b="0" dirty="0">
                        <a:effectLst/>
                        <a:latin typeface="quote-cjk-patch"/>
                      </a:endParaRPr>
                    </a:p>
                  </a:txBody>
                  <a:tcPr marL="109728" marR="18288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1" dirty="0">
                          <a:effectLst/>
                        </a:rPr>
                        <a:t>Определить единые требования к описанию:</a:t>
                      </a:r>
                      <a:r>
                        <a:rPr lang="ru-RU" sz="2200" b="0" dirty="0">
                          <a:effectLst/>
                        </a:rPr>
                        <a:t> Объект → Риски → Метрики → Меры → Проверка</a:t>
                      </a:r>
                      <a:endParaRPr lang="ru-RU" sz="2200" b="0" dirty="0">
                        <a:effectLst/>
                        <a:latin typeface="quote-cjk-patch"/>
                      </a:endParaRPr>
                    </a:p>
                  </a:txBody>
                  <a:tcPr marL="182880" marR="109728" marT="114300" marB="114300" anchor="ctr"/>
                </a:tc>
                <a:extLst>
                  <a:ext uri="{0D108BD9-81ED-4DB2-BD59-A6C34878D82A}">
                    <a16:rowId xmlns:a16="http://schemas.microsoft.com/office/drawing/2014/main" val="1761954589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effectLst/>
                        </a:rPr>
                        <a:t>Субъективные и основанные на документах проверки</a:t>
                      </a:r>
                      <a:endParaRPr lang="ru-RU" sz="2200" b="0" dirty="0">
                        <a:effectLst/>
                        <a:latin typeface="quote-cjk-patch"/>
                      </a:endParaRPr>
                    </a:p>
                  </a:txBody>
                  <a:tcPr marL="109728" marR="18288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1" dirty="0">
                          <a:effectLst/>
                        </a:rPr>
                        <a:t>Объективный контроль</a:t>
                      </a:r>
                      <a:r>
                        <a:rPr lang="ru-RU" sz="2200" b="0" dirty="0">
                          <a:effectLst/>
                        </a:rPr>
                        <a:t> на основе логов, телеметрии и учений</a:t>
                      </a:r>
                      <a:endParaRPr lang="ru-RU" sz="2200" b="0" dirty="0">
                        <a:effectLst/>
                        <a:latin typeface="quote-cjk-patch"/>
                      </a:endParaRPr>
                    </a:p>
                  </a:txBody>
                  <a:tcPr marL="182880" marR="109728" marT="114300" marB="114300" anchor="ctr"/>
                </a:tc>
                <a:extLst>
                  <a:ext uri="{0D108BD9-81ED-4DB2-BD59-A6C34878D82A}">
                    <a16:rowId xmlns:a16="http://schemas.microsoft.com/office/drawing/2014/main" val="1260880564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effectLst/>
                        </a:rPr>
                        <a:t>Неясность, «что» требовать и «как» проверять</a:t>
                      </a:r>
                      <a:endParaRPr lang="ru-RU" sz="2200" b="0" dirty="0">
                        <a:effectLst/>
                        <a:latin typeface="quote-cjk-patch"/>
                      </a:endParaRPr>
                    </a:p>
                  </a:txBody>
                  <a:tcPr marL="109728" marR="182880" marT="114300" marB="1143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200" b="1" dirty="0">
                          <a:effectLst/>
                        </a:rPr>
                        <a:t>Четкое разделение:</a:t>
                      </a:r>
                      <a:br>
                        <a:rPr lang="ru-RU" sz="2200" b="0" dirty="0">
                          <a:effectLst/>
                        </a:rPr>
                      </a:br>
                      <a:r>
                        <a:rPr lang="ru-RU" sz="2200" b="0" dirty="0">
                          <a:effectLst/>
                        </a:rPr>
                        <a:t>Стандарт задает </a:t>
                      </a:r>
                      <a:r>
                        <a:rPr lang="ru-RU" sz="2200" b="1" dirty="0">
                          <a:effectLst/>
                        </a:rPr>
                        <a:t>правила</a:t>
                      </a:r>
                      <a:br>
                        <a:rPr lang="ru-RU" sz="2200" b="0" dirty="0">
                          <a:effectLst/>
                        </a:rPr>
                      </a:br>
                      <a:r>
                        <a:rPr lang="ru-RU" sz="2200" b="0" dirty="0">
                          <a:effectLst/>
                        </a:rPr>
                        <a:t>Владелец выбирает </a:t>
                      </a:r>
                      <a:r>
                        <a:rPr lang="ru-RU" sz="2200" b="1" dirty="0">
                          <a:effectLst/>
                        </a:rPr>
                        <a:t>цифры и решения</a:t>
                      </a:r>
                      <a:endParaRPr lang="ru-RU" sz="2200" b="0" dirty="0">
                        <a:effectLst/>
                        <a:latin typeface="quote-cjk-patch"/>
                      </a:endParaRPr>
                    </a:p>
                  </a:txBody>
                  <a:tcPr marL="182880" marR="109728" marT="114300" marB="114300" anchor="ctr"/>
                </a:tc>
                <a:extLst>
                  <a:ext uri="{0D108BD9-81ED-4DB2-BD59-A6C34878D82A}">
                    <a16:rowId xmlns:a16="http://schemas.microsoft.com/office/drawing/2014/main" val="40572098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2465970-9322-8325-E837-B2991A45B476}"/>
              </a:ext>
            </a:extLst>
          </p:cNvPr>
          <p:cNvSpPr txBox="1"/>
          <p:nvPr/>
        </p:nvSpPr>
        <p:spPr>
          <a:xfrm>
            <a:off x="252891" y="538798"/>
            <a:ext cx="13848806" cy="511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920" b="1" dirty="0">
                <a:solidFill>
                  <a:srgbClr val="0070C0"/>
                </a:solidFill>
                <a:latin typeface="Nekst" panose="00000500000000000000" pitchFamily="2" charset="-52"/>
              </a:rPr>
              <a:t>Исходная проблема:</a:t>
            </a:r>
            <a:b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</a:b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Существующие требования нормативных документов фокусируются на требованиях регуляторов объектов КИИ, но не обеспечивают целостный подход к устойчивости и работоспособности.</a:t>
            </a:r>
            <a:endParaRPr lang="en-US" sz="1920" dirty="0">
              <a:solidFill>
                <a:srgbClr val="0070C0"/>
              </a:solidFill>
              <a:latin typeface="Nekst" panose="00000500000000000000" pitchFamily="2" charset="-52"/>
            </a:endParaRPr>
          </a:p>
          <a:p>
            <a:r>
              <a:rPr lang="ru-RU" sz="1920" b="1" dirty="0">
                <a:solidFill>
                  <a:srgbClr val="0070C0"/>
                </a:solidFill>
                <a:latin typeface="Nekst" panose="00000500000000000000" pitchFamily="2" charset="-52"/>
              </a:rPr>
              <a:t>Ключевая цель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:</a:t>
            </a:r>
            <a:b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</a:b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Создать единый практический стандарт для формирования измеримых и проверяемых требований к устойчивости объектов КИИ</a:t>
            </a:r>
          </a:p>
          <a:p>
            <a:r>
              <a:rPr lang="ru-RU" sz="1920" b="1" dirty="0">
                <a:solidFill>
                  <a:srgbClr val="0070C0"/>
                </a:solidFill>
                <a:latin typeface="Nekst" panose="00000500000000000000" pitchFamily="2" charset="-52"/>
              </a:rPr>
              <a:t>Основные задачи:</a:t>
            </a:r>
            <a:endParaRPr lang="en-US" sz="1920" b="1" dirty="0">
              <a:solidFill>
                <a:srgbClr val="0070C0"/>
              </a:solidFill>
              <a:latin typeface="Nekst" panose="00000500000000000000" pitchFamily="2" charset="-52"/>
            </a:endParaRPr>
          </a:p>
          <a:p>
            <a:r>
              <a:rPr lang="en-US" sz="1920" dirty="0">
                <a:solidFill>
                  <a:srgbClr val="0070C0"/>
                </a:solidFill>
                <a:latin typeface="Nekst" panose="00000500000000000000" pitchFamily="2" charset="-52"/>
              </a:rPr>
              <a:t>1. 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Ввести иерархию для групп метрик:</a:t>
            </a:r>
            <a:r>
              <a:rPr lang="en-US" sz="1920" dirty="0">
                <a:solidFill>
                  <a:srgbClr val="0070C0"/>
                </a:solidFill>
                <a:latin typeface="Nekst" panose="00000500000000000000" pitchFamily="2" charset="-52"/>
              </a:rPr>
              <a:t> 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Метрики работоспособности (доверенные компоненты, интероперабельность)</a:t>
            </a:r>
            <a:r>
              <a:rPr lang="en-US" sz="1920" dirty="0">
                <a:solidFill>
                  <a:srgbClr val="0070C0"/>
                </a:solidFill>
                <a:latin typeface="Nekst" panose="00000500000000000000" pitchFamily="2" charset="-52"/>
              </a:rPr>
              <a:t> 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и Метрики устойчивости (RTO, RPO, MTTD и др.).</a:t>
            </a:r>
          </a:p>
          <a:p>
            <a:r>
              <a:rPr lang="en-US" sz="1920" dirty="0">
                <a:solidFill>
                  <a:srgbClr val="0070C0"/>
                </a:solidFill>
                <a:latin typeface="Nekst" panose="00000500000000000000" pitchFamily="2" charset="-52"/>
              </a:rPr>
              <a:t>2. 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Типизировать и задать обязательную связную логику – Объект КИИ → Риски → Метрики → Меры → Проверка.</a:t>
            </a:r>
          </a:p>
          <a:p>
            <a:r>
              <a:rPr lang="en-US" sz="1920" dirty="0">
                <a:solidFill>
                  <a:srgbClr val="0070C0"/>
                </a:solidFill>
                <a:latin typeface="Nekst" panose="00000500000000000000" pitchFamily="2" charset="-52"/>
              </a:rPr>
              <a:t>3. 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Стандарт фиксирует типы метрик и правил, субъект определяет числовые значения и выбирает меры.</a:t>
            </a:r>
          </a:p>
          <a:p>
            <a:r>
              <a:rPr lang="en-US" sz="1920" dirty="0">
                <a:solidFill>
                  <a:srgbClr val="0070C0"/>
                </a:solidFill>
                <a:latin typeface="Nekst" panose="00000500000000000000" pitchFamily="2" charset="-52"/>
              </a:rPr>
              <a:t>4. 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Обеспечить объективный контроль через подтверждение через логи, телеметрию и </a:t>
            </a:r>
            <a:r>
              <a:rPr lang="ru-RU" sz="1920" dirty="0" err="1">
                <a:solidFill>
                  <a:srgbClr val="0070C0"/>
                </a:solidFill>
                <a:latin typeface="Nekst" panose="00000500000000000000" pitchFamily="2" charset="-52"/>
              </a:rPr>
              <a:t>киберучения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, а не только документы и экспертные мнения.</a:t>
            </a:r>
          </a:p>
          <a:p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5. Утвердить границы стандарта (Слайд 4).</a:t>
            </a:r>
          </a:p>
          <a:p>
            <a:endParaRPr lang="ru-RU" sz="1920" dirty="0">
              <a:solidFill>
                <a:srgbClr val="0070C0"/>
              </a:solidFill>
              <a:latin typeface="Nekst" panose="00000500000000000000" pitchFamily="2" charset="-52"/>
            </a:endParaRPr>
          </a:p>
          <a:p>
            <a:endParaRPr lang="ru-RU" sz="1920" dirty="0">
              <a:solidFill>
                <a:srgbClr val="0070C0"/>
              </a:solidFill>
              <a:latin typeface="Nekst" panose="00000500000000000000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97669D-D3B7-9218-FC1B-72BE2C1A663E}"/>
              </a:ext>
            </a:extLst>
          </p:cNvPr>
          <p:cNvSpPr txBox="1"/>
          <p:nvPr/>
        </p:nvSpPr>
        <p:spPr>
          <a:xfrm>
            <a:off x="252891" y="-125002"/>
            <a:ext cx="12578384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760" b="1" dirty="0">
                <a:solidFill>
                  <a:srgbClr val="002060"/>
                </a:solidFill>
                <a:latin typeface="Nekst" panose="00000500000000000000" pitchFamily="2" charset="-52"/>
              </a:rPr>
              <a:t>Цели и задачи</a:t>
            </a:r>
            <a:endParaRPr lang="ru-RU" sz="5760" dirty="0">
              <a:solidFill>
                <a:srgbClr val="002060"/>
              </a:solidFill>
              <a:latin typeface="Neks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35668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675DE-46F6-904B-B9F6-1EE20F780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209" y="241173"/>
            <a:ext cx="9159676" cy="617437"/>
          </a:xfrm>
        </p:spPr>
        <p:txBody>
          <a:bodyPr/>
          <a:lstStyle/>
          <a:p>
            <a:pPr algn="l"/>
            <a:r>
              <a:rPr lang="ru-RU" sz="5760" b="1" dirty="0">
                <a:solidFill>
                  <a:srgbClr val="002060"/>
                </a:solidFill>
                <a:latin typeface="Nekst" panose="00000500000000000000" pitchFamily="2" charset="-52"/>
                <a:ea typeface="+mn-ea"/>
                <a:cs typeface="+mn-cs"/>
              </a:rPr>
              <a:t>Границы стандарта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41F0B-8ECC-34B1-F18F-3B67A604A6B7}"/>
              </a:ext>
            </a:extLst>
          </p:cNvPr>
          <p:cNvSpPr txBox="1"/>
          <p:nvPr/>
        </p:nvSpPr>
        <p:spPr>
          <a:xfrm>
            <a:off x="824292" y="1749980"/>
            <a:ext cx="1279114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1920" b="1" dirty="0">
                <a:solidFill>
                  <a:srgbClr val="0070C0"/>
                </a:solidFill>
                <a:latin typeface="Nekst" panose="00000500000000000000" pitchFamily="2" charset="-52"/>
              </a:rPr>
              <a:t>Объекты оценки 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— информационные системы и ИТ-инфраструктура объектов КИИ.</a:t>
            </a:r>
          </a:p>
          <a:p>
            <a:pPr>
              <a:buFont typeface="+mj-lt"/>
              <a:buAutoNum type="arabicPeriod"/>
            </a:pPr>
            <a:r>
              <a:rPr lang="ru-RU" sz="1920" b="1" dirty="0">
                <a:solidFill>
                  <a:srgbClr val="0070C0"/>
                </a:solidFill>
                <a:latin typeface="Nekst" panose="00000500000000000000" pitchFamily="2" charset="-52"/>
              </a:rPr>
              <a:t>Что измеряем: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Критическая функциональность — способность поддерживать заданные бизнес-процессы даже в условиях сбоев.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Восстанавливаемость — метрики RTO, RPO, MTTR, MTTD.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Доступность — процент времени готовности сервисов.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Целостность и полнота данных — контроль искажений, потерь телеметрии.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Управляемость и готовность — полнота планов, регулярность учений, успешность изменений.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Внешняя устойчивость — зависимость от поставщиков, санкционные риски, географическая </a:t>
            </a:r>
            <a:r>
              <a:rPr lang="ru-RU" sz="1920" dirty="0" err="1">
                <a:solidFill>
                  <a:srgbClr val="0070C0"/>
                </a:solidFill>
                <a:latin typeface="Nekst" panose="00000500000000000000" pitchFamily="2" charset="-52"/>
              </a:rPr>
              <a:t>распределённость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Базовая работоспособность оборудования — состояние БП, RAID, температуры.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Интероперабельность — поддержка протоколов управления, автоматизации, совместимость с российским ПО.</a:t>
            </a:r>
          </a:p>
          <a:p>
            <a:pPr>
              <a:buFont typeface="+mj-lt"/>
              <a:buAutoNum type="arabicPeriod"/>
            </a:pPr>
            <a:r>
              <a:rPr lang="ru-RU" sz="1920" b="1" dirty="0">
                <a:solidFill>
                  <a:srgbClr val="0070C0"/>
                </a:solidFill>
                <a:latin typeface="Nekst" panose="00000500000000000000" pitchFamily="2" charset="-52"/>
              </a:rPr>
              <a:t>Диапазон воздействий (что учитываем):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Технические сбои (отказы железа, каналов, ПО).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Кибератаки (включая APT, </a:t>
            </a:r>
            <a:r>
              <a:rPr lang="ru-RU" sz="1920" dirty="0" err="1">
                <a:solidFill>
                  <a:srgbClr val="0070C0"/>
                </a:solidFill>
                <a:latin typeface="Nekst" panose="00000500000000000000" pitchFamily="2" charset="-52"/>
              </a:rPr>
              <a:t>ransomware</a:t>
            </a: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).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Отказы поставщиков и внешних сервисов (уход с рынка, санкции).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Природные и техногенные катастрофы (пожар, отключение энергии).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ru-RU" sz="1920" dirty="0">
                <a:solidFill>
                  <a:srgbClr val="0070C0"/>
                </a:solidFill>
                <a:latin typeface="Nekst" panose="00000500000000000000" pitchFamily="2" charset="-52"/>
              </a:rPr>
              <a:t>Регуляторные изменения (только в части их влияния на ИТ-ландшафт).</a:t>
            </a:r>
            <a:br>
              <a:rPr lang="ru-RU" sz="1320" dirty="0">
                <a:latin typeface="Nekst Light" panose="00000400000000000000" pitchFamily="2" charset="-52"/>
              </a:rPr>
            </a:br>
            <a:endParaRPr lang="ru-RU" sz="1320" dirty="0">
              <a:latin typeface="Neks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52740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B7ED-508D-510C-89E9-09C502577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Прямоугольник: скругленные углы 217">
            <a:extLst>
              <a:ext uri="{FF2B5EF4-FFF2-40B4-BE49-F238E27FC236}">
                <a16:creationId xmlns:a16="http://schemas.microsoft.com/office/drawing/2014/main" id="{9B9A7985-8883-435B-B6C1-7811F55154A5}"/>
              </a:ext>
            </a:extLst>
          </p:cNvPr>
          <p:cNvSpPr/>
          <p:nvPr/>
        </p:nvSpPr>
        <p:spPr>
          <a:xfrm>
            <a:off x="5396444" y="6385120"/>
            <a:ext cx="8687580" cy="1395864"/>
          </a:xfrm>
          <a:prstGeom prst="roundRect">
            <a:avLst>
              <a:gd name="adj" fmla="val 6220"/>
            </a:avLst>
          </a:prstGeom>
          <a:gradFill>
            <a:gsLst>
              <a:gs pos="17000">
                <a:schemeClr val="accent6">
                  <a:lumMod val="60000"/>
                  <a:lumOff val="40000"/>
                </a:schemeClr>
              </a:gs>
              <a:gs pos="56000">
                <a:schemeClr val="accent6">
                  <a:alpha val="61000"/>
                </a:schemeClr>
              </a:gs>
            </a:gsLst>
            <a:lin ang="16200000" scaled="1"/>
          </a:gra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71550" indent="-320040">
              <a:tabLst>
                <a:tab pos="320040" algn="l"/>
                <a:tab pos="651510" algn="l"/>
              </a:tabLst>
            </a:pPr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Типы подтверждений объективного контроля: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Технические логи и телеметрия.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Результаты тестов восстановления (DR-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drills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).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Отчёты по учениям (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table-top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, кризисным).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Аудит (периодический или непрерывный мониторинг)</a:t>
            </a:r>
          </a:p>
        </p:txBody>
      </p:sp>
      <p:sp>
        <p:nvSpPr>
          <p:cNvPr id="81" name="Прямоугольник: скругленные углы 217">
            <a:extLst>
              <a:ext uri="{FF2B5EF4-FFF2-40B4-BE49-F238E27FC236}">
                <a16:creationId xmlns:a16="http://schemas.microsoft.com/office/drawing/2014/main" id="{A0152DBF-68F4-45B1-662D-591AD495D8BE}"/>
              </a:ext>
            </a:extLst>
          </p:cNvPr>
          <p:cNvSpPr/>
          <p:nvPr/>
        </p:nvSpPr>
        <p:spPr>
          <a:xfrm>
            <a:off x="5396445" y="4978775"/>
            <a:ext cx="8687581" cy="1406345"/>
          </a:xfrm>
          <a:prstGeom prst="roundRect">
            <a:avLst>
              <a:gd name="adj" fmla="val 6220"/>
            </a:avLst>
          </a:prstGeom>
          <a:gradFill flip="none" rotWithShape="1">
            <a:gsLst>
              <a:gs pos="17000">
                <a:schemeClr val="accent2">
                  <a:lumMod val="60000"/>
                  <a:lumOff val="40000"/>
                  <a:shade val="67500"/>
                  <a:satMod val="115000"/>
                  <a:alpha val="35000"/>
                </a:schemeClr>
              </a:gs>
              <a:gs pos="56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71550" indent="-320040">
              <a:tabLst>
                <a:tab pos="320040" algn="l"/>
                <a:tab pos="651510" algn="l"/>
              </a:tabLst>
            </a:pPr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Типы мер защиты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i="1" dirty="0">
                <a:solidFill>
                  <a:srgbClr val="4472C4"/>
                </a:solidFill>
                <a:latin typeface="Nekst" panose="00000500000000000000" pitchFamily="2" charset="-52"/>
              </a:rPr>
              <a:t>Технические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: архитектурные решения, резервирование, сегментация, резервное копирование, 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Disaster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 Recovery, наблюдаемость.</a:t>
            </a:r>
          </a:p>
          <a:p>
            <a:pPr marL="971550" indent="-320040">
              <a:buFont typeface="Arial" panose="020B0604020202020204" pitchFamily="34" charset="0"/>
              <a:buChar char="•"/>
              <a:tabLst>
                <a:tab pos="320040" algn="l"/>
                <a:tab pos="651510" algn="l"/>
              </a:tabLst>
            </a:pPr>
            <a:r>
              <a:rPr lang="ru-RU" sz="1440" i="1" dirty="0">
                <a:solidFill>
                  <a:srgbClr val="4472C4"/>
                </a:solidFill>
                <a:latin typeface="Nekst" panose="00000500000000000000" pitchFamily="2" charset="-52"/>
              </a:rPr>
              <a:t>Организационные: 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распределение ролей, дежурства, кризис-менеджмент, обучение, политики, регламенты, инструкции (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runbooks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), договоры.</a:t>
            </a:r>
          </a:p>
        </p:txBody>
      </p:sp>
      <p:sp>
        <p:nvSpPr>
          <p:cNvPr id="77" name="Прямоугольник: скругленные углы 217">
            <a:extLst>
              <a:ext uri="{FF2B5EF4-FFF2-40B4-BE49-F238E27FC236}">
                <a16:creationId xmlns:a16="http://schemas.microsoft.com/office/drawing/2014/main" id="{19AC064D-9BF6-437C-C321-203F68DF9934}"/>
              </a:ext>
            </a:extLst>
          </p:cNvPr>
          <p:cNvSpPr/>
          <p:nvPr/>
        </p:nvSpPr>
        <p:spPr>
          <a:xfrm>
            <a:off x="5337811" y="2278631"/>
            <a:ext cx="8687581" cy="1258199"/>
          </a:xfrm>
          <a:prstGeom prst="roundRect">
            <a:avLst>
              <a:gd name="adj" fmla="val 6220"/>
            </a:avLst>
          </a:prstGeom>
          <a:gradFill flip="none" rotWithShape="1">
            <a:gsLst>
              <a:gs pos="0">
                <a:srgbClr val="00B2A9">
                  <a:tint val="66000"/>
                  <a:satMod val="160000"/>
                </a:srgbClr>
              </a:gs>
              <a:gs pos="50000">
                <a:srgbClr val="00B2A9">
                  <a:tint val="44500"/>
                  <a:satMod val="160000"/>
                </a:srgbClr>
              </a:gs>
              <a:gs pos="100000">
                <a:srgbClr val="00B2A9">
                  <a:tint val="23500"/>
                  <a:satMod val="160000"/>
                </a:srgbClr>
              </a:gs>
            </a:gsLst>
            <a:lin ang="27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49606"/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Структура риска</a:t>
            </a:r>
          </a:p>
          <a:p>
            <a:pPr marL="649606"/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Идентификатор, формулировка, класс (фин., 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регулят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., </a:t>
            </a:r>
            <a:r>
              <a:rPr lang="ru-RU" sz="1440" dirty="0" err="1">
                <a:solidFill>
                  <a:srgbClr val="4472C4"/>
                </a:solidFill>
                <a:latin typeface="Nekst" panose="00000500000000000000" pitchFamily="2" charset="-52"/>
              </a:rPr>
              <a:t>операц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.), период до материализации ущерба, условия/триггеры, затронутые контуры, ожидаемый эффект</a:t>
            </a:r>
          </a:p>
        </p:txBody>
      </p:sp>
      <p:sp>
        <p:nvSpPr>
          <p:cNvPr id="79" name="Прямоугольник: скругленные углы 217">
            <a:extLst>
              <a:ext uri="{FF2B5EF4-FFF2-40B4-BE49-F238E27FC236}">
                <a16:creationId xmlns:a16="http://schemas.microsoft.com/office/drawing/2014/main" id="{558A3678-2422-DDEE-D1B0-94A64F5EF3D7}"/>
              </a:ext>
            </a:extLst>
          </p:cNvPr>
          <p:cNvSpPr/>
          <p:nvPr/>
        </p:nvSpPr>
        <p:spPr>
          <a:xfrm>
            <a:off x="5337810" y="3558820"/>
            <a:ext cx="8746214" cy="1419068"/>
          </a:xfrm>
          <a:prstGeom prst="roundRect">
            <a:avLst>
              <a:gd name="adj" fmla="val 6220"/>
            </a:avLst>
          </a:prstGeom>
          <a:gradFill>
            <a:gsLst>
              <a:gs pos="0">
                <a:schemeClr val="accent5">
                  <a:lumMod val="45000"/>
                  <a:lumOff val="55000"/>
                  <a:alpha val="60000"/>
                </a:schemeClr>
              </a:gs>
              <a:gs pos="24000">
                <a:schemeClr val="accent6">
                  <a:lumMod val="20000"/>
                  <a:lumOff val="80000"/>
                </a:schemeClr>
              </a:gs>
              <a:gs pos="99000">
                <a:schemeClr val="accent2">
                  <a:lumMod val="75000"/>
                  <a:alpha val="28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marL="859156" indent="-219076" algn="ctr"/>
            <a:endParaRPr lang="ru-RU" sz="1440" dirty="0">
              <a:solidFill>
                <a:srgbClr val="4472C4"/>
              </a:solidFill>
              <a:latin typeface="Nekst" panose="00000500000000000000" pitchFamily="2" charset="-52"/>
            </a:endParaRPr>
          </a:p>
          <a:p>
            <a:pPr marL="640080"/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Группы метрик работоспособности: 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Интероперабельность, Прошивки и системное ПО, Операционные системы, Драйверы и ввод-вывод, Виртуализация, Журналирование, Сетевые функции и автоматизация, СХД.</a:t>
            </a:r>
          </a:p>
          <a:p>
            <a:pPr marL="640080"/>
            <a:r>
              <a:rPr lang="ru-RU" sz="1440" b="1" dirty="0">
                <a:solidFill>
                  <a:srgbClr val="4472C4"/>
                </a:solidFill>
                <a:latin typeface="Nekst" panose="00000500000000000000" pitchFamily="2" charset="-52"/>
              </a:rPr>
              <a:t>Группы метрик устойчивости: </a:t>
            </a:r>
            <a:r>
              <a:rPr lang="ru-RU" sz="1440" dirty="0">
                <a:solidFill>
                  <a:srgbClr val="4472C4"/>
                </a:solidFill>
                <a:latin typeface="Nekst" panose="00000500000000000000" pitchFamily="2" charset="-52"/>
              </a:rPr>
              <a:t>Восстановление/доступность, Управление инцидентом, Управляемость и готовность, Поставщики, Физическая безопасность, Санкционная готовность, Географическая устойчивость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4CF77E7-00C4-DF59-1980-4550EAEF2A3C}"/>
              </a:ext>
            </a:extLst>
          </p:cNvPr>
          <p:cNvCxnSpPr>
            <a:cxnSpLocks/>
          </p:cNvCxnSpPr>
          <p:nvPr/>
        </p:nvCxnSpPr>
        <p:spPr>
          <a:xfrm>
            <a:off x="672899" y="5363244"/>
            <a:ext cx="215052" cy="0"/>
          </a:xfrm>
          <a:prstGeom prst="line">
            <a:avLst/>
          </a:prstGeom>
          <a:ln w="28575"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BE9E594C-1799-5012-D6EE-4DFAD692F2B1}"/>
              </a:ext>
            </a:extLst>
          </p:cNvPr>
          <p:cNvSpPr/>
          <p:nvPr/>
        </p:nvSpPr>
        <p:spPr>
          <a:xfrm>
            <a:off x="443240" y="6211837"/>
            <a:ext cx="430426" cy="430103"/>
          </a:xfrm>
          <a:prstGeom prst="ellipse">
            <a:avLst/>
          </a:prstGeom>
          <a:solidFill>
            <a:srgbClr val="FE50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A9FCE1B-1C19-996F-59E5-E3869B774651}"/>
              </a:ext>
            </a:extLst>
          </p:cNvPr>
          <p:cNvSpPr/>
          <p:nvPr/>
        </p:nvSpPr>
        <p:spPr>
          <a:xfrm>
            <a:off x="525522" y="6295071"/>
            <a:ext cx="250300" cy="250300"/>
          </a:xfrm>
          <a:prstGeom prst="ellipse">
            <a:avLst/>
          </a:prstGeom>
          <a:solidFill>
            <a:srgbClr val="FE5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99689F-7FB3-20AB-B1CB-D4CCD5BAA008}"/>
              </a:ext>
            </a:extLst>
          </p:cNvPr>
          <p:cNvSpPr txBox="1"/>
          <p:nvPr/>
        </p:nvSpPr>
        <p:spPr>
          <a:xfrm>
            <a:off x="252891" y="-125003"/>
            <a:ext cx="137725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760" b="1" dirty="0">
                <a:solidFill>
                  <a:srgbClr val="002060"/>
                </a:solidFill>
                <a:latin typeface="Nekst" panose="00000500000000000000" pitchFamily="2" charset="-52"/>
              </a:rPr>
              <a:t>Оценка мер типового объекта КИИ</a:t>
            </a:r>
            <a:endParaRPr lang="ru-RU" sz="5760" dirty="0">
              <a:solidFill>
                <a:srgbClr val="002060"/>
              </a:solidFill>
              <a:latin typeface="Nekst" panose="00000500000000000000" pitchFamily="2" charset="-52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0ADF34B-9F57-0E7D-673B-FFA172E72989}"/>
              </a:ext>
            </a:extLst>
          </p:cNvPr>
          <p:cNvGrpSpPr/>
          <p:nvPr/>
        </p:nvGrpSpPr>
        <p:grpSpPr>
          <a:xfrm>
            <a:off x="1000195" y="2709493"/>
            <a:ext cx="3777545" cy="786974"/>
            <a:chOff x="6209834" y="3038953"/>
            <a:chExt cx="3147954" cy="655811"/>
          </a:xfrm>
        </p:grpSpPr>
        <p:sp>
          <p:nvSpPr>
            <p:cNvPr id="17" name="Заголовок 2">
              <a:extLst>
                <a:ext uri="{FF2B5EF4-FFF2-40B4-BE49-F238E27FC236}">
                  <a16:creationId xmlns:a16="http://schemas.microsoft.com/office/drawing/2014/main" id="{EE47015F-373D-D38F-8296-B07EA5700F0A}"/>
                </a:ext>
              </a:extLst>
            </p:cNvPr>
            <p:cNvSpPr txBox="1">
              <a:spLocks/>
            </p:cNvSpPr>
            <p:nvPr/>
          </p:nvSpPr>
          <p:spPr>
            <a:xfrm>
              <a:off x="6209834" y="3038953"/>
              <a:ext cx="686620" cy="249320"/>
            </a:xfrm>
            <a:prstGeom prst="rect">
              <a:avLst/>
            </a:prstGeom>
          </p:spPr>
          <p:txBody>
            <a:bodyPr vert="horz" wrap="non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spcAft>
                  <a:spcPts val="720"/>
                </a:spcAft>
              </a:pPr>
              <a:r>
                <a:rPr lang="ru-RU" sz="2160" dirty="0">
                  <a:solidFill>
                    <a:srgbClr val="FE5000"/>
                  </a:solidFill>
                  <a:latin typeface="Nekst Bold" panose="00000800000000000000" pitchFamily="2" charset="-52"/>
                </a:rPr>
                <a:t>Риски</a:t>
              </a:r>
              <a:endParaRPr lang="en-US" sz="2160" dirty="0">
                <a:solidFill>
                  <a:srgbClr val="FE5000"/>
                </a:solidFill>
                <a:latin typeface="Nekst Bold" panose="00000800000000000000" pitchFamily="2" charset="-52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184E7BE-D2E0-8EC9-B68B-F935020F22CA}"/>
                </a:ext>
              </a:extLst>
            </p:cNvPr>
            <p:cNvSpPr txBox="1"/>
            <p:nvPr/>
          </p:nvSpPr>
          <p:spPr>
            <a:xfrm>
              <a:off x="6209834" y="3305662"/>
              <a:ext cx="3147954" cy="38910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defTabSz="1584911">
                <a:lnSpc>
                  <a:spcPct val="120000"/>
                </a:lnSpc>
                <a:spcAft>
                  <a:spcPts val="720"/>
                </a:spcAft>
                <a:defRPr/>
              </a:pPr>
              <a:r>
                <a:rPr lang="ru-RU" sz="1320" dirty="0">
                  <a:solidFill>
                    <a:srgbClr val="002855"/>
                  </a:solidFill>
                  <a:latin typeface="Nekst" panose="00000500000000000000" pitchFamily="2" charset="-52"/>
                </a:rPr>
                <a:t>Принцип: если есть типовой объект КИИ — должны быть типовые риски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F835F08B-9175-A1B6-8CE1-3E981C1FE6B1}"/>
              </a:ext>
            </a:extLst>
          </p:cNvPr>
          <p:cNvGrpSpPr/>
          <p:nvPr/>
        </p:nvGrpSpPr>
        <p:grpSpPr>
          <a:xfrm>
            <a:off x="1000195" y="3956130"/>
            <a:ext cx="4122240" cy="807856"/>
            <a:chOff x="6194945" y="4350630"/>
            <a:chExt cx="3751695" cy="673213"/>
          </a:xfrm>
        </p:grpSpPr>
        <p:sp>
          <p:nvSpPr>
            <p:cNvPr id="20" name="Заголовок 2">
              <a:extLst>
                <a:ext uri="{FF2B5EF4-FFF2-40B4-BE49-F238E27FC236}">
                  <a16:creationId xmlns:a16="http://schemas.microsoft.com/office/drawing/2014/main" id="{0B1403F6-2AB7-D7AF-9202-3250869CF036}"/>
                </a:ext>
              </a:extLst>
            </p:cNvPr>
            <p:cNvSpPr txBox="1">
              <a:spLocks/>
            </p:cNvSpPr>
            <p:nvPr/>
          </p:nvSpPr>
          <p:spPr>
            <a:xfrm>
              <a:off x="6209834" y="4350630"/>
              <a:ext cx="2236954" cy="249320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spcAft>
                  <a:spcPts val="720"/>
                </a:spcAft>
              </a:pPr>
              <a:r>
                <a:rPr lang="ru-RU" sz="2160" dirty="0">
                  <a:solidFill>
                    <a:srgbClr val="FE5000"/>
                  </a:solidFill>
                  <a:latin typeface="Nekst Bold" panose="00000800000000000000" pitchFamily="2" charset="-52"/>
                </a:rPr>
                <a:t>Метрики</a:t>
              </a:r>
              <a:endParaRPr lang="en-US" sz="2160" dirty="0">
                <a:solidFill>
                  <a:srgbClr val="FE5000"/>
                </a:solidFill>
                <a:latin typeface="Nekst Bold" panose="00000800000000000000" pitchFamily="2" charset="-5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04008B-AC69-8CCB-5D13-1353166A13E6}"/>
                </a:ext>
              </a:extLst>
            </p:cNvPr>
            <p:cNvSpPr txBox="1"/>
            <p:nvPr/>
          </p:nvSpPr>
          <p:spPr>
            <a:xfrm>
              <a:off x="6194945" y="4634741"/>
              <a:ext cx="3751695" cy="38910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defTabSz="1584911">
                <a:lnSpc>
                  <a:spcPct val="120000"/>
                </a:lnSpc>
                <a:spcAft>
                  <a:spcPts val="720"/>
                </a:spcAft>
                <a:defRPr/>
              </a:pPr>
              <a:r>
                <a:rPr lang="ru-RU" sz="1320" dirty="0">
                  <a:solidFill>
                    <a:srgbClr val="002855"/>
                  </a:solidFill>
                  <a:latin typeface="Nekst" panose="00000500000000000000" pitchFamily="2" charset="-52"/>
                </a:rPr>
                <a:t>Принцип: фиксируем типы метрик, которые субъект обязан установить</a:t>
              </a: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D8ED2AD-E734-9247-405F-6B5ECACFDE8C}"/>
              </a:ext>
            </a:extLst>
          </p:cNvPr>
          <p:cNvGrpSpPr/>
          <p:nvPr/>
        </p:nvGrpSpPr>
        <p:grpSpPr>
          <a:xfrm>
            <a:off x="1000196" y="5208202"/>
            <a:ext cx="4107956" cy="991921"/>
            <a:chOff x="6229830" y="5305567"/>
            <a:chExt cx="4004868" cy="826601"/>
          </a:xfrm>
        </p:grpSpPr>
        <p:sp>
          <p:nvSpPr>
            <p:cNvPr id="25" name="Заголовок 2">
              <a:extLst>
                <a:ext uri="{FF2B5EF4-FFF2-40B4-BE49-F238E27FC236}">
                  <a16:creationId xmlns:a16="http://schemas.microsoft.com/office/drawing/2014/main" id="{42F76767-11CC-74E2-11E0-4172A1187F4A}"/>
                </a:ext>
              </a:extLst>
            </p:cNvPr>
            <p:cNvSpPr txBox="1">
              <a:spLocks/>
            </p:cNvSpPr>
            <p:nvPr/>
          </p:nvSpPr>
          <p:spPr>
            <a:xfrm>
              <a:off x="6229830" y="5305567"/>
              <a:ext cx="4004868" cy="249320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spcAft>
                  <a:spcPts val="720"/>
                </a:spcAft>
              </a:pPr>
              <a:r>
                <a:rPr lang="ru-RU" sz="2160" dirty="0">
                  <a:solidFill>
                    <a:srgbClr val="FE5000"/>
                  </a:solidFill>
                  <a:latin typeface="Nekst Bold" panose="00000800000000000000" pitchFamily="2" charset="-52"/>
                </a:rPr>
                <a:t>Меры</a:t>
              </a:r>
              <a:endParaRPr lang="en-US" sz="2160" dirty="0">
                <a:solidFill>
                  <a:srgbClr val="FE5000"/>
                </a:solidFill>
                <a:latin typeface="Nekst Bold" panose="00000800000000000000" pitchFamily="2" charset="-52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548E5ED-AE56-08C4-32B0-02C7A9C7A274}"/>
                </a:ext>
              </a:extLst>
            </p:cNvPr>
            <p:cNvSpPr txBox="1"/>
            <p:nvPr/>
          </p:nvSpPr>
          <p:spPr>
            <a:xfrm>
              <a:off x="6259607" y="5539912"/>
              <a:ext cx="3899227" cy="592256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defTabSz="1584911">
                <a:lnSpc>
                  <a:spcPct val="120000"/>
                </a:lnSpc>
                <a:spcAft>
                  <a:spcPts val="720"/>
                </a:spcAft>
                <a:defRPr/>
              </a:pPr>
              <a:r>
                <a:rPr lang="ru-RU" sz="1320" dirty="0">
                  <a:solidFill>
                    <a:srgbClr val="002855"/>
                  </a:solidFill>
                  <a:latin typeface="Nekst" panose="00000500000000000000" pitchFamily="2" charset="-52"/>
                </a:rPr>
                <a:t>Принцип: клиент может выбрать набор мер (A/B/C/…) с учётом специфики, но должен обеспечить метрику</a:t>
              </a:r>
            </a:p>
          </p:txBody>
        </p:sp>
      </p:grpSp>
      <p:sp>
        <p:nvSpPr>
          <p:cNvPr id="48" name="Заголовок 2">
            <a:extLst>
              <a:ext uri="{FF2B5EF4-FFF2-40B4-BE49-F238E27FC236}">
                <a16:creationId xmlns:a16="http://schemas.microsoft.com/office/drawing/2014/main" id="{FA895E08-61E4-6E3A-3CF4-E022004AA270}"/>
              </a:ext>
            </a:extLst>
          </p:cNvPr>
          <p:cNvSpPr txBox="1">
            <a:spLocks/>
          </p:cNvSpPr>
          <p:nvPr/>
        </p:nvSpPr>
        <p:spPr>
          <a:xfrm>
            <a:off x="1035928" y="1980349"/>
            <a:ext cx="2826095" cy="299184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720"/>
              </a:spcAft>
            </a:pPr>
            <a:r>
              <a:rPr lang="ru-RU" sz="2160" dirty="0">
                <a:solidFill>
                  <a:srgbClr val="003064"/>
                </a:solidFill>
                <a:latin typeface="Nekst Bold" panose="00000800000000000000" pitchFamily="2" charset="-52"/>
              </a:rPr>
              <a:t>Типовой объект КИИ</a:t>
            </a:r>
            <a:endParaRPr lang="en-US" sz="2160" dirty="0">
              <a:solidFill>
                <a:srgbClr val="003064"/>
              </a:solidFill>
              <a:latin typeface="Nekst Bold" panose="00000800000000000000" pitchFamily="2" charset="-52"/>
            </a:endParaRPr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5A373D4-15F8-92BE-049D-AB88CC816C80}"/>
              </a:ext>
            </a:extLst>
          </p:cNvPr>
          <p:cNvCxnSpPr>
            <a:cxnSpLocks/>
            <a:stCxn id="52" idx="4"/>
            <a:endCxn id="6" idx="0"/>
          </p:cNvCxnSpPr>
          <p:nvPr/>
        </p:nvCxnSpPr>
        <p:spPr>
          <a:xfrm>
            <a:off x="658290" y="2195576"/>
            <a:ext cx="0" cy="4171031"/>
          </a:xfrm>
          <a:prstGeom prst="line">
            <a:avLst/>
          </a:prstGeom>
          <a:ln w="12700">
            <a:solidFill>
              <a:srgbClr val="FE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Овал 51">
            <a:extLst>
              <a:ext uri="{FF2B5EF4-FFF2-40B4-BE49-F238E27FC236}">
                <a16:creationId xmlns:a16="http://schemas.microsoft.com/office/drawing/2014/main" id="{7E5E2A29-FBDF-ACA5-0EEC-808D8EF85320}"/>
              </a:ext>
            </a:extLst>
          </p:cNvPr>
          <p:cNvSpPr/>
          <p:nvPr/>
        </p:nvSpPr>
        <p:spPr>
          <a:xfrm>
            <a:off x="604678" y="2088350"/>
            <a:ext cx="107225" cy="107225"/>
          </a:xfrm>
          <a:prstGeom prst="ellipse">
            <a:avLst/>
          </a:prstGeom>
          <a:solidFill>
            <a:srgbClr val="FE5000">
              <a:alpha val="97000"/>
            </a:srgb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ACF19554-DFD4-10B2-62F7-5814BB4DB501}"/>
              </a:ext>
            </a:extLst>
          </p:cNvPr>
          <p:cNvGrpSpPr/>
          <p:nvPr/>
        </p:nvGrpSpPr>
        <p:grpSpPr>
          <a:xfrm>
            <a:off x="605002" y="4052311"/>
            <a:ext cx="268664" cy="107225"/>
            <a:chOff x="751697" y="5793091"/>
            <a:chExt cx="223887" cy="89354"/>
          </a:xfrm>
        </p:grpSpPr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E2F0CCDB-76F7-D6C9-5BB3-5613E2AEC08C}"/>
                </a:ext>
              </a:extLst>
            </p:cNvPr>
            <p:cNvCxnSpPr>
              <a:cxnSpLocks/>
            </p:cNvCxnSpPr>
            <p:nvPr/>
          </p:nvCxnSpPr>
          <p:spPr>
            <a:xfrm>
              <a:off x="796374" y="5837768"/>
              <a:ext cx="179210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Овал 57">
              <a:extLst>
                <a:ext uri="{FF2B5EF4-FFF2-40B4-BE49-F238E27FC236}">
                  <a16:creationId xmlns:a16="http://schemas.microsoft.com/office/drawing/2014/main" id="{FF2C3007-05A7-A389-8B9B-1E37B085D18E}"/>
                </a:ext>
              </a:extLst>
            </p:cNvPr>
            <p:cNvSpPr/>
            <p:nvPr/>
          </p:nvSpPr>
          <p:spPr>
            <a:xfrm>
              <a:off x="751697" y="5793091"/>
              <a:ext cx="89354" cy="89354"/>
            </a:xfrm>
            <a:prstGeom prst="ellipse">
              <a:avLst/>
            </a:prstGeom>
            <a:solidFill>
              <a:srgbClr val="FE5000">
                <a:alpha val="97000"/>
              </a:srgbClr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160" dirty="0"/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58193DC9-B2E3-19BC-796D-127CE29BC0AD}"/>
              </a:ext>
            </a:extLst>
          </p:cNvPr>
          <p:cNvGrpSpPr/>
          <p:nvPr/>
        </p:nvGrpSpPr>
        <p:grpSpPr>
          <a:xfrm>
            <a:off x="605002" y="2796408"/>
            <a:ext cx="268664" cy="107225"/>
            <a:chOff x="751697" y="5793091"/>
            <a:chExt cx="223887" cy="89354"/>
          </a:xfrm>
        </p:grpSpPr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55CE015E-FD4E-914E-B3B1-3EB6F6D2F7A9}"/>
                </a:ext>
              </a:extLst>
            </p:cNvPr>
            <p:cNvCxnSpPr>
              <a:cxnSpLocks/>
            </p:cNvCxnSpPr>
            <p:nvPr/>
          </p:nvCxnSpPr>
          <p:spPr>
            <a:xfrm>
              <a:off x="796374" y="5837768"/>
              <a:ext cx="179210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A74031F9-E3A2-1F76-E48A-0457B440D6BE}"/>
                </a:ext>
              </a:extLst>
            </p:cNvPr>
            <p:cNvSpPr/>
            <p:nvPr/>
          </p:nvSpPr>
          <p:spPr>
            <a:xfrm>
              <a:off x="751697" y="5793091"/>
              <a:ext cx="89354" cy="89354"/>
            </a:xfrm>
            <a:prstGeom prst="ellipse">
              <a:avLst/>
            </a:prstGeom>
            <a:solidFill>
              <a:srgbClr val="FE5000">
                <a:alpha val="97000"/>
              </a:srgbClr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160"/>
            </a:p>
          </p:txBody>
        </p:sp>
      </p:grpSp>
      <p:sp>
        <p:nvSpPr>
          <p:cNvPr id="68" name="Овал 67">
            <a:extLst>
              <a:ext uri="{FF2B5EF4-FFF2-40B4-BE49-F238E27FC236}">
                <a16:creationId xmlns:a16="http://schemas.microsoft.com/office/drawing/2014/main" id="{768D1D87-1CF4-96FA-F177-6E1D5C529F95}"/>
              </a:ext>
            </a:extLst>
          </p:cNvPr>
          <p:cNvSpPr/>
          <p:nvPr/>
        </p:nvSpPr>
        <p:spPr>
          <a:xfrm>
            <a:off x="604678" y="5307426"/>
            <a:ext cx="107225" cy="107225"/>
          </a:xfrm>
          <a:prstGeom prst="ellipse">
            <a:avLst/>
          </a:prstGeom>
          <a:solidFill>
            <a:srgbClr val="FE5000">
              <a:alpha val="97000"/>
            </a:srgb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9DBFB0E8-EE9F-2B2E-F774-87E40FABC1AD}"/>
              </a:ext>
            </a:extLst>
          </p:cNvPr>
          <p:cNvGrpSpPr/>
          <p:nvPr/>
        </p:nvGrpSpPr>
        <p:grpSpPr>
          <a:xfrm>
            <a:off x="605002" y="2087748"/>
            <a:ext cx="268664" cy="107225"/>
            <a:chOff x="751697" y="5793091"/>
            <a:chExt cx="223887" cy="89354"/>
          </a:xfrm>
        </p:grpSpPr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7E56D704-3559-70E7-5AC2-6CACA1BAAB2D}"/>
                </a:ext>
              </a:extLst>
            </p:cNvPr>
            <p:cNvCxnSpPr>
              <a:cxnSpLocks/>
            </p:cNvCxnSpPr>
            <p:nvPr/>
          </p:nvCxnSpPr>
          <p:spPr>
            <a:xfrm>
              <a:off x="796374" y="5837768"/>
              <a:ext cx="179210" cy="0"/>
            </a:xfrm>
            <a:prstGeom prst="line">
              <a:avLst/>
            </a:prstGeom>
            <a:ln w="28575">
              <a:solidFill>
                <a:srgbClr val="FE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10179756-1493-DD50-8048-F670F303B239}"/>
                </a:ext>
              </a:extLst>
            </p:cNvPr>
            <p:cNvSpPr/>
            <p:nvPr/>
          </p:nvSpPr>
          <p:spPr>
            <a:xfrm>
              <a:off x="751697" y="5793091"/>
              <a:ext cx="89354" cy="89354"/>
            </a:xfrm>
            <a:prstGeom prst="ellipse">
              <a:avLst/>
            </a:prstGeom>
            <a:solidFill>
              <a:srgbClr val="FE5000">
                <a:alpha val="97000"/>
              </a:srgbClr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160"/>
            </a:p>
          </p:txBody>
        </p:sp>
      </p:grpSp>
      <p:sp>
        <p:nvSpPr>
          <p:cNvPr id="6" name="Овал 5">
            <a:extLst>
              <a:ext uri="{FF2B5EF4-FFF2-40B4-BE49-F238E27FC236}">
                <a16:creationId xmlns:a16="http://schemas.microsoft.com/office/drawing/2014/main" id="{FE15E5B4-F815-ED60-BDC7-BC2722DB77BD}"/>
              </a:ext>
            </a:extLst>
          </p:cNvPr>
          <p:cNvSpPr/>
          <p:nvPr/>
        </p:nvSpPr>
        <p:spPr>
          <a:xfrm>
            <a:off x="604678" y="6366606"/>
            <a:ext cx="107225" cy="107225"/>
          </a:xfrm>
          <a:prstGeom prst="ellipse">
            <a:avLst/>
          </a:prstGeom>
          <a:solidFill>
            <a:srgbClr val="FE5000">
              <a:alpha val="97000"/>
            </a:srgb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6D880113-D979-5471-4410-D5B87F9B3442}"/>
              </a:ext>
            </a:extLst>
          </p:cNvPr>
          <p:cNvSpPr txBox="1">
            <a:spLocks/>
          </p:cNvSpPr>
          <p:nvPr/>
        </p:nvSpPr>
        <p:spPr>
          <a:xfrm>
            <a:off x="1018061" y="6315243"/>
            <a:ext cx="4805842" cy="29918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720"/>
              </a:spcAft>
            </a:pPr>
            <a:r>
              <a:rPr lang="ru-RU" sz="2160" dirty="0">
                <a:solidFill>
                  <a:srgbClr val="FE5000"/>
                </a:solidFill>
                <a:latin typeface="Nekst Bold" panose="00000800000000000000" pitchFamily="2" charset="-52"/>
              </a:rPr>
              <a:t>Проверка</a:t>
            </a:r>
            <a:endParaRPr lang="en-US" sz="2160" dirty="0">
              <a:solidFill>
                <a:srgbClr val="FE5000"/>
              </a:solidFill>
              <a:latin typeface="Nekst Bold" panose="000008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C891B-ACE2-B25E-4924-9A571381C59F}"/>
              </a:ext>
            </a:extLst>
          </p:cNvPr>
          <p:cNvSpPr txBox="1"/>
          <p:nvPr/>
        </p:nvSpPr>
        <p:spPr>
          <a:xfrm>
            <a:off x="1000193" y="6636379"/>
            <a:ext cx="4502034" cy="71070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defTabSz="1584911">
              <a:lnSpc>
                <a:spcPct val="120000"/>
              </a:lnSpc>
              <a:spcAft>
                <a:spcPts val="720"/>
              </a:spcAft>
              <a:defRPr/>
            </a:pPr>
            <a:r>
              <a:rPr lang="ru-RU" sz="1320" dirty="0">
                <a:solidFill>
                  <a:srgbClr val="002855"/>
                </a:solidFill>
                <a:latin typeface="Nekst" panose="00000500000000000000" pitchFamily="2" charset="-52"/>
              </a:rPr>
              <a:t>Принцип: проверяем достижение метрик через логи/телеметрию, учения, тестовые восстановления</a:t>
            </a:r>
          </a:p>
        </p:txBody>
      </p:sp>
      <p:sp>
        <p:nvSpPr>
          <p:cNvPr id="74" name="Прямоугольник: скругленные углы 217">
            <a:extLst>
              <a:ext uri="{FF2B5EF4-FFF2-40B4-BE49-F238E27FC236}">
                <a16:creationId xmlns:a16="http://schemas.microsoft.com/office/drawing/2014/main" id="{E70751F2-AEC3-4B1B-283E-F0F64B0BF193}"/>
              </a:ext>
            </a:extLst>
          </p:cNvPr>
          <p:cNvSpPr/>
          <p:nvPr/>
        </p:nvSpPr>
        <p:spPr>
          <a:xfrm>
            <a:off x="5337810" y="956677"/>
            <a:ext cx="8687581" cy="1355384"/>
          </a:xfrm>
          <a:prstGeom prst="roundRect">
            <a:avLst>
              <a:gd name="adj" fmla="val 6220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6200000" scaled="0"/>
            <a:tileRect/>
          </a:gra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71550" indent="-320040">
              <a:tabLst>
                <a:tab pos="320040" algn="l"/>
                <a:tab pos="651510" algn="l"/>
              </a:tabLst>
            </a:pPr>
            <a:r>
              <a:rPr lang="ru-RU" sz="1440" b="1" dirty="0">
                <a:solidFill>
                  <a:schemeClr val="accent1"/>
                </a:solidFill>
                <a:latin typeface="Nekst" panose="00000500000000000000" pitchFamily="2" charset="-52"/>
              </a:rPr>
              <a:t>Атрибуты объекта КИИ:</a:t>
            </a:r>
          </a:p>
          <a:p>
            <a:pPr marL="649606" indent="1906"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chemeClr val="accent1"/>
                </a:solidFill>
                <a:latin typeface="Nekst" panose="00000500000000000000" pitchFamily="2" charset="-52"/>
              </a:rPr>
              <a:t>Отрасль/функция, ИТ/ОТ-класс, </a:t>
            </a:r>
            <a:r>
              <a:rPr lang="ru-RU" sz="1440" dirty="0" err="1">
                <a:solidFill>
                  <a:schemeClr val="accent1"/>
                </a:solidFill>
                <a:latin typeface="Nekst" panose="00000500000000000000" pitchFamily="2" charset="-52"/>
              </a:rPr>
              <a:t>распределённость</a:t>
            </a:r>
            <a:r>
              <a:rPr lang="ru-RU" sz="1440" dirty="0">
                <a:solidFill>
                  <a:schemeClr val="accent1"/>
                </a:solidFill>
                <a:latin typeface="Nekst" panose="00000500000000000000" pitchFamily="2" charset="-52"/>
              </a:rPr>
              <a:t>, критичность, регуляторные требования, зависимости от инфраструктуры и поставщиков, охватываемые бизнес-процессы. </a:t>
            </a:r>
          </a:p>
          <a:p>
            <a:pPr marL="649606" indent="1906">
              <a:tabLst>
                <a:tab pos="320040" algn="l"/>
                <a:tab pos="651510" algn="l"/>
              </a:tabLst>
            </a:pPr>
            <a:r>
              <a:rPr lang="ru-RU" sz="1440" dirty="0">
                <a:solidFill>
                  <a:schemeClr val="accent1"/>
                </a:solidFill>
                <a:latin typeface="Nekst" panose="00000500000000000000" pitchFamily="2" charset="-52"/>
              </a:rPr>
              <a:t>Если объект относится к типовому, для него обязательно применяется соответствующий набор типовых рисков и метрик.</a:t>
            </a:r>
          </a:p>
        </p:txBody>
      </p:sp>
      <p:sp>
        <p:nvSpPr>
          <p:cNvPr id="76" name="Прямоугольник: скругленные углы 84">
            <a:extLst>
              <a:ext uri="{FF2B5EF4-FFF2-40B4-BE49-F238E27FC236}">
                <a16:creationId xmlns:a16="http://schemas.microsoft.com/office/drawing/2014/main" id="{50D2F098-B77E-5146-A3D4-194E0D0787E6}"/>
              </a:ext>
            </a:extLst>
          </p:cNvPr>
          <p:cNvSpPr/>
          <p:nvPr/>
        </p:nvSpPr>
        <p:spPr>
          <a:xfrm rot="16200000">
            <a:off x="5100405" y="1428542"/>
            <a:ext cx="1195333" cy="479926"/>
          </a:xfrm>
          <a:prstGeom prst="roundRect">
            <a:avLst/>
          </a:prstGeom>
          <a:solidFill>
            <a:srgbClr val="004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latin typeface="Nekst Medium" panose="00000600000000000000" pitchFamily="2" charset="-52"/>
              </a:rPr>
              <a:t>Объект КИИ</a:t>
            </a:r>
          </a:p>
        </p:txBody>
      </p:sp>
      <p:sp>
        <p:nvSpPr>
          <p:cNvPr id="78" name="Прямоугольник: скругленные углы 84">
            <a:extLst>
              <a:ext uri="{FF2B5EF4-FFF2-40B4-BE49-F238E27FC236}">
                <a16:creationId xmlns:a16="http://schemas.microsoft.com/office/drawing/2014/main" id="{6417C39F-EF65-DB85-E230-00902E261242}"/>
              </a:ext>
            </a:extLst>
          </p:cNvPr>
          <p:cNvSpPr/>
          <p:nvPr/>
        </p:nvSpPr>
        <p:spPr>
          <a:xfrm rot="16200000">
            <a:off x="5249023" y="2671509"/>
            <a:ext cx="896413" cy="479926"/>
          </a:xfrm>
          <a:prstGeom prst="roundRect">
            <a:avLst/>
          </a:prstGeom>
          <a:solidFill>
            <a:srgbClr val="00B2A9">
              <a:alpha val="49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solidFill>
                  <a:srgbClr val="003F86"/>
                </a:solidFill>
                <a:latin typeface="Nekst Medium" panose="00000600000000000000" pitchFamily="2" charset="-52"/>
              </a:rPr>
              <a:t>Риск</a:t>
            </a:r>
          </a:p>
        </p:txBody>
      </p:sp>
      <p:sp>
        <p:nvSpPr>
          <p:cNvPr id="80" name="Прямоугольник: скругленные углы 84">
            <a:extLst>
              <a:ext uri="{FF2B5EF4-FFF2-40B4-BE49-F238E27FC236}">
                <a16:creationId xmlns:a16="http://schemas.microsoft.com/office/drawing/2014/main" id="{BF3A344F-0763-64B3-7E7D-380549364074}"/>
              </a:ext>
            </a:extLst>
          </p:cNvPr>
          <p:cNvSpPr/>
          <p:nvPr/>
        </p:nvSpPr>
        <p:spPr>
          <a:xfrm rot="16200000">
            <a:off x="5165105" y="4057424"/>
            <a:ext cx="1154171" cy="479926"/>
          </a:xfrm>
          <a:prstGeom prst="roundRect">
            <a:avLst/>
          </a:prstGeom>
          <a:solidFill>
            <a:schemeClr val="accent4">
              <a:lumMod val="75000"/>
              <a:alpha val="49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solidFill>
                  <a:schemeClr val="accent2">
                    <a:lumMod val="50000"/>
                  </a:schemeClr>
                </a:solidFill>
                <a:latin typeface="Nekst Medium" panose="00000600000000000000" pitchFamily="2" charset="-52"/>
              </a:rPr>
              <a:t>Метрики</a:t>
            </a:r>
          </a:p>
        </p:txBody>
      </p:sp>
      <p:sp>
        <p:nvSpPr>
          <p:cNvPr id="82" name="Прямоугольник: скругленные углы 84">
            <a:extLst>
              <a:ext uri="{FF2B5EF4-FFF2-40B4-BE49-F238E27FC236}">
                <a16:creationId xmlns:a16="http://schemas.microsoft.com/office/drawing/2014/main" id="{4B7F0491-17A4-C555-FA3D-B2F6D51F9981}"/>
              </a:ext>
            </a:extLst>
          </p:cNvPr>
          <p:cNvSpPr/>
          <p:nvPr/>
        </p:nvSpPr>
        <p:spPr>
          <a:xfrm rot="16200000">
            <a:off x="5120285" y="5521397"/>
            <a:ext cx="1187879" cy="47992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latin typeface="Nekst Medium" panose="00000600000000000000" pitchFamily="2" charset="-52"/>
              </a:rPr>
              <a:t>Меры</a:t>
            </a:r>
          </a:p>
        </p:txBody>
      </p:sp>
      <p:sp>
        <p:nvSpPr>
          <p:cNvPr id="84" name="Прямоугольник: скругленные углы 84">
            <a:extLst>
              <a:ext uri="{FF2B5EF4-FFF2-40B4-BE49-F238E27FC236}">
                <a16:creationId xmlns:a16="http://schemas.microsoft.com/office/drawing/2014/main" id="{1EAD2E37-10D6-1467-1D21-E7587E9F65AA}"/>
              </a:ext>
            </a:extLst>
          </p:cNvPr>
          <p:cNvSpPr/>
          <p:nvPr/>
        </p:nvSpPr>
        <p:spPr>
          <a:xfrm rot="16200000">
            <a:off x="5152516" y="6899346"/>
            <a:ext cx="1187879" cy="47992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40" dirty="0">
                <a:latin typeface="Nekst Medium" panose="00000600000000000000" pitchFamily="2" charset="-52"/>
              </a:rPr>
              <a:t>Проверка</a:t>
            </a:r>
          </a:p>
        </p:txBody>
      </p:sp>
      <p:sp>
        <p:nvSpPr>
          <p:cNvPr id="85" name="Стрелка: вниз 84">
            <a:extLst>
              <a:ext uri="{FF2B5EF4-FFF2-40B4-BE49-F238E27FC236}">
                <a16:creationId xmlns:a16="http://schemas.microsoft.com/office/drawing/2014/main" id="{DCCE78B6-680B-2F2D-3F94-960A00B12BB9}"/>
              </a:ext>
            </a:extLst>
          </p:cNvPr>
          <p:cNvSpPr/>
          <p:nvPr/>
        </p:nvSpPr>
        <p:spPr>
          <a:xfrm>
            <a:off x="9692125" y="2279520"/>
            <a:ext cx="479927" cy="270625"/>
          </a:xfrm>
          <a:prstGeom prst="downArrow">
            <a:avLst>
              <a:gd name="adj1" fmla="val 50000"/>
              <a:gd name="adj2" fmla="val 40663"/>
            </a:avLst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90" name="Стрелка: вниз 89">
            <a:extLst>
              <a:ext uri="{FF2B5EF4-FFF2-40B4-BE49-F238E27FC236}">
                <a16:creationId xmlns:a16="http://schemas.microsoft.com/office/drawing/2014/main" id="{74A17FB7-7332-76E3-2419-C8763B961825}"/>
              </a:ext>
            </a:extLst>
          </p:cNvPr>
          <p:cNvSpPr/>
          <p:nvPr/>
        </p:nvSpPr>
        <p:spPr>
          <a:xfrm>
            <a:off x="9692125" y="3376502"/>
            <a:ext cx="479927" cy="270625"/>
          </a:xfrm>
          <a:prstGeom prst="downArrow">
            <a:avLst>
              <a:gd name="adj1" fmla="val 50000"/>
              <a:gd name="adj2" fmla="val 40663"/>
            </a:avLst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  <a:p>
            <a:pPr algn="ctr"/>
            <a:endParaRPr lang="ru-RU" sz="2160" dirty="0"/>
          </a:p>
        </p:txBody>
      </p:sp>
      <p:sp>
        <p:nvSpPr>
          <p:cNvPr id="91" name="Стрелка: вниз 90">
            <a:extLst>
              <a:ext uri="{FF2B5EF4-FFF2-40B4-BE49-F238E27FC236}">
                <a16:creationId xmlns:a16="http://schemas.microsoft.com/office/drawing/2014/main" id="{6E4F0255-0465-204B-5408-62433C24C41E}"/>
              </a:ext>
            </a:extLst>
          </p:cNvPr>
          <p:cNvSpPr/>
          <p:nvPr/>
        </p:nvSpPr>
        <p:spPr>
          <a:xfrm>
            <a:off x="9665523" y="4846488"/>
            <a:ext cx="479927" cy="270625"/>
          </a:xfrm>
          <a:prstGeom prst="downArrow">
            <a:avLst>
              <a:gd name="adj1" fmla="val 50000"/>
              <a:gd name="adj2" fmla="val 40663"/>
            </a:avLst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  <p:sp>
        <p:nvSpPr>
          <p:cNvPr id="92" name="Стрелка: вниз 91">
            <a:extLst>
              <a:ext uri="{FF2B5EF4-FFF2-40B4-BE49-F238E27FC236}">
                <a16:creationId xmlns:a16="http://schemas.microsoft.com/office/drawing/2014/main" id="{7B0374AC-AB8B-63DF-5BB3-F20318273C33}"/>
              </a:ext>
            </a:extLst>
          </p:cNvPr>
          <p:cNvSpPr/>
          <p:nvPr/>
        </p:nvSpPr>
        <p:spPr>
          <a:xfrm>
            <a:off x="9642080" y="6284906"/>
            <a:ext cx="479927" cy="270625"/>
          </a:xfrm>
          <a:prstGeom prst="downArrow">
            <a:avLst>
              <a:gd name="adj1" fmla="val 50000"/>
              <a:gd name="adj2" fmla="val 40663"/>
            </a:avLst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160"/>
          </a:p>
        </p:txBody>
      </p:sp>
    </p:spTree>
    <p:extLst>
      <p:ext uri="{BB962C8B-B14F-4D97-AF65-F5344CB8AC3E}">
        <p14:creationId xmlns:p14="http://schemas.microsoft.com/office/powerpoint/2010/main" val="154531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.pptx" id="{6A5042A7-1246-4C62-883E-FCBC77FB0E62}" vid="{6DCDF2BE-D4C8-4EDA-AD28-B45F64DEE398}"/>
    </a:ext>
  </a:extLst>
</a:theme>
</file>

<file path=ppt/theme/theme3.xml><?xml version="1.0" encoding="utf-8"?>
<a:theme xmlns:a="http://schemas.openxmlformats.org/drawingml/2006/main" name="6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.pptx" id="{6A5042A7-1246-4C62-883E-FCBC77FB0E62}" vid="{6DCDF2BE-D4C8-4EDA-AD28-B45F64DEE398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3682</TotalTime>
  <Words>2877</Words>
  <Application>Microsoft Office PowerPoint</Application>
  <PresentationFormat>Произвольный</PresentationFormat>
  <Paragraphs>307</Paragraphs>
  <Slides>22</Slides>
  <Notes>16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22</vt:i4>
      </vt:variant>
    </vt:vector>
  </HeadingPairs>
  <TitlesOfParts>
    <vt:vector size="39" baseType="lpstr">
      <vt:lpstr>Nekst Medium</vt:lpstr>
      <vt:lpstr>Nekst Black</vt:lpstr>
      <vt:lpstr>Innostage</vt:lpstr>
      <vt:lpstr>Nekst Light</vt:lpstr>
      <vt:lpstr>Nekst</vt:lpstr>
      <vt:lpstr>Arial</vt:lpstr>
      <vt:lpstr>quote-cjk-patch</vt:lpstr>
      <vt:lpstr>Calibri</vt:lpstr>
      <vt:lpstr>SB Sans Display Light</vt:lpstr>
      <vt:lpstr>Raleway</vt:lpstr>
      <vt:lpstr>Nekst Bold</vt:lpstr>
      <vt:lpstr>Nekst Semi Bold</vt:lpstr>
      <vt:lpstr>Wingdings</vt:lpstr>
      <vt:lpstr>Roboto</vt:lpstr>
      <vt:lpstr>Office Theme</vt:lpstr>
      <vt:lpstr>Тема Office</vt:lpstr>
      <vt:lpstr>6_Тема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Структура методологии МБП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Стандарт функциональной устойчивости</vt:lpstr>
      <vt:lpstr>Презентация PowerPoint</vt:lpstr>
      <vt:lpstr>Презентация PowerPoint</vt:lpstr>
      <vt:lpstr>Границы стандарта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Калимуллин Рустам Ринатович</dc:creator>
  <cp:lastModifiedBy>Дмитрий Гоголев</cp:lastModifiedBy>
  <cp:revision>28</cp:revision>
  <dcterms:created xsi:type="dcterms:W3CDTF">2026-02-17T14:43:47Z</dcterms:created>
  <dcterms:modified xsi:type="dcterms:W3CDTF">2026-03-19T08:29:35Z</dcterms:modified>
</cp:coreProperties>
</file>