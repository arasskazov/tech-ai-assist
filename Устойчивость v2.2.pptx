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7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8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10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11.xml" ContentType="application/vnd.openxmlformats-officedocument.theme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12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13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14.xml" ContentType="application/vnd.openxmlformats-officedocument.theme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15.xml" ContentType="application/vnd.openxmlformats-officedocument.theme+xml"/>
  <Override PartName="/ppt/slideLayouts/slideLayout96.xml" ContentType="application/vnd.openxmlformats-officedocument.presentationml.slideLayout+xml"/>
  <Override PartName="/ppt/theme/theme16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17.xml" ContentType="application/vnd.openxmlformats-officedocument.theme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theme/theme18.xml" ContentType="application/vnd.openxmlformats-officedocument.theme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1" r:id="rId1"/>
    <p:sldMasterId id="2147483766" r:id="rId2"/>
    <p:sldMasterId id="2147483862" r:id="rId3"/>
    <p:sldMasterId id="2147483873" r:id="rId4"/>
    <p:sldMasterId id="2147483705" r:id="rId5"/>
    <p:sldMasterId id="2147483853" r:id="rId6"/>
    <p:sldMasterId id="2147483865" r:id="rId7"/>
    <p:sldMasterId id="2147483689" r:id="rId8"/>
    <p:sldMasterId id="2147483850" r:id="rId9"/>
    <p:sldMasterId id="2147483851" r:id="rId10"/>
    <p:sldMasterId id="2147483848" r:id="rId11"/>
    <p:sldMasterId id="2147483852" r:id="rId12"/>
    <p:sldMasterId id="2147483855" r:id="rId13"/>
    <p:sldMasterId id="2147483856" r:id="rId14"/>
    <p:sldMasterId id="2147483703" r:id="rId15"/>
    <p:sldMasterId id="2147483880" r:id="rId16"/>
    <p:sldMasterId id="2147483882" r:id="rId17"/>
    <p:sldMasterId id="2147483889" r:id="rId18"/>
    <p:sldMasterId id="2147483892" r:id="rId19"/>
    <p:sldMasterId id="2147483934" r:id="rId20"/>
    <p:sldMasterId id="2147483936" r:id="rId21"/>
  </p:sldMasterIdLst>
  <p:notesMasterIdLst>
    <p:notesMasterId r:id="rId23"/>
  </p:notesMasterIdLst>
  <p:handoutMasterIdLst>
    <p:handoutMasterId r:id="rId24"/>
  </p:handoutMasterIdLst>
  <p:sldIdLst>
    <p:sldId id="3784" r:id="rId22"/>
  </p:sldIdLst>
  <p:sldSz cx="12192000" cy="6858000"/>
  <p:notesSz cx="6792913" cy="99250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блон 16х9" id="{2DEBFDE6-A1AD-BA4D-90BF-1D391A2B5EFF}">
          <p14:sldIdLst>
            <p14:sldId id="37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Евгения Плотникова" initials="ЕП" lastIdx="148" clrIdx="0">
    <p:extLst>
      <p:ext uri="{19B8F6BF-5375-455C-9EA6-DF929625EA0E}">
        <p15:presenceInfo xmlns:p15="http://schemas.microsoft.com/office/powerpoint/2012/main" userId="Евгения Плотникова" providerId="None"/>
      </p:ext>
    </p:extLst>
  </p:cmAuthor>
  <p:cmAuthor id="2" name="Светлана Поспелова" initials="СП" lastIdx="25" clrIdx="1">
    <p:extLst>
      <p:ext uri="{19B8F6BF-5375-455C-9EA6-DF929625EA0E}">
        <p15:presenceInfo xmlns:p15="http://schemas.microsoft.com/office/powerpoint/2012/main" userId="20bcb18c332627f0" providerId="Windows Live"/>
      </p:ext>
    </p:extLst>
  </p:cmAuthor>
  <p:cmAuthor id="3" name="Admin" initials="A" lastIdx="110" clrIdx="2">
    <p:extLst>
      <p:ext uri="{19B8F6BF-5375-455C-9EA6-DF929625EA0E}">
        <p15:presenceInfo xmlns:p15="http://schemas.microsoft.com/office/powerpoint/2012/main" userId="Admin" providerId="None"/>
      </p:ext>
    </p:extLst>
  </p:cmAuthor>
  <p:cmAuthor id="4" name="Пользователь" initials="П" lastIdx="7" clrIdx="3">
    <p:extLst>
      <p:ext uri="{19B8F6BF-5375-455C-9EA6-DF929625EA0E}">
        <p15:presenceInfo xmlns:p15="http://schemas.microsoft.com/office/powerpoint/2012/main" userId="Пользователь" providerId="None"/>
      </p:ext>
    </p:extLst>
  </p:cmAuthor>
  <p:cmAuthor id="5" name="Rosatom" initials="R" lastIdx="1" clrIdx="4">
    <p:extLst>
      <p:ext uri="{19B8F6BF-5375-455C-9EA6-DF929625EA0E}">
        <p15:presenceInfo xmlns:p15="http://schemas.microsoft.com/office/powerpoint/2012/main" userId="Rosatom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8A4"/>
    <a:srgbClr val="E5DBC0"/>
    <a:srgbClr val="FD6924"/>
    <a:srgbClr val="0070C0"/>
    <a:srgbClr val="F4762B"/>
    <a:srgbClr val="2884D3"/>
    <a:srgbClr val="003274"/>
    <a:srgbClr val="025EA1"/>
    <a:srgbClr val="407AB6"/>
    <a:srgbClr val="FCC3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81" autoAdjust="0"/>
    <p:restoredTop sz="92674" autoAdjust="0"/>
  </p:normalViewPr>
  <p:slideViewPr>
    <p:cSldViewPr snapToGrid="0" snapToObjects="1">
      <p:cViewPr varScale="1">
        <p:scale>
          <a:sx n="103" d="100"/>
          <a:sy n="103" d="100"/>
        </p:scale>
        <p:origin x="1104" y="114"/>
      </p:cViewPr>
      <p:guideLst>
        <p:guide orient="horz" pos="2160"/>
        <p:guide pos="3840"/>
      </p:guideLst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80" d="100"/>
        <a:sy n="80" d="100"/>
      </p:scale>
      <p:origin x="0" y="-12547"/>
    </p:cViewPr>
  </p:sorterViewPr>
  <p:notesViewPr>
    <p:cSldViewPr snapToGrid="0" snapToObjects="1" showGuides="1">
      <p:cViewPr varScale="1">
        <p:scale>
          <a:sx n="76" d="100"/>
          <a:sy n="76" d="100"/>
        </p:scale>
        <p:origin x="416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Master" Target="slideMasters/slideMaster2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Master" Target="slideMasters/slideMaster20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A3930B6F-3C75-2242-867F-5DD950FB03D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3595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4DF4D7D-90BE-5C43-B5B2-E3FB9978A8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7746" y="0"/>
            <a:ext cx="2943595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F5ADB-B468-6A40-A023-099BFBE67612}" type="datetimeFigureOut">
              <a:rPr lang="ru-RU" smtClean="0">
                <a:latin typeface="Arial" panose="020B0604020202020204" pitchFamily="34" charset="0"/>
              </a:rPr>
              <a:pPr/>
              <a:t>09.04.2026</a:t>
            </a:fld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62B96B-D7C6-C34C-B493-765BFDFC6B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27077"/>
            <a:ext cx="2943595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C81364B-7036-2B41-9B98-6B79E8F200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7746" y="9427077"/>
            <a:ext cx="2943595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F4C765-F04B-5541-A7E4-EE73ADD82F58}" type="slidenum">
              <a:rPr lang="ru-RU" smtClean="0">
                <a:latin typeface="Arial" panose="020B0604020202020204" pitchFamily="34" charset="0"/>
              </a:rPr>
              <a:pPr/>
              <a:t>‹#›</a:t>
            </a:fld>
            <a:endParaRPr 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956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3595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7746" y="0"/>
            <a:ext cx="2943595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70E7CED9-DEBC-1940-9AEE-DF18EEB42B69}" type="datetimeFigureOut">
              <a:rPr lang="ru-RU" smtClean="0"/>
              <a:pPr/>
              <a:t>09.04.2026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39838"/>
            <a:ext cx="5954713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292" y="4776431"/>
            <a:ext cx="5434330" cy="3907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427077"/>
            <a:ext cx="2943595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7746" y="9427077"/>
            <a:ext cx="2943595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19A8B18B-E07D-BE4E-ADB7-B15E98E61176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9585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3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187" algn="l" defTabSz="914373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373" algn="l" defTabSz="914373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561" algn="l" defTabSz="914373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747" algn="l" defTabSz="914373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5934" algn="l" defTabSz="91437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20" algn="l" defTabSz="91437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07" algn="l" defTabSz="91437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94" algn="l" defTabSz="91437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F70B7F-3432-4DBE-B821-B38A127FB2DF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788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1.xml"/><Relationship Id="rId4" Type="http://schemas.openxmlformats.org/officeDocument/2006/relationships/image" Target="../media/image9.svg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12.svg"/><Relationship Id="rId4" Type="http://schemas.openxmlformats.org/officeDocument/2006/relationships/image" Target="../media/image9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14.svg"/><Relationship Id="rId4" Type="http://schemas.openxmlformats.org/officeDocument/2006/relationships/image" Target="../media/image10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16.svg"/><Relationship Id="rId4" Type="http://schemas.openxmlformats.org/officeDocument/2006/relationships/image" Target="../media/image11.png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5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8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9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9.xml"/><Relationship Id="rId4" Type="http://schemas.openxmlformats.org/officeDocument/2006/relationships/image" Target="../media/image31.svg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1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_белая т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22F8A83-E842-0475-E790-8B032B4818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0452"/>
          </a:xfrm>
          <a:prstGeom prst="rect">
            <a:avLst/>
          </a:prstGeom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FAD7B56-1E8C-2F4A-AC24-2312CDD0CE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231" y="5498092"/>
            <a:ext cx="6343083" cy="27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kern="120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Наименование мероприятия / название площадки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00344EA-ACBC-124C-B7D8-043D41CC0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4" y="1376363"/>
            <a:ext cx="8216901" cy="3673475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en-US" sz="4200" b="1" kern="1200" baseline="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Тема презентации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108935E-A05C-3046-BAAC-1964DF45BE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75" y="5954497"/>
            <a:ext cx="5403726" cy="27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1600" b="1" kern="120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ФИО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DE7B18D4-10AD-F940-8700-BB4E6513FE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6121179"/>
            <a:ext cx="5403726" cy="27349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kern="120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Должность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F57290F6-68D5-894F-B7B1-FBD98FC637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6" y="5071312"/>
            <a:ext cx="8216900" cy="251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1" kern="120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00.00.2023</a:t>
            </a:r>
            <a:endParaRPr lang="en-US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5FECDBA-872E-42E6-AAE4-1070EB23E58E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690228" y="936162"/>
            <a:ext cx="3210689" cy="95234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317899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_синяя т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>
            <a:extLst>
              <a:ext uri="{FF2B5EF4-FFF2-40B4-BE49-F238E27FC236}">
                <a16:creationId xmlns:a16="http://schemas.microsoft.com/office/drawing/2014/main" id="{01B5B7FA-12C3-5D08-D3B6-CC20368AB2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14C4A25-9ECF-C4E0-EC93-AE1356A45F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231" y="5498092"/>
            <a:ext cx="6343083" cy="27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Наименование мероприятия / название площадки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23E1BDD-A286-5E36-A636-CE614C83E1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4" y="1376363"/>
            <a:ext cx="8216901" cy="3673475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en-US" sz="4200" b="1" kern="1200" baseline="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Тема презентации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7EBD07-FD5C-6F34-01AE-0B43B99C77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75" y="5954497"/>
            <a:ext cx="5403726" cy="27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1600" b="1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ФИО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FBB0F-F21A-CEE8-B80D-82EE811893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6121179"/>
            <a:ext cx="5403726" cy="27349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Должность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6412504-0650-9001-EC15-702FF56448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6" y="5071312"/>
            <a:ext cx="8216900" cy="251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00.00.2023</a:t>
            </a:r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8CB817-322E-E8E7-EFF4-E14B78F112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598391" y="518174"/>
            <a:ext cx="4295579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5281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5828E19-F354-DF47-B066-E5BD574211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6B1F84-3D3A-5E96-A47F-74833F568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31529145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71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BC10A-0B08-4E86-A67D-175C6FE7BE5B}" type="datetimeFigureOut">
              <a:rPr lang="ru-RU" smtClean="0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5AEA-DB6A-4B52-9FE3-25E2508D92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04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 слайд с логотип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282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_ДСП/КТ_белая т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6">
            <a:extLst>
              <a:ext uri="{FF2B5EF4-FFF2-40B4-BE49-F238E27FC236}">
                <a16:creationId xmlns:a16="http://schemas.microsoft.com/office/drawing/2014/main" id="{44DB20A7-36CB-40C1-CDD4-55FF888F13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0452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AE3D34C-5302-4C12-9452-6809C81668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231" y="5498092"/>
            <a:ext cx="6343083" cy="27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kern="120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Наименование мероприятия / название площадки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497E188-D453-4AFB-9EFB-5C4A53304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4" y="1376363"/>
            <a:ext cx="8216901" cy="3673475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en-US" sz="4200" b="1" kern="1200" baseline="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Тема презентации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62925-6AD9-5803-462D-AF44493573B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75" y="5954497"/>
            <a:ext cx="5403726" cy="27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1600" b="1" kern="120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ФИО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27331F-8BFA-E706-2103-61F9B291A5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6121179"/>
            <a:ext cx="5403726" cy="27349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kern="120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Должность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C02400B-5D38-2889-2784-92466DAC5D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6" y="5071312"/>
            <a:ext cx="8216900" cy="251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1" kern="120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00.00.2023</a:t>
            </a:r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AFF86ED-ACCF-1BD7-C54B-491C604CAF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04987" y="570089"/>
            <a:ext cx="3899288" cy="508953"/>
          </a:xfrm>
          <a:prstGeom prst="rect">
            <a:avLst/>
          </a:prstGeom>
        </p:spPr>
        <p:txBody>
          <a:bodyPr lIns="36000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3200" b="1" kern="1200" dirty="0">
                <a:solidFill>
                  <a:schemeClr val="tx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ДСП / КТ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198A1A7-7C5B-E2A1-7CA8-B033E25EAB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04986" y="1094537"/>
            <a:ext cx="3899288" cy="225817"/>
          </a:xfrm>
          <a:prstGeom prst="rect">
            <a:avLst/>
          </a:prstGeom>
        </p:spPr>
        <p:txBody>
          <a:bodyPr lIns="36000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kern="1200" dirty="0">
                <a:solidFill>
                  <a:schemeClr val="tx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Экз.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439EB5F-3FA1-4E5E-ABB6-DC527C120A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598393" y="518174"/>
            <a:ext cx="4295575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660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 orient="horz" pos="777" userDrawn="1">
          <p15:clr>
            <a:srgbClr val="FBAE40"/>
          </p15:clr>
        </p15:guide>
        <p15:guide id="16" orient="horz" pos="41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_ДСП/КТ_синяя т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>
            <a:extLst>
              <a:ext uri="{FF2B5EF4-FFF2-40B4-BE49-F238E27FC236}">
                <a16:creationId xmlns:a16="http://schemas.microsoft.com/office/drawing/2014/main" id="{9E9AB559-F3C8-0CAA-6627-E57E96CF06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94DD81F5-40FF-9572-A93C-022A6ADAAB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231" y="5498092"/>
            <a:ext cx="6343083" cy="27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Наименование мероприятия / название площадки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130367D-E29C-6200-35AD-91CDDDEED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4" y="1376363"/>
            <a:ext cx="8216901" cy="3673475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en-US" sz="4200" b="1" kern="1200" baseline="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Тема презентации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74F43-39A4-86DD-1FD3-EA3AC291E3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75" y="5954497"/>
            <a:ext cx="5403726" cy="27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1600" b="1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ФИО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81F0F-3B06-6A15-DC36-5381E32274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6121179"/>
            <a:ext cx="5403726" cy="27349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Должность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4294963-59E1-8E28-F8B7-EE869100EB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6" y="5071312"/>
            <a:ext cx="8216900" cy="251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00.00.2023</a:t>
            </a:r>
            <a:endParaRPr lang="en-US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78AE7E1-2E7A-B8FE-9D28-9F06CA63BE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04987" y="570089"/>
            <a:ext cx="3899288" cy="508953"/>
          </a:xfrm>
          <a:prstGeom prst="rect">
            <a:avLst/>
          </a:prstGeom>
        </p:spPr>
        <p:txBody>
          <a:bodyPr lIns="36000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3200" b="1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ДСП / КТ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F341029-18C4-6119-E34F-31D39FD1FB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04986" y="1094537"/>
            <a:ext cx="3899288" cy="225817"/>
          </a:xfrm>
          <a:prstGeom prst="rect">
            <a:avLst/>
          </a:prstGeom>
        </p:spPr>
        <p:txBody>
          <a:bodyPr lIns="36000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200" b="0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Экз.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9129696-544D-94D5-4DDA-CCBD39BC9E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598391" y="518174"/>
            <a:ext cx="4295579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738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414" userDrawn="1">
          <p15:clr>
            <a:srgbClr val="FBAE40"/>
          </p15:clr>
        </p15:guide>
        <p15:guide id="15" orient="horz" pos="77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Пустой слайд с логотип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509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0DA002A-FB17-4BCF-A0C4-5E1E7F0EAB6F}" type="datetimeFigureOut">
              <a:rPr lang="ru-RU"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A2E303F5-FF30-4E30-9448-1F304562E3CF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081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5561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Слайд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*</a:t>
            </a:r>
            <a:r>
              <a:rPr lang="en-US"/>
              <a:t> </a:t>
            </a:r>
            <a:r>
              <a:rPr lang="ru-RU" sz="1200" b="0" i="0" u="none" strike="noStrike" cap="none" spc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br>
              <a:rPr lang="ru-RU"/>
            </a:br>
            <a:r>
              <a:rPr lang="ru-RU"/>
              <a:t>в 2 строки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07063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без логотипа_белая т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>
            <a:extLst>
              <a:ext uri="{FF2B5EF4-FFF2-40B4-BE49-F238E27FC236}">
                <a16:creationId xmlns:a16="http://schemas.microsoft.com/office/drawing/2014/main" id="{922F8A83-E842-0475-E790-8B032B4818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0452"/>
          </a:xfrm>
          <a:prstGeom prst="rect">
            <a:avLst/>
          </a:prstGeom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FAD7B56-1E8C-2F4A-AC24-2312CDD0CE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231" y="5498092"/>
            <a:ext cx="6343083" cy="27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kern="120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Наименование мероприятия / название площадки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00344EA-ACBC-124C-B7D8-043D41CC0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4" y="1376363"/>
            <a:ext cx="8216901" cy="3673475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en-US" sz="4200" b="1" kern="1200" baseline="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Тема презентации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108935E-A05C-3046-BAAC-1964DF45BE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75" y="5954497"/>
            <a:ext cx="5403726" cy="27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1600" b="1" kern="120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ФИО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DE7B18D4-10AD-F940-8700-BB4E6513FE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6121179"/>
            <a:ext cx="5403726" cy="27349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kern="120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Должность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F57290F6-68D5-894F-B7B1-FBD98FC637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6" y="5071312"/>
            <a:ext cx="8216900" cy="251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1" kern="120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00.00.2023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0457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без логотипа_синяя т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>
            <a:extLst>
              <a:ext uri="{FF2B5EF4-FFF2-40B4-BE49-F238E27FC236}">
                <a16:creationId xmlns:a16="http://schemas.microsoft.com/office/drawing/2014/main" id="{01B5B7FA-12C3-5D08-D3B6-CC20368AB2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14C4A25-9ECF-C4E0-EC93-AE1356A45F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231" y="5498092"/>
            <a:ext cx="6343083" cy="27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Наименование мероприятия / название площадки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23E1BDD-A286-5E36-A636-CE614C83E1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4" y="1376363"/>
            <a:ext cx="8216901" cy="3673475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en-US" sz="4200" b="1" kern="1200" baseline="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Тема презентации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7EBD07-FD5C-6F34-01AE-0B43B99C77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75" y="5954497"/>
            <a:ext cx="5403726" cy="27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1600" b="1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ФИО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FBB0F-F21A-CEE8-B80D-82EE811893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6121179"/>
            <a:ext cx="5403726" cy="27349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Должность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6412504-0650-9001-EC15-702FF56448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6" y="5071312"/>
            <a:ext cx="8216900" cy="251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00.00.2023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9743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 коло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C127E805-F4DE-2DE2-697B-55D081B909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2276" y="2473082"/>
            <a:ext cx="7356925" cy="3750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Подраздел</a:t>
            </a:r>
            <a:endParaRPr lang="en-US" dirty="0"/>
          </a:p>
        </p:txBody>
      </p:sp>
      <p:sp>
        <p:nvSpPr>
          <p:cNvPr id="29" name="Текст 13">
            <a:extLst>
              <a:ext uri="{FF2B5EF4-FFF2-40B4-BE49-F238E27FC236}">
                <a16:creationId xmlns:a16="http://schemas.microsoft.com/office/drawing/2014/main" id="{06671D5A-7459-6C62-C5E9-4EF8DB7E43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06871" y="1782414"/>
            <a:ext cx="7346950" cy="3270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Раздел 1</a:t>
            </a:r>
          </a:p>
        </p:txBody>
      </p:sp>
      <p:sp>
        <p:nvSpPr>
          <p:cNvPr id="30" name="Текст 13">
            <a:extLst>
              <a:ext uri="{FF2B5EF4-FFF2-40B4-BE49-F238E27FC236}">
                <a16:creationId xmlns:a16="http://schemas.microsoft.com/office/drawing/2014/main" id="{4715C112-5EF5-7D26-8F13-4CEC717C73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019480" y="1782414"/>
            <a:ext cx="651563" cy="40011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B21E2E3-C9C3-4907-7CF7-FE57D66BBE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023387" y="2474999"/>
            <a:ext cx="648385" cy="3750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02</a:t>
            </a:r>
            <a:endParaRPr lang="en-US" dirty="0"/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3B87E8AB-1B99-9D81-1EB0-D2C0D30431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8619" y="3774098"/>
            <a:ext cx="7356925" cy="3750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Подраздел</a:t>
            </a:r>
            <a:endParaRPr lang="en-US" dirty="0"/>
          </a:p>
        </p:txBody>
      </p:sp>
      <p:sp>
        <p:nvSpPr>
          <p:cNvPr id="45" name="Текст 13">
            <a:extLst>
              <a:ext uri="{FF2B5EF4-FFF2-40B4-BE49-F238E27FC236}">
                <a16:creationId xmlns:a16="http://schemas.microsoft.com/office/drawing/2014/main" id="{A4E64355-CF03-8CC2-E311-46D3899371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06871" y="3077032"/>
            <a:ext cx="7346950" cy="3270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Раздел 2</a:t>
            </a:r>
          </a:p>
        </p:txBody>
      </p:sp>
      <p:sp>
        <p:nvSpPr>
          <p:cNvPr id="46" name="Текст 13">
            <a:extLst>
              <a:ext uri="{FF2B5EF4-FFF2-40B4-BE49-F238E27FC236}">
                <a16:creationId xmlns:a16="http://schemas.microsoft.com/office/drawing/2014/main" id="{E3A72F70-5F79-D42B-4A44-33D2661EFEF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19480" y="3073124"/>
            <a:ext cx="651563" cy="40011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7B45AA84-2D84-AC99-4DEA-4FAFF60FD1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17528" y="3772390"/>
            <a:ext cx="651562" cy="3750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04</a:t>
            </a:r>
            <a:endParaRPr lang="en-US" dirty="0"/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BD24823-1B47-A140-D282-AD6612746A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08619" y="5067543"/>
            <a:ext cx="7356925" cy="3750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Подраздел</a:t>
            </a:r>
            <a:endParaRPr lang="en-US" dirty="0"/>
          </a:p>
        </p:txBody>
      </p:sp>
      <p:sp>
        <p:nvSpPr>
          <p:cNvPr id="49" name="Текст 13">
            <a:extLst>
              <a:ext uri="{FF2B5EF4-FFF2-40B4-BE49-F238E27FC236}">
                <a16:creationId xmlns:a16="http://schemas.microsoft.com/office/drawing/2014/main" id="{085BB00C-2CC6-1908-607C-7298AC960FE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06871" y="4370477"/>
            <a:ext cx="7346950" cy="3270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Раздел 3</a:t>
            </a:r>
          </a:p>
        </p:txBody>
      </p:sp>
      <p:sp>
        <p:nvSpPr>
          <p:cNvPr id="50" name="Текст 13">
            <a:extLst>
              <a:ext uri="{FF2B5EF4-FFF2-40B4-BE49-F238E27FC236}">
                <a16:creationId xmlns:a16="http://schemas.microsoft.com/office/drawing/2014/main" id="{B22D2A73-C8A8-5E0C-EFEA-40DC6828FA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0017528" y="4368167"/>
            <a:ext cx="655469" cy="3750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92376322-2E6C-FC66-9485-77B5566879A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019480" y="5067543"/>
            <a:ext cx="648385" cy="3750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06</a:t>
            </a:r>
            <a:endParaRPr lang="en-US" dirty="0"/>
          </a:p>
        </p:txBody>
      </p:sp>
      <p:sp>
        <p:nvSpPr>
          <p:cNvPr id="5" name="Текст 1">
            <a:extLst>
              <a:ext uri="{FF2B5EF4-FFF2-40B4-BE49-F238E27FC236}">
                <a16:creationId xmlns:a16="http://schemas.microsoft.com/office/drawing/2014/main" id="{98A48CAB-F74B-A9CE-80F5-791CA161831D}"/>
              </a:ext>
            </a:extLst>
          </p:cNvPr>
          <p:cNvSpPr txBox="1">
            <a:spLocks/>
          </p:cNvSpPr>
          <p:nvPr userDrawn="1"/>
        </p:nvSpPr>
        <p:spPr>
          <a:xfrm>
            <a:off x="11158634" y="6382413"/>
            <a:ext cx="460059" cy="21495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4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9737D-88D3-4F40-A281-A12720D62BD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348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923F49-B904-AC12-B9E1-B08C5D6C01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33475478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2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3BB9D711-F588-58FA-3338-78BE22D8C3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7375" y="2260000"/>
            <a:ext cx="3537722" cy="4208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Подраздел</a:t>
            </a:r>
            <a:endParaRPr lang="en-US" dirty="0"/>
          </a:p>
        </p:txBody>
      </p:sp>
      <p:sp>
        <p:nvSpPr>
          <p:cNvPr id="43" name="Текст 13">
            <a:extLst>
              <a:ext uri="{FF2B5EF4-FFF2-40B4-BE49-F238E27FC236}">
                <a16:creationId xmlns:a16="http://schemas.microsoft.com/office/drawing/2014/main" id="{87DB9A1F-32F6-5942-136B-999E9FB96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375" y="1616991"/>
            <a:ext cx="3537723" cy="4032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Раздел 1</a:t>
            </a:r>
          </a:p>
        </p:txBody>
      </p:sp>
      <p:sp>
        <p:nvSpPr>
          <p:cNvPr id="44" name="Текст 13">
            <a:extLst>
              <a:ext uri="{FF2B5EF4-FFF2-40B4-BE49-F238E27FC236}">
                <a16:creationId xmlns:a16="http://schemas.microsoft.com/office/drawing/2014/main" id="{027F65FD-C97D-90C5-7F1D-FF7B52A836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32287" y="1615620"/>
            <a:ext cx="719137" cy="40844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A9DEE83A-6AB5-1C91-2C31-932DEA05037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32288" y="2259999"/>
            <a:ext cx="719138" cy="41652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02</a:t>
            </a:r>
            <a:endParaRPr lang="en-US" dirty="0"/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9DA6498F-40D9-AF14-DEF4-0D0E5498E47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2659" y="3776695"/>
            <a:ext cx="3523729" cy="40795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Подраздел</a:t>
            </a:r>
            <a:endParaRPr lang="en-US" dirty="0"/>
          </a:p>
        </p:txBody>
      </p:sp>
      <p:sp>
        <p:nvSpPr>
          <p:cNvPr id="67" name="Текст 13">
            <a:extLst>
              <a:ext uri="{FF2B5EF4-FFF2-40B4-BE49-F238E27FC236}">
                <a16:creationId xmlns:a16="http://schemas.microsoft.com/office/drawing/2014/main" id="{42E60FEC-1E8A-3410-5D7A-684DC3A7593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7375" y="3126131"/>
            <a:ext cx="3537723" cy="4108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Раздел 2</a:t>
            </a:r>
          </a:p>
        </p:txBody>
      </p:sp>
      <p:sp>
        <p:nvSpPr>
          <p:cNvPr id="68" name="Текст 13">
            <a:extLst>
              <a:ext uri="{FF2B5EF4-FFF2-40B4-BE49-F238E27FC236}">
                <a16:creationId xmlns:a16="http://schemas.microsoft.com/office/drawing/2014/main" id="{394A0C9A-E982-3AE4-F727-523F24D92F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2287" y="3125978"/>
            <a:ext cx="721004" cy="41534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69" name="Text Placeholder 7">
            <a:extLst>
              <a:ext uri="{FF2B5EF4-FFF2-40B4-BE49-F238E27FC236}">
                <a16:creationId xmlns:a16="http://schemas.microsoft.com/office/drawing/2014/main" id="{E94569B4-E751-2546-57E9-17FAF8ED7D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32288" y="3771923"/>
            <a:ext cx="722098" cy="41534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04</a:t>
            </a:r>
            <a:endParaRPr lang="en-US" dirty="0"/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5413D839-27CC-77C9-DDB9-12FE47FEDB1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84825" y="5288349"/>
            <a:ext cx="3531564" cy="40795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Подраздел</a:t>
            </a:r>
            <a:endParaRPr lang="en-US" dirty="0"/>
          </a:p>
        </p:txBody>
      </p:sp>
      <p:sp>
        <p:nvSpPr>
          <p:cNvPr id="71" name="Текст 13">
            <a:extLst>
              <a:ext uri="{FF2B5EF4-FFF2-40B4-BE49-F238E27FC236}">
                <a16:creationId xmlns:a16="http://schemas.microsoft.com/office/drawing/2014/main" id="{4A0497FB-AD0A-85F2-6CA7-A8F33594190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7375" y="4639003"/>
            <a:ext cx="3526135" cy="4108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Раздел 3</a:t>
            </a:r>
          </a:p>
        </p:txBody>
      </p:sp>
      <p:sp>
        <p:nvSpPr>
          <p:cNvPr id="72" name="Текст 13">
            <a:extLst>
              <a:ext uri="{FF2B5EF4-FFF2-40B4-BE49-F238E27FC236}">
                <a16:creationId xmlns:a16="http://schemas.microsoft.com/office/drawing/2014/main" id="{1F9F461D-902D-A004-E6D4-CF8AB5A95D9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32288" y="4634497"/>
            <a:ext cx="720090" cy="41534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D4418CF-D9FE-DEA8-4B09-3300528CEDF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32288" y="5290037"/>
            <a:ext cx="719136" cy="40750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06</a:t>
            </a:r>
            <a:endParaRPr lang="en-US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93A02201-29DE-E3F4-B357-ABAC7BBF08C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13475" y="2260000"/>
            <a:ext cx="3537722" cy="4208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Подраздел</a:t>
            </a:r>
            <a:endParaRPr lang="en-US" dirty="0"/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05F813D8-3940-4F5E-E17F-372FEE5693B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13475" y="1616991"/>
            <a:ext cx="3537723" cy="4032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Раздел 1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728E5462-1012-E1A7-6927-C8F0D732AD7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958387" y="1615620"/>
            <a:ext cx="719137" cy="40844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07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9F4A71EF-7014-074E-3C8C-23AA818C6C3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958388" y="2259999"/>
            <a:ext cx="719138" cy="41652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08</a:t>
            </a:r>
            <a:endParaRPr lang="en-US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8FACC30-4B4C-A57D-30FD-BA7534DDF26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18759" y="3776695"/>
            <a:ext cx="3523729" cy="40795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Подраздел</a:t>
            </a:r>
            <a:endParaRPr lang="en-US" dirty="0"/>
          </a:p>
        </p:txBody>
      </p:sp>
      <p:sp>
        <p:nvSpPr>
          <p:cNvPr id="8" name="Текст 13">
            <a:extLst>
              <a:ext uri="{FF2B5EF4-FFF2-40B4-BE49-F238E27FC236}">
                <a16:creationId xmlns:a16="http://schemas.microsoft.com/office/drawing/2014/main" id="{5D673D69-3A6C-C8CF-0EC5-A06A5A14071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13475" y="3126131"/>
            <a:ext cx="3537723" cy="4108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Раздел 2</a:t>
            </a:r>
          </a:p>
        </p:txBody>
      </p:sp>
      <p:sp>
        <p:nvSpPr>
          <p:cNvPr id="9" name="Текст 13">
            <a:extLst>
              <a:ext uri="{FF2B5EF4-FFF2-40B4-BE49-F238E27FC236}">
                <a16:creationId xmlns:a16="http://schemas.microsoft.com/office/drawing/2014/main" id="{40ADA1B7-220B-E1B2-0ADB-FD45287F788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58387" y="3125978"/>
            <a:ext cx="721004" cy="41534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09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A880BB2-C7C7-2FD0-3F13-7EDBA351356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58388" y="3771923"/>
            <a:ext cx="722098" cy="41534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10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26F7835-EA61-5D79-3805-5583CE14D75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0925" y="5288349"/>
            <a:ext cx="3531564" cy="40795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Подраздел</a:t>
            </a:r>
            <a:endParaRPr lang="en-US" dirty="0"/>
          </a:p>
        </p:txBody>
      </p:sp>
      <p:sp>
        <p:nvSpPr>
          <p:cNvPr id="12" name="Текст 13">
            <a:extLst>
              <a:ext uri="{FF2B5EF4-FFF2-40B4-BE49-F238E27FC236}">
                <a16:creationId xmlns:a16="http://schemas.microsoft.com/office/drawing/2014/main" id="{F6A7E967-BDC6-973F-C78C-B7FA0A3AE98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13475" y="4639003"/>
            <a:ext cx="3526135" cy="4108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Раздел 3</a:t>
            </a:r>
          </a:p>
        </p:txBody>
      </p:sp>
      <p:sp>
        <p:nvSpPr>
          <p:cNvPr id="13" name="Текст 13">
            <a:extLst>
              <a:ext uri="{FF2B5EF4-FFF2-40B4-BE49-F238E27FC236}">
                <a16:creationId xmlns:a16="http://schemas.microsoft.com/office/drawing/2014/main" id="{CF32651E-92C8-A3D6-D509-561C1BC3411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958388" y="4634497"/>
            <a:ext cx="720090" cy="41534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11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8FE08D7-314E-DD88-386F-48A39C2EFD1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958388" y="5290037"/>
            <a:ext cx="719136" cy="40750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12</a:t>
            </a:r>
            <a:endParaRPr lang="en-US" dirty="0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C43AFA89-68FF-797C-E0B3-B9474A92A5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17" name="Текст 1">
            <a:extLst>
              <a:ext uri="{FF2B5EF4-FFF2-40B4-BE49-F238E27FC236}">
                <a16:creationId xmlns:a16="http://schemas.microsoft.com/office/drawing/2014/main" id="{17F75990-D3D0-8029-613D-CA295218A3B1}"/>
              </a:ext>
            </a:extLst>
          </p:cNvPr>
          <p:cNvSpPr txBox="1">
            <a:spLocks/>
          </p:cNvSpPr>
          <p:nvPr userDrawn="1"/>
        </p:nvSpPr>
        <p:spPr>
          <a:xfrm>
            <a:off x="11158634" y="6382413"/>
            <a:ext cx="460059" cy="21495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4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9737D-88D3-4F40-A281-A12720D62BD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348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401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еребивочный_белая т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BE5860A3-DB6A-AAFA-0AD6-F2AF4C2A8F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0452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4658A2D-411B-0244-886A-6A6D4AD9DD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74" y="296863"/>
            <a:ext cx="8208964" cy="62642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en-US" sz="4600" b="1" kern="1200" dirty="0">
                <a:solidFill>
                  <a:schemeClr val="tx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pPr lvl="0"/>
            <a:r>
              <a:rPr lang="ru-RU" dirty="0"/>
              <a:t>Перебивочные</a:t>
            </a:r>
            <a:br>
              <a:rPr lang="ru-RU" dirty="0"/>
            </a:br>
            <a:r>
              <a:rPr lang="ru-RU" dirty="0"/>
              <a:t>слайд</a:t>
            </a:r>
          </a:p>
        </p:txBody>
      </p:sp>
    </p:spTree>
    <p:extLst>
      <p:ext uri="{BB962C8B-B14F-4D97-AF65-F5344CB8AC3E}">
        <p14:creationId xmlns:p14="http://schemas.microsoft.com/office/powerpoint/2010/main" val="227206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0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orient="horz" pos="4133" userDrawn="1">
          <p15:clr>
            <a:srgbClr val="FBAE40"/>
          </p15:clr>
        </p15:guide>
        <p15:guide id="4" pos="554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еребивочный_синяя т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>
            <a:extLst>
              <a:ext uri="{FF2B5EF4-FFF2-40B4-BE49-F238E27FC236}">
                <a16:creationId xmlns:a16="http://schemas.microsoft.com/office/drawing/2014/main" id="{7DEAB78E-F3B4-9790-4D7F-69E73355E5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80719" cy="6858000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4658A2D-411B-0244-886A-6A6D4AD9DD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74" y="296862"/>
            <a:ext cx="8208963" cy="62642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en-US" sz="4600" b="1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pPr lvl="0"/>
            <a:r>
              <a:rPr lang="ru-RU" dirty="0"/>
              <a:t>Перебивочные</a:t>
            </a:r>
            <a:br>
              <a:rPr lang="ru-RU" dirty="0"/>
            </a:br>
            <a:r>
              <a:rPr lang="ru-RU" dirty="0"/>
              <a:t>слайд</a:t>
            </a:r>
          </a:p>
        </p:txBody>
      </p:sp>
    </p:spTree>
    <p:extLst>
      <p:ext uri="{BB962C8B-B14F-4D97-AF65-F5344CB8AC3E}">
        <p14:creationId xmlns:p14="http://schemas.microsoft.com/office/powerpoint/2010/main" val="55996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0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orient="horz" pos="4133" userDrawn="1">
          <p15:clr>
            <a:srgbClr val="FBAE40"/>
          </p15:clr>
        </p15:guide>
        <p15:guide id="4" pos="5541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еребивочный_с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Рисунок 2">
            <a:extLst>
              <a:ext uri="{FF2B5EF4-FFF2-40B4-BE49-F238E27FC236}">
                <a16:creationId xmlns:a16="http://schemas.microsoft.com/office/drawing/2014/main" id="{EF65E7FF-AD9E-BD82-3F7D-532686291A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824">
                <a:latin typeface="Arial" panose="020B0604020202020204" pitchFamily="34" charset="0"/>
              </a:defRPr>
            </a:lvl1pPr>
          </a:lstStyle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84658A2D-411B-0244-886A-6A6D4AD9DD0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74" y="296862"/>
            <a:ext cx="8208963" cy="62642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lang="en-US" sz="4600" b="1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pPr lvl="0"/>
            <a:r>
              <a:rPr lang="ru-RU" dirty="0"/>
              <a:t>Перебивочные</a:t>
            </a:r>
            <a:br>
              <a:rPr lang="ru-RU" dirty="0"/>
            </a:br>
            <a:r>
              <a:rPr lang="ru-RU" dirty="0"/>
              <a:t>слайд</a:t>
            </a:r>
          </a:p>
        </p:txBody>
      </p:sp>
    </p:spTree>
    <p:extLst>
      <p:ext uri="{BB962C8B-B14F-4D97-AF65-F5344CB8AC3E}">
        <p14:creationId xmlns:p14="http://schemas.microsoft.com/office/powerpoint/2010/main" val="3895832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0" userDrawn="1">
          <p15:clr>
            <a:srgbClr val="FBAE40"/>
          </p15:clr>
        </p15:guide>
        <p15:guide id="2" orient="horz" pos="187" userDrawn="1">
          <p15:clr>
            <a:srgbClr val="FBAE40"/>
          </p15:clr>
        </p15:guide>
        <p15:guide id="3" orient="horz" pos="4133" userDrawn="1">
          <p15:clr>
            <a:srgbClr val="FBAE40"/>
          </p15:clr>
        </p15:guide>
        <p15:guide id="4" pos="5541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й слайд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95ED8356-B83E-6E48-AA70-42380F2505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824"/>
            </a:lvl1pPr>
          </a:lstStyle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7D6967C-8165-A64C-8710-D36D9E5E8F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93769" y="5231333"/>
            <a:ext cx="3522619" cy="90683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 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8">
            <a:extLst>
              <a:ext uri="{FF2B5EF4-FFF2-40B4-BE49-F238E27FC236}">
                <a16:creationId xmlns:a16="http://schemas.microsoft.com/office/drawing/2014/main" id="{4F67DFEC-0AC9-7F46-8D70-21B032990B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5647" y="3871513"/>
            <a:ext cx="3563529" cy="129265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2022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D4C74E-C014-80D1-4598-58B9768F55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alpha val="7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 Место для указания источников, сносок и примечаний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0F99A47-38AF-6F43-FA98-2ACAEE1D3A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374137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й слайд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95ED8356-B83E-6E48-AA70-42380F2505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824"/>
            </a:lvl1pPr>
          </a:lstStyle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027D984E-2637-E441-AB77-7B30518FAE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8963" y="1592263"/>
            <a:ext cx="5417643" cy="412174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  <a:p>
            <a:pPr lvl="0"/>
            <a:r>
              <a:rPr lang="ru-RU" dirty="0"/>
              <a:t>в две строки</a:t>
            </a:r>
          </a:p>
        </p:txBody>
      </p:sp>
      <p:sp>
        <p:nvSpPr>
          <p:cNvPr id="17" name="Текст 8">
            <a:extLst>
              <a:ext uri="{FF2B5EF4-FFF2-40B4-BE49-F238E27FC236}">
                <a16:creationId xmlns:a16="http://schemas.microsoft.com/office/drawing/2014/main" id="{C2B9C897-1A55-7943-AA2B-5D9A771730A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75612" y="1633408"/>
            <a:ext cx="3529013" cy="103646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719CBF2-28D9-0D46-F1D8-29F187B7AC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alpha val="7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 Место для указания источников, сносок и примечаний</a:t>
            </a:r>
          </a:p>
        </p:txBody>
      </p:sp>
      <p:sp>
        <p:nvSpPr>
          <p:cNvPr id="119" name="Текст 8">
            <a:extLst>
              <a:ext uri="{FF2B5EF4-FFF2-40B4-BE49-F238E27FC236}">
                <a16:creationId xmlns:a16="http://schemas.microsoft.com/office/drawing/2014/main" id="{1CD5F6BC-A552-E98B-2815-3AB34D860F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75612" y="3150411"/>
            <a:ext cx="3529013" cy="103646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0" name="Текст 8">
            <a:extLst>
              <a:ext uri="{FF2B5EF4-FFF2-40B4-BE49-F238E27FC236}">
                <a16:creationId xmlns:a16="http://schemas.microsoft.com/office/drawing/2014/main" id="{ED6A0D3D-01A9-BA1D-895E-DA965FE4DA2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75612" y="4661077"/>
            <a:ext cx="3529013" cy="103646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1" name="Рисунок 37">
            <a:extLst>
              <a:ext uri="{FF2B5EF4-FFF2-40B4-BE49-F238E27FC236}">
                <a16:creationId xmlns:a16="http://schemas.microsoft.com/office/drawing/2014/main" id="{0718E54B-A135-16ED-9D83-2A3C0DEB308E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7140575" y="1598257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200"/>
            </a:lvl1pPr>
          </a:lstStyle>
          <a:p>
            <a:endParaRPr lang="ru-RU" dirty="0"/>
          </a:p>
        </p:txBody>
      </p:sp>
      <p:sp>
        <p:nvSpPr>
          <p:cNvPr id="122" name="Рисунок 37">
            <a:extLst>
              <a:ext uri="{FF2B5EF4-FFF2-40B4-BE49-F238E27FC236}">
                <a16:creationId xmlns:a16="http://schemas.microsoft.com/office/drawing/2014/main" id="{EAA53AFD-AD16-4E64-BE1E-9C09CF729140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7140575" y="3109707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200"/>
            </a:lvl1pPr>
          </a:lstStyle>
          <a:p>
            <a:endParaRPr lang="ru-RU" dirty="0"/>
          </a:p>
        </p:txBody>
      </p:sp>
      <p:sp>
        <p:nvSpPr>
          <p:cNvPr id="123" name="Рисунок 37">
            <a:extLst>
              <a:ext uri="{FF2B5EF4-FFF2-40B4-BE49-F238E27FC236}">
                <a16:creationId xmlns:a16="http://schemas.microsoft.com/office/drawing/2014/main" id="{8E94AC38-AF79-A9F2-AD29-D5E49EF940CB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7140575" y="4621157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200"/>
            </a:lvl1pPr>
          </a:lstStyle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7CAA10-A18B-7353-45AC-5DACA59687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286989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й слайд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95ED8356-B83E-6E48-AA70-42380F2505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824"/>
            </a:lvl1pPr>
          </a:lstStyle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19" name="Текст 8">
            <a:extLst>
              <a:ext uri="{FF2B5EF4-FFF2-40B4-BE49-F238E27FC236}">
                <a16:creationId xmlns:a16="http://schemas.microsoft.com/office/drawing/2014/main" id="{29C243CA-BB88-5541-AE6B-E740B77FE9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459039" y="2475380"/>
            <a:ext cx="8208962" cy="192517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Текст 8">
            <a:extLst>
              <a:ext uri="{FF2B5EF4-FFF2-40B4-BE49-F238E27FC236}">
                <a16:creationId xmlns:a16="http://schemas.microsoft.com/office/drawing/2014/main" id="{E0750EA5-C792-B04F-BD78-3A8C8CDF197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78622" y="4659852"/>
            <a:ext cx="8189379" cy="38998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Автор</a:t>
            </a:r>
          </a:p>
        </p:txBody>
      </p:sp>
      <p:sp>
        <p:nvSpPr>
          <p:cNvPr id="21" name="Текст 8">
            <a:extLst>
              <a:ext uri="{FF2B5EF4-FFF2-40B4-BE49-F238E27FC236}">
                <a16:creationId xmlns:a16="http://schemas.microsoft.com/office/drawing/2014/main" id="{DB814D78-312E-9A40-B2A1-6D8CBC4704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2783" y="2124004"/>
            <a:ext cx="1251597" cy="17289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1042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6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0426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947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ru-RU" sz="10947" kern="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586EB3A-0F97-02AD-8EEE-8455088F07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alpha val="7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 Место для указания источников, сносок и примечаний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186751-5326-8BCE-7A5C-2CCE8D167D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4362570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й слайд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95ED8356-B83E-6E48-AA70-42380F2505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27484" y="2471"/>
            <a:ext cx="12192000" cy="4613979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824"/>
            </a:lvl1pPr>
          </a:lstStyle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46EFA28-A4CA-68BC-7276-6507A1776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  <a:alpha val="7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17" name="Текст 8">
            <a:extLst>
              <a:ext uri="{FF2B5EF4-FFF2-40B4-BE49-F238E27FC236}">
                <a16:creationId xmlns:a16="http://schemas.microsoft.com/office/drawing/2014/main" id="{76082F43-7382-4D1E-E28C-9F4FA38A242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77266" y="1820382"/>
            <a:ext cx="5385654" cy="14854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Текст 8">
            <a:extLst>
              <a:ext uri="{FF2B5EF4-FFF2-40B4-BE49-F238E27FC236}">
                <a16:creationId xmlns:a16="http://schemas.microsoft.com/office/drawing/2014/main" id="{33A5217E-84E4-6F97-04EA-C3D7774D812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82346" y="3585020"/>
            <a:ext cx="5385654" cy="38373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Автор</a:t>
            </a:r>
          </a:p>
        </p:txBody>
      </p:sp>
      <p:sp>
        <p:nvSpPr>
          <p:cNvPr id="22" name="Текст 8">
            <a:extLst>
              <a:ext uri="{FF2B5EF4-FFF2-40B4-BE49-F238E27FC236}">
                <a16:creationId xmlns:a16="http://schemas.microsoft.com/office/drawing/2014/main" id="{F0A5F67E-2EAB-3D15-DB08-92D909CC3A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61168" y="1503504"/>
            <a:ext cx="710362" cy="1392443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9600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ru-RU" sz="9600" kern="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Рисунок 3">
            <a:extLst>
              <a:ext uri="{FF2B5EF4-FFF2-40B4-BE49-F238E27FC236}">
                <a16:creationId xmlns:a16="http://schemas.microsoft.com/office/drawing/2014/main" id="{D9FCAF65-26CC-6FA3-40A5-8180C35BA1A0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87375" y="1609458"/>
            <a:ext cx="2372712" cy="237271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30" name="Текст 8">
            <a:extLst>
              <a:ext uri="{FF2B5EF4-FFF2-40B4-BE49-F238E27FC236}">
                <a16:creationId xmlns:a16="http://schemas.microsoft.com/office/drawing/2014/main" id="{08AA4DDF-F95D-BF3C-999C-F00CFE5B804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70959" y="5587945"/>
            <a:ext cx="2592388" cy="3603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1" name="Текст 8">
            <a:extLst>
              <a:ext uri="{FF2B5EF4-FFF2-40B4-BE49-F238E27FC236}">
                <a16:creationId xmlns:a16="http://schemas.microsoft.com/office/drawing/2014/main" id="{C1A01AB7-F1C6-8F0B-9E27-C4C0EA3DA2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0480" y="4968486"/>
            <a:ext cx="1392153" cy="1172705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8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01</a:t>
            </a:r>
            <a:endParaRPr lang="ru-RU" dirty="0"/>
          </a:p>
        </p:txBody>
      </p:sp>
      <p:sp>
        <p:nvSpPr>
          <p:cNvPr id="32" name="Текст 8">
            <a:extLst>
              <a:ext uri="{FF2B5EF4-FFF2-40B4-BE49-F238E27FC236}">
                <a16:creationId xmlns:a16="http://schemas.microsoft.com/office/drawing/2014/main" id="{E7B0A131-2B78-D9BB-7315-F9D73E4B7AB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09909" y="5606954"/>
            <a:ext cx="3521611" cy="36036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3" name="Текст 8">
            <a:extLst>
              <a:ext uri="{FF2B5EF4-FFF2-40B4-BE49-F238E27FC236}">
                <a16:creationId xmlns:a16="http://schemas.microsoft.com/office/drawing/2014/main" id="{3EED5328-CA07-4939-D089-7B6DF918448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73974" y="4688473"/>
            <a:ext cx="1555190" cy="147291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8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/>
              <a:t>02</a:t>
            </a:r>
            <a:endParaRPr lang="ru-RU" dirty="0"/>
          </a:p>
        </p:txBody>
      </p:sp>
      <p:sp>
        <p:nvSpPr>
          <p:cNvPr id="4" name="Текст 1">
            <a:extLst>
              <a:ext uri="{FF2B5EF4-FFF2-40B4-BE49-F238E27FC236}">
                <a16:creationId xmlns:a16="http://schemas.microsoft.com/office/drawing/2014/main" id="{290E2C77-687F-E859-8DFF-EB54A148FB86}"/>
              </a:ext>
            </a:extLst>
          </p:cNvPr>
          <p:cNvSpPr txBox="1">
            <a:spLocks/>
          </p:cNvSpPr>
          <p:nvPr userDrawn="1"/>
        </p:nvSpPr>
        <p:spPr>
          <a:xfrm>
            <a:off x="11158634" y="6382413"/>
            <a:ext cx="460059" cy="21495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4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9737D-88D3-4F40-A281-A12720D62BD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348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45BC30-58C3-6BE3-552E-7F860E2224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34149228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ый слайд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95ED8356-B83E-6E48-AA70-42380F2505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267325" y="0"/>
            <a:ext cx="692377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824"/>
            </a:lvl1pPr>
          </a:lstStyle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C43DAE7-EFB6-C158-BC01-4487DD1E03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360379"/>
            <a:ext cx="4464051" cy="23562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13" name="Текст 8">
            <a:extLst>
              <a:ext uri="{FF2B5EF4-FFF2-40B4-BE49-F238E27FC236}">
                <a16:creationId xmlns:a16="http://schemas.microsoft.com/office/drawing/2014/main" id="{2D9A430C-6230-3BAB-40F4-5F32EF7345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30875" y="4462522"/>
            <a:ext cx="3520550" cy="40391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10BFE06A-F5C7-DC54-BCC1-8D735678958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1879" y="4288234"/>
            <a:ext cx="932711" cy="709325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6000" b="1" kern="1200" dirty="0" smtClean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01</a:t>
            </a:r>
            <a:endParaRPr lang="ru-RU" dirty="0"/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4D607537-097A-FBF4-AF6C-4AFDAB7DDA7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30875" y="5553980"/>
            <a:ext cx="3520550" cy="40391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Текст 8">
            <a:extLst>
              <a:ext uri="{FF2B5EF4-FFF2-40B4-BE49-F238E27FC236}">
                <a16:creationId xmlns:a16="http://schemas.microsoft.com/office/drawing/2014/main" id="{D010F8C3-3A32-060B-FCC8-6364BDEF4D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3918" y="5383630"/>
            <a:ext cx="932711" cy="709325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dirty="0"/>
              <a:t>0</a:t>
            </a:r>
            <a:r>
              <a:rPr lang="ru-RU" dirty="0"/>
              <a:t>2</a:t>
            </a:r>
          </a:p>
        </p:txBody>
      </p:sp>
      <p:sp>
        <p:nvSpPr>
          <p:cNvPr id="17" name="Текст 8">
            <a:extLst>
              <a:ext uri="{FF2B5EF4-FFF2-40B4-BE49-F238E27FC236}">
                <a16:creationId xmlns:a16="http://schemas.microsoft.com/office/drawing/2014/main" id="{82A066A3-28F1-1A98-EE60-883FA91E20B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87375" y="3366983"/>
            <a:ext cx="4464050" cy="601768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DC1E5E-86F7-4A37-BC11-727B886DE3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6" y="296862"/>
            <a:ext cx="4464400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3229714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ной фон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6728726-4BD0-7414-75D9-3104A1F778D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Текст 1">
            <a:extLst>
              <a:ext uri="{FF2B5EF4-FFF2-40B4-BE49-F238E27FC236}">
                <a16:creationId xmlns:a16="http://schemas.microsoft.com/office/drawing/2014/main" id="{91C5B08A-C30D-F84E-4976-A2ADD72235C2}"/>
              </a:ext>
            </a:extLst>
          </p:cNvPr>
          <p:cNvSpPr txBox="1">
            <a:spLocks/>
          </p:cNvSpPr>
          <p:nvPr userDrawn="1"/>
        </p:nvSpPr>
        <p:spPr>
          <a:xfrm>
            <a:off x="11158634" y="6382413"/>
            <a:ext cx="460059" cy="21495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4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9737D-88D3-4F40-A281-A12720D62BD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348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E25847F-7926-80A6-7450-4B6C1AA988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alpha val="7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 Место для указания источников, сносок и примечаний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AFB5A9F3-1DF3-1F6F-3A2C-BD20C1F09B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2679540"/>
            <a:ext cx="5400675" cy="3233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Текст 10">
            <a:extLst>
              <a:ext uri="{FF2B5EF4-FFF2-40B4-BE49-F238E27FC236}">
                <a16:creationId xmlns:a16="http://schemas.microsoft.com/office/drawing/2014/main" id="{CD6B644B-C430-A296-C017-FDDBBC9E4D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5665" y="2679540"/>
            <a:ext cx="5400675" cy="3233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57B8E479-14E7-E458-4668-A8743A5E08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9456838" y="296663"/>
            <a:ext cx="2147787" cy="431999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BE856FA-7F1C-9498-16EE-FC9D2194F0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8" name="Текст 13">
            <a:extLst>
              <a:ext uri="{FF2B5EF4-FFF2-40B4-BE49-F238E27FC236}">
                <a16:creationId xmlns:a16="http://schemas.microsoft.com/office/drawing/2014/main" id="{3B631EA8-E09D-734F-8AF0-688EFFCC470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524" y="1827026"/>
            <a:ext cx="5419056" cy="6304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9043973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ной фон_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2F81515-570A-C721-38B4-01A84B086A9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Текст 1">
            <a:extLst>
              <a:ext uri="{FF2B5EF4-FFF2-40B4-BE49-F238E27FC236}">
                <a16:creationId xmlns:a16="http://schemas.microsoft.com/office/drawing/2014/main" id="{91C5B08A-C30D-F84E-4976-A2ADD72235C2}"/>
              </a:ext>
            </a:extLst>
          </p:cNvPr>
          <p:cNvSpPr txBox="1">
            <a:spLocks/>
          </p:cNvSpPr>
          <p:nvPr userDrawn="1"/>
        </p:nvSpPr>
        <p:spPr>
          <a:xfrm>
            <a:off x="11158634" y="6382413"/>
            <a:ext cx="460059" cy="21495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4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9737D-88D3-4F40-A281-A12720D62BD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348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E25847F-7926-80A6-7450-4B6C1AA988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alpha val="7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 Место для указания источников, сносок и примечаний</a:t>
            </a:r>
          </a:p>
        </p:txBody>
      </p:sp>
      <p:sp>
        <p:nvSpPr>
          <p:cNvPr id="3" name="Текст 10">
            <a:extLst>
              <a:ext uri="{FF2B5EF4-FFF2-40B4-BE49-F238E27FC236}">
                <a16:creationId xmlns:a16="http://schemas.microsoft.com/office/drawing/2014/main" id="{C3913102-90E1-EEA7-A4AE-4470E9F25B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2679540"/>
            <a:ext cx="5400675" cy="3233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9" name="Текст 10">
            <a:extLst>
              <a:ext uri="{FF2B5EF4-FFF2-40B4-BE49-F238E27FC236}">
                <a16:creationId xmlns:a16="http://schemas.microsoft.com/office/drawing/2014/main" id="{1E83B56E-4EB9-B672-CA65-24FE157626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5665" y="2679540"/>
            <a:ext cx="5400675" cy="3233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68E28440-94DE-724F-CF30-48760E9B08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9456838" y="296663"/>
            <a:ext cx="2147787" cy="431999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6F972B2-B9D3-0ACF-0D39-A8B8A4F656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11" name="Текст 13">
            <a:extLst>
              <a:ext uri="{FF2B5EF4-FFF2-40B4-BE49-F238E27FC236}">
                <a16:creationId xmlns:a16="http://schemas.microsoft.com/office/drawing/2014/main" id="{F3B70EB6-2FE2-E79C-C850-8FD24C6F13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524" y="1827026"/>
            <a:ext cx="5419056" cy="6304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7239578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ной фон_3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E30FFB-031F-3833-AEF2-B641ED56D6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Текст 1">
            <a:extLst>
              <a:ext uri="{FF2B5EF4-FFF2-40B4-BE49-F238E27FC236}">
                <a16:creationId xmlns:a16="http://schemas.microsoft.com/office/drawing/2014/main" id="{91C5B08A-C30D-F84E-4976-A2ADD72235C2}"/>
              </a:ext>
            </a:extLst>
          </p:cNvPr>
          <p:cNvSpPr txBox="1">
            <a:spLocks/>
          </p:cNvSpPr>
          <p:nvPr userDrawn="1"/>
        </p:nvSpPr>
        <p:spPr>
          <a:xfrm>
            <a:off x="11158634" y="6382413"/>
            <a:ext cx="460059" cy="21495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4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9737D-88D3-4F40-A281-A12720D62BD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348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E25847F-7926-80A6-7450-4B6C1AA988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alpha val="7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 Место для указания источников, сносок и примечаний</a:t>
            </a:r>
          </a:p>
        </p:txBody>
      </p:sp>
      <p:sp>
        <p:nvSpPr>
          <p:cNvPr id="3" name="Текст 10">
            <a:extLst>
              <a:ext uri="{FF2B5EF4-FFF2-40B4-BE49-F238E27FC236}">
                <a16:creationId xmlns:a16="http://schemas.microsoft.com/office/drawing/2014/main" id="{5D646791-049C-A1A9-2460-05E130DA15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2679540"/>
            <a:ext cx="5400675" cy="3233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" name="Текст 13">
            <a:extLst>
              <a:ext uri="{FF2B5EF4-FFF2-40B4-BE49-F238E27FC236}">
                <a16:creationId xmlns:a16="http://schemas.microsoft.com/office/drawing/2014/main" id="{BF51BEBB-6D76-8A18-91AE-66DA59B057D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524" y="1827026"/>
            <a:ext cx="5419056" cy="6304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9" name="Текст 10">
            <a:extLst>
              <a:ext uri="{FF2B5EF4-FFF2-40B4-BE49-F238E27FC236}">
                <a16:creationId xmlns:a16="http://schemas.microsoft.com/office/drawing/2014/main" id="{F1B85D8B-9A26-915C-57D1-8A07BFB61F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5665" y="2679540"/>
            <a:ext cx="5400675" cy="3233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7A98964D-395D-C279-F3B3-ED0912DBAC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9456838" y="296663"/>
            <a:ext cx="2147787" cy="431999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80FD046-7E86-8208-1DD4-3C4039DFE0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33476632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ной фон_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1EAC059-0016-091E-F881-0F43CC01B59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Текст 1">
            <a:extLst>
              <a:ext uri="{FF2B5EF4-FFF2-40B4-BE49-F238E27FC236}">
                <a16:creationId xmlns:a16="http://schemas.microsoft.com/office/drawing/2014/main" id="{91C5B08A-C30D-F84E-4976-A2ADD72235C2}"/>
              </a:ext>
            </a:extLst>
          </p:cNvPr>
          <p:cNvSpPr txBox="1">
            <a:spLocks/>
          </p:cNvSpPr>
          <p:nvPr userDrawn="1"/>
        </p:nvSpPr>
        <p:spPr>
          <a:xfrm>
            <a:off x="11158634" y="6382413"/>
            <a:ext cx="460059" cy="21495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4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9737D-88D3-4F40-A281-A12720D62BD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348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E25847F-7926-80A6-7450-4B6C1AA988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alpha val="7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 Место для указания источников, сносок и примечаний</a:t>
            </a:r>
          </a:p>
        </p:txBody>
      </p:sp>
      <p:sp>
        <p:nvSpPr>
          <p:cNvPr id="3" name="Текст 10">
            <a:extLst>
              <a:ext uri="{FF2B5EF4-FFF2-40B4-BE49-F238E27FC236}">
                <a16:creationId xmlns:a16="http://schemas.microsoft.com/office/drawing/2014/main" id="{08EDE3BC-2474-B460-7720-52AA61458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2679540"/>
            <a:ext cx="5400675" cy="3233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9" name="Текст 10">
            <a:extLst>
              <a:ext uri="{FF2B5EF4-FFF2-40B4-BE49-F238E27FC236}">
                <a16:creationId xmlns:a16="http://schemas.microsoft.com/office/drawing/2014/main" id="{ADB288C9-0BEC-E21B-ABF4-E5B3DEC935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5665" y="2679540"/>
            <a:ext cx="5400675" cy="3233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06F7E504-69B4-47BA-ED8A-68557D56F8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9456838" y="296663"/>
            <a:ext cx="2147787" cy="431999"/>
          </a:xfrm>
          <a:prstGeom prst="rect">
            <a:avLst/>
          </a:prstGeo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1487A57-1CF6-0CF0-23CB-8175E9164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  <p:sp>
        <p:nvSpPr>
          <p:cNvPr id="11" name="Текст 13">
            <a:extLst>
              <a:ext uri="{FF2B5EF4-FFF2-40B4-BE49-F238E27FC236}">
                <a16:creationId xmlns:a16="http://schemas.microsoft.com/office/drawing/2014/main" id="{4DFB6341-1D3B-1ADE-F5CD-7047CE31A9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524" y="1827026"/>
            <a:ext cx="5419056" cy="6304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5615463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ной фон_5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499E909-89FF-FD4D-8F16-63201361A05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Текст 1">
            <a:extLst>
              <a:ext uri="{FF2B5EF4-FFF2-40B4-BE49-F238E27FC236}">
                <a16:creationId xmlns:a16="http://schemas.microsoft.com/office/drawing/2014/main" id="{91C5B08A-C30D-F84E-4976-A2ADD72235C2}"/>
              </a:ext>
            </a:extLst>
          </p:cNvPr>
          <p:cNvSpPr txBox="1">
            <a:spLocks/>
          </p:cNvSpPr>
          <p:nvPr userDrawn="1"/>
        </p:nvSpPr>
        <p:spPr>
          <a:xfrm>
            <a:off x="11158634" y="6382413"/>
            <a:ext cx="460059" cy="21495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4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9737D-88D3-4F40-A281-A12720D62BD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348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E25847F-7926-80A6-7450-4B6C1AA988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alpha val="7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 Место для указания источников, сносок и примечаний</a:t>
            </a:r>
          </a:p>
        </p:txBody>
      </p:sp>
      <p:sp>
        <p:nvSpPr>
          <p:cNvPr id="3" name="Текст 10">
            <a:extLst>
              <a:ext uri="{FF2B5EF4-FFF2-40B4-BE49-F238E27FC236}">
                <a16:creationId xmlns:a16="http://schemas.microsoft.com/office/drawing/2014/main" id="{AA5BA454-F3AB-8254-158E-28736550D6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2679540"/>
            <a:ext cx="5400675" cy="3233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9" name="Текст 10">
            <a:extLst>
              <a:ext uri="{FF2B5EF4-FFF2-40B4-BE49-F238E27FC236}">
                <a16:creationId xmlns:a16="http://schemas.microsoft.com/office/drawing/2014/main" id="{7BC28121-37FD-CA50-1C99-68F0FA3A6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5665" y="2679540"/>
            <a:ext cx="5400675" cy="3233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E5C8AF2E-02CB-D7BB-112A-4360142ED6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9456838" y="296663"/>
            <a:ext cx="2147787" cy="431999"/>
          </a:xfrm>
          <a:prstGeom prst="rect">
            <a:avLst/>
          </a:prstGeom>
        </p:spPr>
      </p:pic>
      <p:sp>
        <p:nvSpPr>
          <p:cNvPr id="4" name="Текст 13">
            <a:extLst>
              <a:ext uri="{FF2B5EF4-FFF2-40B4-BE49-F238E27FC236}">
                <a16:creationId xmlns:a16="http://schemas.microsoft.com/office/drawing/2014/main" id="{0D03DB82-7187-46B4-244A-4B1E7701F0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524" y="1827026"/>
            <a:ext cx="5419056" cy="6304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E88E32C-E461-F6FB-DE01-50FF0EB2D3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8490196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ной фон_6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BC4D92F-B502-EA94-4A91-B2B1DF8504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Текст 1">
            <a:extLst>
              <a:ext uri="{FF2B5EF4-FFF2-40B4-BE49-F238E27FC236}">
                <a16:creationId xmlns:a16="http://schemas.microsoft.com/office/drawing/2014/main" id="{91C5B08A-C30D-F84E-4976-A2ADD72235C2}"/>
              </a:ext>
            </a:extLst>
          </p:cNvPr>
          <p:cNvSpPr txBox="1">
            <a:spLocks/>
          </p:cNvSpPr>
          <p:nvPr userDrawn="1"/>
        </p:nvSpPr>
        <p:spPr>
          <a:xfrm>
            <a:off x="11158634" y="6382413"/>
            <a:ext cx="460059" cy="21495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4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9737D-88D3-4F40-A281-A12720D62BD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348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E25847F-7926-80A6-7450-4B6C1AA988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alpha val="7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 Место для указания источников, сносок и примечаний</a:t>
            </a:r>
          </a:p>
        </p:txBody>
      </p:sp>
      <p:sp>
        <p:nvSpPr>
          <p:cNvPr id="3" name="Текст 10">
            <a:extLst>
              <a:ext uri="{FF2B5EF4-FFF2-40B4-BE49-F238E27FC236}">
                <a16:creationId xmlns:a16="http://schemas.microsoft.com/office/drawing/2014/main" id="{FDA24960-98A9-8620-EEC9-D36B07A769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2679540"/>
            <a:ext cx="5400675" cy="3233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9" name="Текст 10">
            <a:extLst>
              <a:ext uri="{FF2B5EF4-FFF2-40B4-BE49-F238E27FC236}">
                <a16:creationId xmlns:a16="http://schemas.microsoft.com/office/drawing/2014/main" id="{5951B5F8-C0DD-D262-3791-6E9CB93118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5665" y="2679540"/>
            <a:ext cx="5400675" cy="3233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CB3AE040-0CD4-D360-B0B1-56B0C101F1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9456838" y="296663"/>
            <a:ext cx="2147787" cy="431999"/>
          </a:xfrm>
          <a:prstGeom prst="rect">
            <a:avLst/>
          </a:prstGeom>
        </p:spPr>
      </p:pic>
      <p:sp>
        <p:nvSpPr>
          <p:cNvPr id="4" name="Текст 13">
            <a:extLst>
              <a:ext uri="{FF2B5EF4-FFF2-40B4-BE49-F238E27FC236}">
                <a16:creationId xmlns:a16="http://schemas.microsoft.com/office/drawing/2014/main" id="{DD1DE31C-C8ED-43C8-7374-BF343F7428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524" y="1827026"/>
            <a:ext cx="5419056" cy="6304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9F4FCFBA-02FD-43BA-6A27-09898BB13D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8203272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ной фон_7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2B47C10-D510-DFC4-F9F4-8485D305B7B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Текст 1">
            <a:extLst>
              <a:ext uri="{FF2B5EF4-FFF2-40B4-BE49-F238E27FC236}">
                <a16:creationId xmlns:a16="http://schemas.microsoft.com/office/drawing/2014/main" id="{91C5B08A-C30D-F84E-4976-A2ADD72235C2}"/>
              </a:ext>
            </a:extLst>
          </p:cNvPr>
          <p:cNvSpPr txBox="1">
            <a:spLocks/>
          </p:cNvSpPr>
          <p:nvPr userDrawn="1"/>
        </p:nvSpPr>
        <p:spPr>
          <a:xfrm>
            <a:off x="11158634" y="6382413"/>
            <a:ext cx="460059" cy="21495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4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9737D-88D3-4F40-A281-A12720D62BD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348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E25847F-7926-80A6-7450-4B6C1AA988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alpha val="7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 Место для указания источников, сносок и примечаний</a:t>
            </a:r>
          </a:p>
        </p:txBody>
      </p:sp>
      <p:sp>
        <p:nvSpPr>
          <p:cNvPr id="3" name="Текст 10">
            <a:extLst>
              <a:ext uri="{FF2B5EF4-FFF2-40B4-BE49-F238E27FC236}">
                <a16:creationId xmlns:a16="http://schemas.microsoft.com/office/drawing/2014/main" id="{190633DF-B565-1FD9-33AF-DCDA837C2F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2679540"/>
            <a:ext cx="5400675" cy="3233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9" name="Текст 10">
            <a:extLst>
              <a:ext uri="{FF2B5EF4-FFF2-40B4-BE49-F238E27FC236}">
                <a16:creationId xmlns:a16="http://schemas.microsoft.com/office/drawing/2014/main" id="{930C256A-6E3F-2C1A-4A78-56A15378D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5665" y="2679540"/>
            <a:ext cx="5400675" cy="3233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F574D4E4-0E10-D0F8-898D-14F8D27B88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9456838" y="296663"/>
            <a:ext cx="2147787" cy="431999"/>
          </a:xfrm>
          <a:prstGeom prst="rect">
            <a:avLst/>
          </a:prstGeom>
        </p:spPr>
      </p:pic>
      <p:sp>
        <p:nvSpPr>
          <p:cNvPr id="4" name="Текст 13">
            <a:extLst>
              <a:ext uri="{FF2B5EF4-FFF2-40B4-BE49-F238E27FC236}">
                <a16:creationId xmlns:a16="http://schemas.microsoft.com/office/drawing/2014/main" id="{E4F786EF-A8C9-EDDE-C745-BBCC946F9F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524" y="1827026"/>
            <a:ext cx="5419056" cy="6304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8151DED1-F6E1-6A72-D941-FAC1CBF71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41593605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логотип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6494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5828E19-F354-DF47-B066-E5BD574211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6B1F84-3D3A-5E96-A47F-74833F568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7117341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головком без логотип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5828E19-F354-DF47-B066-E5BD574211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812838A-772D-28AE-DDDD-F460B8604E60}"/>
              </a:ext>
            </a:extLst>
          </p:cNvPr>
          <p:cNvSpPr/>
          <p:nvPr userDrawn="1"/>
        </p:nvSpPr>
        <p:spPr>
          <a:xfrm>
            <a:off x="9293290" y="158620"/>
            <a:ext cx="2453951" cy="6531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01FBD-BD5D-AA63-B9BF-2DB3D16DB5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744369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коративная нумера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EB76A479-9EB9-9149-A87E-B656862594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3138" y="1828676"/>
            <a:ext cx="2808287" cy="17082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3E21428-F1A9-1C47-B189-1F00230510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315" y="1683042"/>
            <a:ext cx="956685" cy="731367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F731511-FB7E-7045-BEF7-6ACE24889B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0478" y="3960306"/>
            <a:ext cx="2808287" cy="17372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824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E7336803-30F9-AA4B-BD57-607EB2BB91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7315" y="3833311"/>
            <a:ext cx="956685" cy="731367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ru-RU" dirty="0"/>
              <a:t>02</a:t>
            </a:r>
            <a:endParaRPr lang="en-US" dirty="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7DC13605-8615-5F47-9E23-21BCFF9270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3656" y="1828676"/>
            <a:ext cx="2808287" cy="17082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C5E9F1A1-2C79-244D-9E78-D809AAE85C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7833" y="1683042"/>
            <a:ext cx="956685" cy="731367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en-US" dirty="0"/>
              <a:t>0</a:t>
            </a:r>
            <a:r>
              <a:rPr lang="ru-RU" dirty="0"/>
              <a:t>3</a:t>
            </a:r>
            <a:endParaRPr lang="en-US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8ABE548B-2496-6448-9C00-4F474C9603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70996" y="3960306"/>
            <a:ext cx="2808287" cy="17372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824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1E6EC78-49FD-EC4F-AE6F-797294FBBCA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7833" y="3833311"/>
            <a:ext cx="956685" cy="731367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ru-RU" dirty="0"/>
              <a:t>04</a:t>
            </a:r>
            <a:endParaRPr lang="en-US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04143966-647E-F34B-B8D9-4F190B3C37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908CDC6-7B00-19B7-EB3B-5B40B10E39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42062094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умерация (проект решени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B967636-5D46-0445-9743-256D6F526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9003" y="1174350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EBA3CA6-35EC-B545-99A7-771C951EE6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09003" y="2253706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679B8576-1F06-A045-9781-639D90CCF0B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7374" y="1124860"/>
            <a:ext cx="720725" cy="4321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01</a:t>
            </a:r>
            <a:endParaRPr lang="en-US" dirty="0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E53C26E-8254-D048-A74A-443BC79ADDD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0173" y="2210529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02</a:t>
            </a:r>
            <a:endParaRPr lang="en-US" dirty="0"/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A1989830-E99E-A247-981A-CF6237CECA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24409" y="1174350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AC315E49-3426-ED4D-B80E-7FA82D64C2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24409" y="2253706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12365AF3-4942-3742-894A-42033FBFDC0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2780" y="1124860"/>
            <a:ext cx="720725" cy="4321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06</a:t>
            </a:r>
            <a:endParaRPr lang="en-US" dirty="0"/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FD06E6D-45BB-3A4B-B97B-2149B6AC5C7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05579" y="2210529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07</a:t>
            </a:r>
            <a:endParaRPr lang="en-US" dirty="0"/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943DC364-6991-394B-AF4D-6BFFF40ED2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1B4B6E9-1595-216C-B830-64168D4DC2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09003" y="3335361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903D281C-6DCA-90FC-0549-F6F68456228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0173" y="3291531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03</a:t>
            </a:r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BDEE750-66C8-8392-E36C-07B512887FB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24409" y="3335361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7BFC0CF-879F-350D-CCD6-D592F5A77C2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05579" y="3291531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08</a:t>
            </a:r>
            <a:endParaRPr lang="en-US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85BCBC9-CB00-0574-A3E3-2C6409ACDC0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09003" y="4418925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B1A768-ACCE-1296-02E0-1F86368D71D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90173" y="4369587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04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F9B5AF5-2491-AB55-D788-65973A65062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24409" y="4418925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C71F567-FDD6-002B-A2B9-2E004E25CF3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05579" y="4369587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09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D407D13-4408-186A-C089-6338D1D923E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09003" y="5494601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330DCE3-022C-F7D0-831A-A2DEAD3126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0173" y="5450771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05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2BE1F052-B425-3481-7BB1-892ACB2EE98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24409" y="5494601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E1F1A7D-A582-B16B-BCAB-172E7CBC9B7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05579" y="5450771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10</a:t>
            </a:r>
            <a:endParaRPr lang="en-US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6E099E69-88BD-3559-24BB-90AB05BA07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3333237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ы на цифровые знач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Текст 10">
            <a:extLst>
              <a:ext uri="{FF2B5EF4-FFF2-40B4-BE49-F238E27FC236}">
                <a16:creationId xmlns:a16="http://schemas.microsoft.com/office/drawing/2014/main" id="{2FDD5A0D-09D0-774F-9685-8F312DE9C0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3556" y="2480070"/>
            <a:ext cx="3529013" cy="3233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4678DF5-CCB3-874E-86AC-E652288B92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1673" y="2480070"/>
            <a:ext cx="2584184" cy="10568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24EEF8D-280A-264E-9121-23277DB793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69827" y="1495397"/>
            <a:ext cx="1533008" cy="7498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ru-RU" dirty="0"/>
              <a:t>01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69F4B89C-95D1-3344-B781-C46E8087EC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66140" y="4630508"/>
            <a:ext cx="2595160" cy="12825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F6460295-8EBC-6040-8E93-E6154A6AE1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64652" y="3663868"/>
            <a:ext cx="1533008" cy="7498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ru-RU" dirty="0"/>
              <a:t>02</a:t>
            </a:r>
            <a:endParaRPr lang="en-US" dirty="0"/>
          </a:p>
        </p:txBody>
      </p:sp>
      <p:sp>
        <p:nvSpPr>
          <p:cNvPr id="36" name="Текст 13">
            <a:extLst>
              <a:ext uri="{FF2B5EF4-FFF2-40B4-BE49-F238E27FC236}">
                <a16:creationId xmlns:a16="http://schemas.microsoft.com/office/drawing/2014/main" id="{D8195300-6EEA-F24A-8000-9877D935DB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524" y="1614460"/>
            <a:ext cx="3541024" cy="6275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F2BBCDA6-A9F0-884B-8224-E0B38229A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18817" y="2480070"/>
            <a:ext cx="2584184" cy="10568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FD887098-60FA-BE4E-85A9-B3F75D2C0A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16971" y="1495397"/>
            <a:ext cx="1533008" cy="7498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ru-RU" dirty="0"/>
              <a:t>03</a:t>
            </a:r>
            <a:endParaRPr lang="en-US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51B77FF-4B12-3049-8743-97926F5627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3284" y="4630508"/>
            <a:ext cx="2595160" cy="12825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AA632B1D-5C32-CB40-9DB8-170F703906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11796" y="3663868"/>
            <a:ext cx="1533008" cy="7498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ru-RU" dirty="0"/>
              <a:t>04</a:t>
            </a:r>
            <a:endParaRPr lang="en-US" dirty="0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6E01F9A5-6845-8C47-805B-E9B9617D5A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8D59FDC-E983-5607-6A5D-993CDC2EE9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7977643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втоматические булли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10">
            <a:extLst>
              <a:ext uri="{FF2B5EF4-FFF2-40B4-BE49-F238E27FC236}">
                <a16:creationId xmlns:a16="http://schemas.microsoft.com/office/drawing/2014/main" id="{7C5FB82A-8323-464A-9753-EE54DF76F7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6900" y="2692105"/>
            <a:ext cx="5391150" cy="3005433"/>
          </a:xfrm>
          <a:prstGeom prst="rect">
            <a:avLst/>
          </a:prstGeom>
        </p:spPr>
        <p:txBody>
          <a:bodyPr lIns="0" tIns="0" rIns="0" bIns="0"/>
          <a:lstStyle>
            <a:lvl1pPr marL="324000" indent="-3240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SzPct val="100000"/>
              <a:defRPr sz="1600"/>
            </a:lvl1pPr>
          </a:lstStyle>
          <a:p>
            <a:pPr lvl="0"/>
            <a:endParaRPr lang="ru-RU" dirty="0"/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6317B7CF-E802-F942-B3CF-4BCBC19C84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320" y="1830844"/>
            <a:ext cx="5391150" cy="4107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10">
            <a:extLst>
              <a:ext uri="{FF2B5EF4-FFF2-40B4-BE49-F238E27FC236}">
                <a16:creationId xmlns:a16="http://schemas.microsoft.com/office/drawing/2014/main" id="{DBC5C2C9-5956-7842-905E-11BB7A5DBC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7477" y="2692105"/>
            <a:ext cx="5397147" cy="3005433"/>
          </a:xfrm>
          <a:prstGeom prst="rect">
            <a:avLst/>
          </a:prstGeom>
        </p:spPr>
        <p:txBody>
          <a:bodyPr lIns="0" tIns="0" rIns="0" bIns="0"/>
          <a:lstStyle>
            <a:lvl1pPr marL="324000" indent="-3240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SzPct val="100000"/>
              <a:defRPr sz="1600"/>
            </a:lvl1pPr>
          </a:lstStyle>
          <a:p>
            <a:pPr lvl="0"/>
            <a:endParaRPr lang="ru-RU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A33DA4D-5F07-5547-A2EC-742BDE325A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B9AF43A-DF94-755B-7C84-59DA00A2A7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973912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 пиктограмм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Рисунок 37">
            <a:extLst>
              <a:ext uri="{FF2B5EF4-FFF2-40B4-BE49-F238E27FC236}">
                <a16:creationId xmlns:a16="http://schemas.microsoft.com/office/drawing/2014/main" id="{3AD56FE5-CF6D-EA4A-B34C-8D42F223869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87375" y="1735473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200"/>
            </a:lvl1pPr>
          </a:lstStyle>
          <a:p>
            <a:endParaRPr lang="ru-RU" dirty="0"/>
          </a:p>
        </p:txBody>
      </p:sp>
      <p:sp>
        <p:nvSpPr>
          <p:cNvPr id="22" name="Рисунок 37">
            <a:extLst>
              <a:ext uri="{FF2B5EF4-FFF2-40B4-BE49-F238E27FC236}">
                <a16:creationId xmlns:a16="http://schemas.microsoft.com/office/drawing/2014/main" id="{1ACE8982-5E36-AF47-9F45-29E44C95270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87375" y="3679825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200"/>
            </a:lvl1pPr>
          </a:lstStyle>
          <a:p>
            <a:endParaRPr lang="ru-RU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ED37180F-67D1-FB42-BB79-26B9C65743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3999" y="1830621"/>
            <a:ext cx="3527425" cy="14904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978DD0F7-E7F6-3647-998F-2C0D8AA643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3999" y="3776549"/>
            <a:ext cx="3527425" cy="14904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50" name="Рисунок 37">
            <a:extLst>
              <a:ext uri="{FF2B5EF4-FFF2-40B4-BE49-F238E27FC236}">
                <a16:creationId xmlns:a16="http://schemas.microsoft.com/office/drawing/2014/main" id="{30DFC402-BC3F-304E-B881-DE7B050A858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12320" y="1735473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200"/>
            </a:lvl1pPr>
          </a:lstStyle>
          <a:p>
            <a:endParaRPr lang="ru-RU" dirty="0"/>
          </a:p>
        </p:txBody>
      </p:sp>
      <p:sp>
        <p:nvSpPr>
          <p:cNvPr id="51" name="Рисунок 37">
            <a:extLst>
              <a:ext uri="{FF2B5EF4-FFF2-40B4-BE49-F238E27FC236}">
                <a16:creationId xmlns:a16="http://schemas.microsoft.com/office/drawing/2014/main" id="{24B6F667-B54D-B344-8297-25B5324224F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12320" y="3679825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200"/>
            </a:lvl1pPr>
          </a:lstStyle>
          <a:p>
            <a:endParaRPr lang="ru-RU" dirty="0"/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6F96E179-1ACC-B142-B8E2-E6FEB5458E1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48944" y="1830621"/>
            <a:ext cx="3519055" cy="14904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97F42C98-ED67-8B4F-AC97-779A294421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48944" y="3776549"/>
            <a:ext cx="3519055" cy="14904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C0833A51-398A-2A46-9AE2-B2CEA50E98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C045CD2D-F757-BFA7-B551-0F7164E903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7597249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 с символ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3">
            <a:extLst>
              <a:ext uri="{FF2B5EF4-FFF2-40B4-BE49-F238E27FC236}">
                <a16:creationId xmlns:a16="http://schemas.microsoft.com/office/drawing/2014/main" id="{7C3C1AAB-1403-6B46-85FD-B05EEBB725E4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587375" y="4193841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070A2CF3-8814-D549-8AD1-D3E9FE64650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308100" y="4202923"/>
            <a:ext cx="2808288" cy="6337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5" name="Рисунок 3">
            <a:extLst>
              <a:ext uri="{FF2B5EF4-FFF2-40B4-BE49-F238E27FC236}">
                <a16:creationId xmlns:a16="http://schemas.microsoft.com/office/drawing/2014/main" id="{62D9BC24-C3A8-8943-B49D-05C632C2066A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92372" y="5061109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F840D1C0-9F64-7B4B-AC0F-F55F3C62113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308099" y="5067542"/>
            <a:ext cx="2808287" cy="6337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50EC2D56-CD1C-604D-AC86-7B7FCC60AFD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87374" y="2258783"/>
            <a:ext cx="5400675" cy="149398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8" name="Текст 13">
            <a:extLst>
              <a:ext uri="{FF2B5EF4-FFF2-40B4-BE49-F238E27FC236}">
                <a16:creationId xmlns:a16="http://schemas.microsoft.com/office/drawing/2014/main" id="{ACCE3CEA-6D58-E641-9830-860F3A9312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058" y="1394048"/>
            <a:ext cx="5413992" cy="4236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BDA8558D-A2DA-8049-AEBA-44CF8C79F49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203953" y="2258783"/>
            <a:ext cx="5400675" cy="149398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0" name="Рисунок 3">
            <a:extLst>
              <a:ext uri="{FF2B5EF4-FFF2-40B4-BE49-F238E27FC236}">
                <a16:creationId xmlns:a16="http://schemas.microsoft.com/office/drawing/2014/main" id="{101F3F63-0914-9E46-A4B3-69E00C34C607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4329919" y="4193841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E671F133-703A-E64D-884D-9F2EC55C553A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5050644" y="4202923"/>
            <a:ext cx="2808288" cy="6337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2" name="Рисунок 3">
            <a:extLst>
              <a:ext uri="{FF2B5EF4-FFF2-40B4-BE49-F238E27FC236}">
                <a16:creationId xmlns:a16="http://schemas.microsoft.com/office/drawing/2014/main" id="{CE5E5418-8746-9D47-A671-63F99ECC06FE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4334916" y="5061109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67A0FD6-6983-2E4A-B539-8C4AFC592DE8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050643" y="5067542"/>
            <a:ext cx="2808287" cy="6337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4" name="Рисунок 3">
            <a:extLst>
              <a:ext uri="{FF2B5EF4-FFF2-40B4-BE49-F238E27FC236}">
                <a16:creationId xmlns:a16="http://schemas.microsoft.com/office/drawing/2014/main" id="{1BC6A58C-4C4E-0944-84A5-76CDF5286452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8077460" y="4193841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AC06D70C-FAB9-D24A-B094-743BB496FA0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8798185" y="4202923"/>
            <a:ext cx="2808288" cy="6337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6" name="Рисунок 3">
            <a:extLst>
              <a:ext uri="{FF2B5EF4-FFF2-40B4-BE49-F238E27FC236}">
                <a16:creationId xmlns:a16="http://schemas.microsoft.com/office/drawing/2014/main" id="{2F046685-C421-934C-8AAC-7F2604D97D97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8082457" y="5061109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906D477E-AD21-B841-9DCF-A13C1D667038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8798184" y="5067542"/>
            <a:ext cx="2808287" cy="6337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2C4E3DC2-CED7-E344-B2AC-0EC32BAA69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D704D91-8476-BFF7-E112-EA234D890A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8846505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ыво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0EE7E2F3-C7D0-DF48-A00E-8B33ABE8E0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9370" y="2475441"/>
            <a:ext cx="4678680" cy="6297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2D61247B-D52C-2740-A2C5-A530D90BE8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7375" y="2410389"/>
            <a:ext cx="721995" cy="4332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01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BD02B7B-77D5-AD4A-BD92-5A97B68CC90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08100" y="3127022"/>
            <a:ext cx="4679950" cy="6258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04563121-9777-964E-8C93-E620D49D09D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7412" y="3059494"/>
            <a:ext cx="710688" cy="441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02</a:t>
            </a:r>
            <a:endParaRPr lang="en-US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DF7DCF2-60BF-154D-8BFF-922AFFA024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14910" y="4207050"/>
            <a:ext cx="4679950" cy="626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D5F9B87E-0C49-7148-B1E4-9DA4167E52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7412" y="4138995"/>
            <a:ext cx="717498" cy="431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03</a:t>
            </a:r>
            <a:endParaRPr lang="en-US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C407B9EA-BE4D-744F-B1D0-7826F89FCA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8100" y="4859625"/>
            <a:ext cx="4686760" cy="6220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234511A2-8A3D-C34D-BABB-BC316D6339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7411" y="4803050"/>
            <a:ext cx="710687" cy="4170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04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E7928538-DB16-3E4F-9B9F-C4F309A17BD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40575" y="2475440"/>
            <a:ext cx="4464050" cy="12774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7CBDE216-F61B-4D4A-B5BF-A5E505D4333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45388" y="4202620"/>
            <a:ext cx="4449200" cy="12790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1" name="Текст 13">
            <a:extLst>
              <a:ext uri="{FF2B5EF4-FFF2-40B4-BE49-F238E27FC236}">
                <a16:creationId xmlns:a16="http://schemas.microsoft.com/office/drawing/2014/main" id="{4D5A2C62-559D-A74C-A444-C6B8CC73E8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2398" y="1616464"/>
            <a:ext cx="5395651" cy="40477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50D74FE3-44A9-EC4C-8C69-547050223B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4BA15F3-47B5-5911-C342-6D3777F826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061725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 с символ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886A441-591F-9244-A489-295B1D7D51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F054FF2-AFA1-8047-87A0-35CE6528444B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92541" y="2480049"/>
            <a:ext cx="3525268" cy="32230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2" name="Рисунок 3">
            <a:extLst>
              <a:ext uri="{FF2B5EF4-FFF2-40B4-BE49-F238E27FC236}">
                <a16:creationId xmlns:a16="http://schemas.microsoft.com/office/drawing/2014/main" id="{3094DF6D-9C1B-1A40-8DCE-53E41DE85D36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4338551" y="1828471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E31C5814-6F67-0C44-876B-13D5F03D96F6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063464" y="1832528"/>
            <a:ext cx="2797836" cy="17099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7" name="Рисунок 3">
            <a:extLst>
              <a:ext uri="{FF2B5EF4-FFF2-40B4-BE49-F238E27FC236}">
                <a16:creationId xmlns:a16="http://schemas.microsoft.com/office/drawing/2014/main" id="{EDA5CD73-E66B-0F4B-9C8E-4C13F1F937A9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4338551" y="3764036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FC3865D-8AC5-1742-9B56-92FBE1CCB38B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063464" y="3777214"/>
            <a:ext cx="2797836" cy="19258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9" name="Текст 13">
            <a:extLst>
              <a:ext uri="{FF2B5EF4-FFF2-40B4-BE49-F238E27FC236}">
                <a16:creationId xmlns:a16="http://schemas.microsoft.com/office/drawing/2014/main" id="{FFF0FE7D-141F-0F4B-A775-E3747FEB41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118" y="1614257"/>
            <a:ext cx="3525269" cy="6272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0" name="Рисунок 3">
            <a:extLst>
              <a:ext uri="{FF2B5EF4-FFF2-40B4-BE49-F238E27FC236}">
                <a16:creationId xmlns:a16="http://schemas.microsoft.com/office/drawing/2014/main" id="{1AF385B8-6C17-D84D-AFAD-A1F8A8C5D8DF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8075601" y="1828471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C1D2E84C-9516-C247-8022-F741A47642C1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800514" y="1832528"/>
            <a:ext cx="2797836" cy="17099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2" name="Рисунок 3">
            <a:extLst>
              <a:ext uri="{FF2B5EF4-FFF2-40B4-BE49-F238E27FC236}">
                <a16:creationId xmlns:a16="http://schemas.microsoft.com/office/drawing/2014/main" id="{DBC0B1E4-99F3-8949-BCA2-7A574BFFB005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8075601" y="3764036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2961AA0B-05BE-8347-A890-35CC9FCE992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800514" y="3777214"/>
            <a:ext cx="2797836" cy="19258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1583691-95CD-F923-52B6-AC3685F1B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83104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F446420-C087-604A-8BC8-25F0CF43B03F}"/>
              </a:ext>
            </a:extLst>
          </p:cNvPr>
          <p:cNvSpPr/>
          <p:nvPr userDrawn="1"/>
        </p:nvSpPr>
        <p:spPr>
          <a:xfrm>
            <a:off x="591452" y="1592262"/>
            <a:ext cx="5396598" cy="3889375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3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53">
              <a:solidFill>
                <a:srgbClr val="333333"/>
              </a:solidFill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7B1945D-1A5E-D140-8AC1-0541B6DB4A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40575" y="3132531"/>
            <a:ext cx="4464050" cy="23491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E417197E-1E3A-D54C-B6EB-AB906E8FD0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93583" y="1732702"/>
            <a:ext cx="1702755" cy="94064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ru-RU" dirty="0"/>
              <a:t>1500</a:t>
            </a:r>
            <a:endParaRPr lang="en-US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ED02FBB-1FAB-544E-8FF5-FA678B8FFA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59038" y="2032464"/>
            <a:ext cx="2592387" cy="25839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i="1" kern="12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Цитата</a:t>
            </a:r>
            <a:endParaRPr lang="en-US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77834AB-2614-F340-A1FC-72CFED2227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59038" y="4878899"/>
            <a:ext cx="2592387" cy="401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400" i="1" kern="12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41ACC62-6091-054C-BA7D-68C546FE45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476D521-B121-8D44-89CF-BAE8A64104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21902" y="2024063"/>
            <a:ext cx="779144" cy="649287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0F66C9E3-AB85-D94D-6E7F-7DE9EE4FB0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3449473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Диаграммы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hart Placeholder 4"/>
          <p:cNvSpPr>
            <a:spLocks noGrp="1"/>
          </p:cNvSpPr>
          <p:nvPr>
            <p:ph type="chart" sz="quarter" idx="16"/>
          </p:nvPr>
        </p:nvSpPr>
        <p:spPr>
          <a:xfrm>
            <a:off x="719668" y="1966679"/>
            <a:ext cx="5353051" cy="24446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933"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6" name="Chart Placeholder 4"/>
          <p:cNvSpPr>
            <a:spLocks noGrp="1"/>
          </p:cNvSpPr>
          <p:nvPr>
            <p:ph type="chart" sz="quarter" idx="17"/>
          </p:nvPr>
        </p:nvSpPr>
        <p:spPr>
          <a:xfrm>
            <a:off x="6411386" y="1966679"/>
            <a:ext cx="5253567" cy="244460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933"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719668" y="6085526"/>
            <a:ext cx="5353051" cy="19727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1219168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3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1219168" rtl="0" eaLnBrk="1" fontAlgn="auto" latinLnBrk="0" hangingPunct="1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Место для указания источников и сносок</a:t>
            </a:r>
            <a:endParaRPr lang="en-US" dirty="0"/>
          </a:p>
        </p:txBody>
      </p:sp>
      <p:sp>
        <p:nvSpPr>
          <p:cNvPr id="17" name="Slide Number Placeholder 5"/>
          <p:cNvSpPr txBox="1">
            <a:spLocks/>
          </p:cNvSpPr>
          <p:nvPr userDrawn="1"/>
        </p:nvSpPr>
        <p:spPr>
          <a:xfrm>
            <a:off x="10915651" y="6100239"/>
            <a:ext cx="749300" cy="182563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DF24603-9A1B-F342-92E0-89DE32840F75}" type="slidenum">
              <a:rPr lang="en-US" sz="933" smtClean="0">
                <a:latin typeface="Arial" charset="0"/>
                <a:ea typeface="Arial" charset="0"/>
                <a:cs typeface="Arial" charset="0"/>
              </a:rPr>
              <a:pPr algn="r"/>
              <a:t>‹#›</a:t>
            </a:fld>
            <a:endParaRPr lang="en-US" sz="933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719667" y="575201"/>
            <a:ext cx="8748184" cy="439860"/>
          </a:xfrm>
          <a:prstGeom prst="rect">
            <a:avLst/>
          </a:prstGeom>
        </p:spPr>
        <p:txBody>
          <a:bodyPr lIns="0" tIns="0" rIns="0" bIns="0"/>
          <a:lstStyle>
            <a:lvl1pPr>
              <a:defRPr sz="3067" b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8" hasCustomPrompt="1"/>
          </p:nvPr>
        </p:nvSpPr>
        <p:spPr>
          <a:xfrm>
            <a:off x="719668" y="4639671"/>
            <a:ext cx="5353051" cy="10150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latin typeface="Arial" pitchFamily="34" charset="0"/>
                <a:cs typeface="Arial" pitchFamily="34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sz="16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Текст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sz="quarter" idx="19" hasCustomPrompt="1"/>
          </p:nvPr>
        </p:nvSpPr>
        <p:spPr>
          <a:xfrm>
            <a:off x="6411384" y="4634837"/>
            <a:ext cx="5253565" cy="10150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latin typeface="Arial" pitchFamily="34" charset="0"/>
                <a:cs typeface="Arial" pitchFamily="34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sz="16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22430335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545DCA-5F07-9B4F-998F-287538094C5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7376" y="1371600"/>
            <a:ext cx="11017250" cy="41100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8A2D75B-EE45-3047-8899-7B2CE09FBA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7375" y="5764000"/>
            <a:ext cx="5400675" cy="283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Рис. 1 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0878598-4F2D-7F44-B67A-32429BD6BD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A24C92C-FC57-6370-C335-E9A770EB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8085777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изображ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EEF6CF0-12A6-E243-B668-F83E7E36E0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14" name="Рисунок 2">
            <a:extLst>
              <a:ext uri="{FF2B5EF4-FFF2-40B4-BE49-F238E27FC236}">
                <a16:creationId xmlns:a16="http://schemas.microsoft.com/office/drawing/2014/main" id="{C9669D34-2DA2-C044-A937-297F1744E62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7376" y="1371600"/>
            <a:ext cx="5400674" cy="41100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6DAE581E-F8E2-1F40-8180-617A8CFBD8E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7375" y="5764351"/>
            <a:ext cx="5400675" cy="283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Рис. 1 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CB70A475-167C-9F4F-88DF-FA62EFBE9B1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10936" y="1371600"/>
            <a:ext cx="5400674" cy="41100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17" name="Текст 8">
            <a:extLst>
              <a:ext uri="{FF2B5EF4-FFF2-40B4-BE49-F238E27FC236}">
                <a16:creationId xmlns:a16="http://schemas.microsoft.com/office/drawing/2014/main" id="{42624E9C-4071-7E40-A25B-05778624C5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0935" y="5764351"/>
            <a:ext cx="5400675" cy="2838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Рис. </a:t>
            </a:r>
            <a:r>
              <a:rPr lang="en-US" dirty="0"/>
              <a:t>2</a:t>
            </a:r>
            <a:r>
              <a:rPr lang="ru-RU" dirty="0"/>
              <a:t> 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092F9B2F-4E7B-5F54-D285-268B9CA0B4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6705105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с текстом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ADA75E83-254F-3849-BD78-035E1CA1D1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4933" y="1401482"/>
            <a:ext cx="5400674" cy="451195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ru-R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DD5286B-E0AF-5B4A-81CF-C28C8153A5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05089AB-E279-8240-94F5-CA3A774C20A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10936" y="1371600"/>
            <a:ext cx="5400674" cy="38941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13" name="Текст 8">
            <a:extLst>
              <a:ext uri="{FF2B5EF4-FFF2-40B4-BE49-F238E27FC236}">
                <a16:creationId xmlns:a16="http://schemas.microsoft.com/office/drawing/2014/main" id="{6FC49C17-14DF-BC4E-A139-40A9F5FED10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0935" y="5548038"/>
            <a:ext cx="5400675" cy="365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Рис. </a:t>
            </a:r>
            <a:r>
              <a:rPr lang="en-US" dirty="0"/>
              <a:t>1</a:t>
            </a:r>
            <a:r>
              <a:rPr lang="ru-RU" dirty="0"/>
              <a:t> 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C37198B3-97E9-2309-14DF-3AF79B9E92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078153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е с текстом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3">
            <a:extLst>
              <a:ext uri="{FF2B5EF4-FFF2-40B4-BE49-F238E27FC236}">
                <a16:creationId xmlns:a16="http://schemas.microsoft.com/office/drawing/2014/main" id="{DEF9AF94-AF2C-5545-9124-03F37A8881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32880" y="4850463"/>
            <a:ext cx="3528419" cy="10629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ru-R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C4157D73-0DF7-9A47-B5FF-594131097E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1121" y="1398692"/>
            <a:ext cx="3523504" cy="45147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ru-R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AB88ECA1-56CB-E24C-97F9-EED587F738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4856743"/>
            <a:ext cx="3529013" cy="105669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ru-R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33AFE0B-2B6E-0249-82CA-99A42098B6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37351567-5A75-AB41-A4F2-20722C0ED27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7376" y="1371600"/>
            <a:ext cx="7273924" cy="2813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19" name="Текст 8">
            <a:extLst>
              <a:ext uri="{FF2B5EF4-FFF2-40B4-BE49-F238E27FC236}">
                <a16:creationId xmlns:a16="http://schemas.microsoft.com/office/drawing/2014/main" id="{81EF912D-33AA-A94A-86AC-1B1DFC6871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7375" y="4467370"/>
            <a:ext cx="7273925" cy="3665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Рис. 1 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FEA6D250-B69E-068B-E78C-D064041F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6989107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 с текстом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Текст 8">
            <a:extLst>
              <a:ext uri="{FF2B5EF4-FFF2-40B4-BE49-F238E27FC236}">
                <a16:creationId xmlns:a16="http://schemas.microsoft.com/office/drawing/2014/main" id="{E6C5B4B7-2176-B642-9AE1-8E9B7A1C61D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7375" y="3391260"/>
            <a:ext cx="3529013" cy="2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Рис. 1 </a:t>
            </a: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84CC0ACD-0019-714F-B129-00DA210EC1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1457" y="3772436"/>
            <a:ext cx="3522145" cy="23569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ru-R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</a:t>
            </a:r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C71679BA-C274-474C-BCE9-F731232A110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33875" y="1393993"/>
            <a:ext cx="3527425" cy="2142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ru-R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16" name="Текст 3">
            <a:extLst>
              <a:ext uri="{FF2B5EF4-FFF2-40B4-BE49-F238E27FC236}">
                <a16:creationId xmlns:a16="http://schemas.microsoft.com/office/drawing/2014/main" id="{E1D2EC79-6CB8-C543-AF99-E761E59AA5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78399" y="3776517"/>
            <a:ext cx="3526226" cy="235281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ru-R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81B3C69-B5A0-E44C-A513-F55A9634AF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0FE66DA0-C756-394F-B4BA-229BD35D773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7376" y="1371600"/>
            <a:ext cx="3529012" cy="1733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25" name="Рисунок 2">
            <a:extLst>
              <a:ext uri="{FF2B5EF4-FFF2-40B4-BE49-F238E27FC236}">
                <a16:creationId xmlns:a16="http://schemas.microsoft.com/office/drawing/2014/main" id="{DA60748A-5C46-C14D-A871-8871C906CFBB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8078399" y="1371600"/>
            <a:ext cx="3529012" cy="1733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9542F78C-86CC-8146-83BF-D271C3E46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83550" y="3391260"/>
            <a:ext cx="3529013" cy="2799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Рис. </a:t>
            </a:r>
            <a:r>
              <a:rPr lang="en-US"/>
              <a:t>3</a:t>
            </a:r>
            <a:r>
              <a:rPr lang="ru-RU"/>
              <a:t> </a:t>
            </a:r>
            <a:endParaRPr lang="ru-RU" dirty="0"/>
          </a:p>
        </p:txBody>
      </p:sp>
      <p:sp>
        <p:nvSpPr>
          <p:cNvPr id="18" name="Текст 8">
            <a:extLst>
              <a:ext uri="{FF2B5EF4-FFF2-40B4-BE49-F238E27FC236}">
                <a16:creationId xmlns:a16="http://schemas.microsoft.com/office/drawing/2014/main" id="{0A277BA2-108C-74E5-5942-1FCB41C043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33875" y="5772064"/>
            <a:ext cx="3529013" cy="3572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Рис. </a:t>
            </a:r>
            <a:r>
              <a:rPr lang="en-US" dirty="0"/>
              <a:t>2</a:t>
            </a:r>
            <a:r>
              <a:rPr lang="ru-RU" dirty="0"/>
              <a:t> </a:t>
            </a:r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1F9B5977-E614-895A-0E69-F69229C17A3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3876" y="3752850"/>
            <a:ext cx="3529012" cy="17351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DA7D8AD-83AB-6419-522A-A931BAA375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205801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зображения с текстом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Текст 3">
            <a:extLst>
              <a:ext uri="{FF2B5EF4-FFF2-40B4-BE49-F238E27FC236}">
                <a16:creationId xmlns:a16="http://schemas.microsoft.com/office/drawing/2014/main" id="{C1A17514-0D18-5548-8C07-628BBF23DE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03952" y="1394405"/>
            <a:ext cx="5400673" cy="1710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ru-R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D33F79F1-BC7F-CD43-9EC1-A49AC3AF53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7026" y="3523293"/>
            <a:ext cx="933527" cy="6613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54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01</a:t>
            </a:r>
            <a:endParaRPr lang="en-US" dirty="0"/>
          </a:p>
        </p:txBody>
      </p:sp>
      <p:sp>
        <p:nvSpPr>
          <p:cNvPr id="40" name="Рисунок 2">
            <a:extLst>
              <a:ext uri="{FF2B5EF4-FFF2-40B4-BE49-F238E27FC236}">
                <a16:creationId xmlns:a16="http://schemas.microsoft.com/office/drawing/2014/main" id="{87007C1F-7EE3-A54F-9479-E2069F7FC6C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95662" y="3536950"/>
            <a:ext cx="2592387" cy="21605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14" name="Текст 3">
            <a:extLst>
              <a:ext uri="{FF2B5EF4-FFF2-40B4-BE49-F238E27FC236}">
                <a16:creationId xmlns:a16="http://schemas.microsoft.com/office/drawing/2014/main" id="{94D387EE-D6D0-D54C-A856-00C10DE09C0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87375" y="1394405"/>
            <a:ext cx="5400675" cy="17107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id="{7E18B308-E12E-BE47-8CE3-98599071D2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7375" y="4419600"/>
            <a:ext cx="2592388" cy="1277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ru-R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F516CC6A-4843-A64B-A5A9-A2DC21CF1D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FCD972C2-1DE2-358A-B5D7-3768F773AD1F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013544" y="3536950"/>
            <a:ext cx="2592387" cy="21605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7A20B9E6-885F-D8C7-F8E1-16669CF8365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05257" y="4419600"/>
            <a:ext cx="2592388" cy="1277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ru-RU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7D0838AE-14ED-4029-2BA5-DE3803366C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71003" y="3523293"/>
            <a:ext cx="933527" cy="6613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54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</a:t>
            </a:r>
            <a:r>
              <a:rPr lang="en-US" dirty="0"/>
              <a:t>2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432F86E1-6AD1-46B5-4792-14DCF331C7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465837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лаж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545DCA-5F07-9B4F-998F-287538094C5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75613" y="1371601"/>
            <a:ext cx="3529012" cy="45418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FCE2A074-D10B-B34E-AE4F-6E7F375A002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87375" y="1371601"/>
            <a:ext cx="7274519" cy="45418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CD7E764-0771-5E4C-B420-39CB147C84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47953DF-1A4B-DE69-2CEB-30ACB304B2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3086921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лаж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2">
            <a:extLst>
              <a:ext uri="{FF2B5EF4-FFF2-40B4-BE49-F238E27FC236}">
                <a16:creationId xmlns:a16="http://schemas.microsoft.com/office/drawing/2014/main" id="{FCE2A074-D10B-B34E-AE4F-6E7F375A002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87374" y="1371600"/>
            <a:ext cx="3529012" cy="1517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17" name="Рисунок 2">
            <a:extLst>
              <a:ext uri="{FF2B5EF4-FFF2-40B4-BE49-F238E27FC236}">
                <a16:creationId xmlns:a16="http://schemas.microsoft.com/office/drawing/2014/main" id="{F10FC6B0-D66A-AA4E-8511-7D319BE4BCD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87374" y="3105150"/>
            <a:ext cx="3529013" cy="28082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E6C10113-362B-BB46-8BCF-6D46AF476B3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32288" y="1376362"/>
            <a:ext cx="7272338" cy="28082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487E73DC-4898-2545-8854-F6758CCCBA1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332289" y="4406092"/>
            <a:ext cx="7272338" cy="150734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E29341E-CF51-3942-A4DF-F7308E85C4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093F126-776A-8466-CAED-66087E30E5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31607836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лаж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2">
            <a:extLst>
              <a:ext uri="{FF2B5EF4-FFF2-40B4-BE49-F238E27FC236}">
                <a16:creationId xmlns:a16="http://schemas.microsoft.com/office/drawing/2014/main" id="{FCE2A074-D10B-B34E-AE4F-6E7F375A002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87375" y="1371600"/>
            <a:ext cx="3529013" cy="21653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17" name="Рисунок 2">
            <a:extLst>
              <a:ext uri="{FF2B5EF4-FFF2-40B4-BE49-F238E27FC236}">
                <a16:creationId xmlns:a16="http://schemas.microsoft.com/office/drawing/2014/main" id="{F10FC6B0-D66A-AA4E-8511-7D319BE4BCD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87375" y="3752851"/>
            <a:ext cx="3529013" cy="21605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47B14226-8190-9142-B940-25FA9CBFE7B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075613" y="1371600"/>
            <a:ext cx="3529012" cy="45418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4763725-7A4A-CA4C-B1B8-8FFF6C1BF8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19E97FC0-8C12-0B96-C461-5B347ED56B2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336063" y="1371600"/>
            <a:ext cx="3529012" cy="45418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E03A6625-CB93-2D87-FF14-53F6AB7FCE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3356996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лаж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2">
            <a:extLst>
              <a:ext uri="{FF2B5EF4-FFF2-40B4-BE49-F238E27FC236}">
                <a16:creationId xmlns:a16="http://schemas.microsoft.com/office/drawing/2014/main" id="{FCE2A074-D10B-B34E-AE4F-6E7F375A002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87374" y="1369245"/>
            <a:ext cx="5400675" cy="41052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E6C10113-362B-BB46-8BCF-6D46AF476B3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03953" y="1369246"/>
            <a:ext cx="2592385" cy="19467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F3F13AD-91C5-A444-B6D5-A5F8107A13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32645118-C6AA-0886-8022-EB65E6B4666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012467" y="1369246"/>
            <a:ext cx="2592385" cy="19467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EC0FFF3-E68D-744A-03C9-4805F649D00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203953" y="3536950"/>
            <a:ext cx="2592385" cy="19375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14" name="Рисунок 2">
            <a:extLst>
              <a:ext uri="{FF2B5EF4-FFF2-40B4-BE49-F238E27FC236}">
                <a16:creationId xmlns:a16="http://schemas.microsoft.com/office/drawing/2014/main" id="{0E0BD201-898D-9FFC-30D5-C08FD60DAAC6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012467" y="3536950"/>
            <a:ext cx="2592385" cy="193757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03FC9AF5-29A1-3D1E-F98A-8991A0E8A3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3790508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аблица 3">
            <a:extLst>
              <a:ext uri="{FF2B5EF4-FFF2-40B4-BE49-F238E27FC236}">
                <a16:creationId xmlns:a16="http://schemas.microsoft.com/office/drawing/2014/main" id="{EE612392-D34D-834B-82D5-1B7E9E5BC551}"/>
              </a:ext>
            </a:extLst>
          </p:cNvPr>
          <p:cNvSpPr>
            <a:spLocks noGrp="1"/>
          </p:cNvSpPr>
          <p:nvPr>
            <p:ph type="tbl" sz="quarter" idx="33" hasCustomPrompt="1"/>
          </p:nvPr>
        </p:nvSpPr>
        <p:spPr>
          <a:xfrm>
            <a:off x="587375" y="2024063"/>
            <a:ext cx="11017250" cy="41052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Таблица</a:t>
            </a:r>
          </a:p>
        </p:txBody>
      </p:sp>
      <p:sp>
        <p:nvSpPr>
          <p:cNvPr id="10" name="Текст 8">
            <a:extLst>
              <a:ext uri="{FF2B5EF4-FFF2-40B4-BE49-F238E27FC236}">
                <a16:creationId xmlns:a16="http://schemas.microsoft.com/office/drawing/2014/main" id="{481F36FA-98B9-6B4F-A879-3E1A1F666AC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1397189"/>
            <a:ext cx="5400675" cy="34485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4509A33-6927-FA4F-A6D0-C6253DF901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55193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EF1D566-7529-BDEA-0BC9-99C9F1E5F7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955898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8">
            <a:extLst>
              <a:ext uri="{FF2B5EF4-FFF2-40B4-BE49-F238E27FC236}">
                <a16:creationId xmlns:a16="http://schemas.microsoft.com/office/drawing/2014/main" id="{917854BC-0AE4-DD48-B7EB-BA0EF752D70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7375" y="1392572"/>
            <a:ext cx="3529013" cy="473676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FD2BAC0-7C58-F74A-9ED3-6B4794EBC92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55193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9" name="Таблица 3">
            <a:extLst>
              <a:ext uri="{FF2B5EF4-FFF2-40B4-BE49-F238E27FC236}">
                <a16:creationId xmlns:a16="http://schemas.microsoft.com/office/drawing/2014/main" id="{453479B9-1B06-1B99-EAC3-7C552D7208EC}"/>
              </a:ext>
            </a:extLst>
          </p:cNvPr>
          <p:cNvSpPr>
            <a:spLocks noGrp="1"/>
          </p:cNvSpPr>
          <p:nvPr>
            <p:ph type="tbl" sz="quarter" idx="33" hasCustomPrompt="1"/>
          </p:nvPr>
        </p:nvSpPr>
        <p:spPr>
          <a:xfrm>
            <a:off x="4330936" y="2024063"/>
            <a:ext cx="7273689" cy="41052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Таблица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598E3F5B-0AA6-B7C9-5943-38A611F39C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30936" y="1393371"/>
            <a:ext cx="7273689" cy="34485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CF86A877-F678-5089-2534-5488F05B8A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798621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таблицы с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Текст 8">
            <a:extLst>
              <a:ext uri="{FF2B5EF4-FFF2-40B4-BE49-F238E27FC236}">
                <a16:creationId xmlns:a16="http://schemas.microsoft.com/office/drawing/2014/main" id="{D01ACE80-D8D1-1C4C-A172-51A8A38FD9A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11493" y="4198630"/>
            <a:ext cx="5393134" cy="193070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54BCE03-A6EF-8D49-A3CE-F7E410D15F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55193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15" name="Таблица 3">
            <a:extLst>
              <a:ext uri="{FF2B5EF4-FFF2-40B4-BE49-F238E27FC236}">
                <a16:creationId xmlns:a16="http://schemas.microsoft.com/office/drawing/2014/main" id="{6146CD43-73DF-1C82-1311-87092A3381F2}"/>
              </a:ext>
            </a:extLst>
          </p:cNvPr>
          <p:cNvSpPr>
            <a:spLocks noGrp="1"/>
          </p:cNvSpPr>
          <p:nvPr>
            <p:ph type="tbl" sz="quarter" idx="39" hasCustomPrompt="1"/>
          </p:nvPr>
        </p:nvSpPr>
        <p:spPr>
          <a:xfrm>
            <a:off x="6207670" y="2024063"/>
            <a:ext cx="5396956" cy="1944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Таблица</a:t>
            </a:r>
          </a:p>
        </p:txBody>
      </p:sp>
      <p:sp>
        <p:nvSpPr>
          <p:cNvPr id="16" name="Текст 8">
            <a:extLst>
              <a:ext uri="{FF2B5EF4-FFF2-40B4-BE49-F238E27FC236}">
                <a16:creationId xmlns:a16="http://schemas.microsoft.com/office/drawing/2014/main" id="{80B62419-C999-611E-6751-5898680D340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07670" y="1393371"/>
            <a:ext cx="5396956" cy="34485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7" name="Текст 8">
            <a:extLst>
              <a:ext uri="{FF2B5EF4-FFF2-40B4-BE49-F238E27FC236}">
                <a16:creationId xmlns:a16="http://schemas.microsoft.com/office/drawing/2014/main" id="{E72B45DE-F7D7-037E-8C44-2A6072D1471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95925" y="4198630"/>
            <a:ext cx="5393134" cy="193070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Таблица 3">
            <a:extLst>
              <a:ext uri="{FF2B5EF4-FFF2-40B4-BE49-F238E27FC236}">
                <a16:creationId xmlns:a16="http://schemas.microsoft.com/office/drawing/2014/main" id="{F4B09EBD-E731-B9CC-E6F2-494BE6B6BA30}"/>
              </a:ext>
            </a:extLst>
          </p:cNvPr>
          <p:cNvSpPr>
            <a:spLocks noGrp="1"/>
          </p:cNvSpPr>
          <p:nvPr>
            <p:ph type="tbl" sz="quarter" idx="42" hasCustomPrompt="1"/>
          </p:nvPr>
        </p:nvSpPr>
        <p:spPr>
          <a:xfrm>
            <a:off x="592102" y="2024063"/>
            <a:ext cx="5396956" cy="1944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Таблица</a:t>
            </a:r>
          </a:p>
        </p:txBody>
      </p:sp>
      <p:sp>
        <p:nvSpPr>
          <p:cNvPr id="21" name="Текст 8">
            <a:extLst>
              <a:ext uri="{FF2B5EF4-FFF2-40B4-BE49-F238E27FC236}">
                <a16:creationId xmlns:a16="http://schemas.microsoft.com/office/drawing/2014/main" id="{117290D4-820C-88F5-8D8E-36140563936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92102" y="1393371"/>
            <a:ext cx="5396956" cy="34485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5BB9445-9895-BC08-AFE4-C59D42E932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955597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пиктограмм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AA00F18-ADFA-8043-ADEA-3AA9955427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55193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13" name="Таблица 3">
            <a:extLst>
              <a:ext uri="{FF2B5EF4-FFF2-40B4-BE49-F238E27FC236}">
                <a16:creationId xmlns:a16="http://schemas.microsoft.com/office/drawing/2014/main" id="{B8C25934-A0CD-CF64-9C81-D49E3E7D002D}"/>
              </a:ext>
            </a:extLst>
          </p:cNvPr>
          <p:cNvSpPr>
            <a:spLocks noGrp="1"/>
          </p:cNvSpPr>
          <p:nvPr>
            <p:ph type="tbl" sz="quarter" idx="33" hasCustomPrompt="1"/>
          </p:nvPr>
        </p:nvSpPr>
        <p:spPr>
          <a:xfrm>
            <a:off x="587375" y="2241550"/>
            <a:ext cx="11017250" cy="38877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Таблица</a:t>
            </a:r>
          </a:p>
        </p:txBody>
      </p:sp>
      <p:sp>
        <p:nvSpPr>
          <p:cNvPr id="15" name="Рисунок 2">
            <a:extLst>
              <a:ext uri="{FF2B5EF4-FFF2-40B4-BE49-F238E27FC236}">
                <a16:creationId xmlns:a16="http://schemas.microsoft.com/office/drawing/2014/main" id="{1A36FC77-9C77-D66D-E345-F69F968DA5A1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2958304" y="1384200"/>
            <a:ext cx="648000" cy="64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9839E6F1-60DC-8BF8-0C34-9CFECD02DDAA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4845836" y="1384200"/>
            <a:ext cx="648000" cy="64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17" name="Рисунок 2">
            <a:extLst>
              <a:ext uri="{FF2B5EF4-FFF2-40B4-BE49-F238E27FC236}">
                <a16:creationId xmlns:a16="http://schemas.microsoft.com/office/drawing/2014/main" id="{78F890FB-AA19-7C9F-FB46-43B5C0915C59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6710121" y="1384200"/>
            <a:ext cx="648000" cy="64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005484E4-6468-E22B-D622-4092114DC32A}"/>
              </a:ext>
            </a:extLst>
          </p:cNvPr>
          <p:cNvSpPr>
            <a:spLocks noGrp="1" noChangeAspect="1"/>
          </p:cNvSpPr>
          <p:nvPr>
            <p:ph type="pic" sz="quarter" idx="36"/>
          </p:nvPr>
        </p:nvSpPr>
        <p:spPr>
          <a:xfrm>
            <a:off x="8582155" y="1384200"/>
            <a:ext cx="648000" cy="64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19" name="Рисунок 2">
            <a:extLst>
              <a:ext uri="{FF2B5EF4-FFF2-40B4-BE49-F238E27FC236}">
                <a16:creationId xmlns:a16="http://schemas.microsoft.com/office/drawing/2014/main" id="{BE356483-66DA-2D09-E20E-0199D8F6A6B9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10461938" y="1384200"/>
            <a:ext cx="648000" cy="648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EDCEFB3-3836-07E6-43E3-63DC4872F0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40197337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из плашек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Текст 2">
            <a:extLst>
              <a:ext uri="{FF2B5EF4-FFF2-40B4-BE49-F238E27FC236}">
                <a16:creationId xmlns:a16="http://schemas.microsoft.com/office/drawing/2014/main" id="{92A826DF-AE70-4D4A-89B8-071ABC9296C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463213" y="1598855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142" name="Текст 2">
            <a:extLst>
              <a:ext uri="{FF2B5EF4-FFF2-40B4-BE49-F238E27FC236}">
                <a16:creationId xmlns:a16="http://schemas.microsoft.com/office/drawing/2014/main" id="{8952BDFC-8B8D-BD4D-B92F-A459B1EFBE4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87375" y="1593550"/>
            <a:ext cx="1655763" cy="648000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3B3493CD-133A-AD40-9BD9-52866808B8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55193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42" name="Текст 2">
            <a:extLst>
              <a:ext uri="{FF2B5EF4-FFF2-40B4-BE49-F238E27FC236}">
                <a16:creationId xmlns:a16="http://schemas.microsoft.com/office/drawing/2014/main" id="{6627B16D-E499-8826-6765-7801C5FCD395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335213" y="1598855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43" name="Текст 2">
            <a:extLst>
              <a:ext uri="{FF2B5EF4-FFF2-40B4-BE49-F238E27FC236}">
                <a16:creationId xmlns:a16="http://schemas.microsoft.com/office/drawing/2014/main" id="{CE6EC38F-171E-35C9-1158-97BF690EE34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6207213" y="1598855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44" name="Текст 2">
            <a:extLst>
              <a:ext uri="{FF2B5EF4-FFF2-40B4-BE49-F238E27FC236}">
                <a16:creationId xmlns:a16="http://schemas.microsoft.com/office/drawing/2014/main" id="{660A2D41-2032-C2F0-8470-3C15F7B23401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8079213" y="1598855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45" name="Текст 2">
            <a:extLst>
              <a:ext uri="{FF2B5EF4-FFF2-40B4-BE49-F238E27FC236}">
                <a16:creationId xmlns:a16="http://schemas.microsoft.com/office/drawing/2014/main" id="{235CBFA1-EBCD-4365-C27F-59C6D8611CD9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9951213" y="1598855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46" name="Текст 2">
            <a:extLst>
              <a:ext uri="{FF2B5EF4-FFF2-40B4-BE49-F238E27FC236}">
                <a16:creationId xmlns:a16="http://schemas.microsoft.com/office/drawing/2014/main" id="{E9DB6DEB-10AF-058C-E613-41207C08014E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2463213" y="2455502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47" name="Текст 2">
            <a:extLst>
              <a:ext uri="{FF2B5EF4-FFF2-40B4-BE49-F238E27FC236}">
                <a16:creationId xmlns:a16="http://schemas.microsoft.com/office/drawing/2014/main" id="{54823B5C-E380-9C7C-2BD2-1CDE4A734788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587375" y="2450197"/>
            <a:ext cx="1655763" cy="6480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8" name="Текст 2">
            <a:extLst>
              <a:ext uri="{FF2B5EF4-FFF2-40B4-BE49-F238E27FC236}">
                <a16:creationId xmlns:a16="http://schemas.microsoft.com/office/drawing/2014/main" id="{16B468E9-B3AF-65AC-E184-186A359AA39C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4335213" y="2455502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49" name="Текст 2">
            <a:extLst>
              <a:ext uri="{FF2B5EF4-FFF2-40B4-BE49-F238E27FC236}">
                <a16:creationId xmlns:a16="http://schemas.microsoft.com/office/drawing/2014/main" id="{417BF0F2-4D05-10D9-36D6-55F91BE77570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6207213" y="2455502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50" name="Текст 2">
            <a:extLst>
              <a:ext uri="{FF2B5EF4-FFF2-40B4-BE49-F238E27FC236}">
                <a16:creationId xmlns:a16="http://schemas.microsoft.com/office/drawing/2014/main" id="{7210E3A9-1D94-3F66-CF4F-499A17E7A035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079213" y="2455502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51" name="Текст 2">
            <a:extLst>
              <a:ext uri="{FF2B5EF4-FFF2-40B4-BE49-F238E27FC236}">
                <a16:creationId xmlns:a16="http://schemas.microsoft.com/office/drawing/2014/main" id="{D6185A1C-779D-C13F-415F-C17F23736BB1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951213" y="2455502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52" name="Текст 2">
            <a:extLst>
              <a:ext uri="{FF2B5EF4-FFF2-40B4-BE49-F238E27FC236}">
                <a16:creationId xmlns:a16="http://schemas.microsoft.com/office/drawing/2014/main" id="{CF54BE5A-B0B6-268A-9AD5-06AC3C987F6E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2463213" y="3326589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53" name="Текст 2">
            <a:extLst>
              <a:ext uri="{FF2B5EF4-FFF2-40B4-BE49-F238E27FC236}">
                <a16:creationId xmlns:a16="http://schemas.microsoft.com/office/drawing/2014/main" id="{38A6666E-8DC7-5D1E-0619-ABFC6CD4B8FE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587375" y="3321284"/>
            <a:ext cx="1655763" cy="648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4" name="Текст 2">
            <a:extLst>
              <a:ext uri="{FF2B5EF4-FFF2-40B4-BE49-F238E27FC236}">
                <a16:creationId xmlns:a16="http://schemas.microsoft.com/office/drawing/2014/main" id="{DF3975C9-AB8A-4D87-6AFB-E17C539C62D7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4335213" y="3326589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55" name="Текст 2">
            <a:extLst>
              <a:ext uri="{FF2B5EF4-FFF2-40B4-BE49-F238E27FC236}">
                <a16:creationId xmlns:a16="http://schemas.microsoft.com/office/drawing/2014/main" id="{B3330345-B846-8D3E-0905-C7D225430D25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6207213" y="3326589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56" name="Текст 2">
            <a:extLst>
              <a:ext uri="{FF2B5EF4-FFF2-40B4-BE49-F238E27FC236}">
                <a16:creationId xmlns:a16="http://schemas.microsoft.com/office/drawing/2014/main" id="{DF51D282-DC37-BBD3-88CE-C7F0A89366C9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8079213" y="3326589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57" name="Текст 2">
            <a:extLst>
              <a:ext uri="{FF2B5EF4-FFF2-40B4-BE49-F238E27FC236}">
                <a16:creationId xmlns:a16="http://schemas.microsoft.com/office/drawing/2014/main" id="{838748AB-25A6-B602-1444-C45548D75F0E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9951213" y="3326589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58" name="Текст 2">
            <a:extLst>
              <a:ext uri="{FF2B5EF4-FFF2-40B4-BE49-F238E27FC236}">
                <a16:creationId xmlns:a16="http://schemas.microsoft.com/office/drawing/2014/main" id="{5F396E8B-9AE9-65E6-BE2F-5CD8F0B6A0C1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2463213" y="4183237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59" name="Текст 2">
            <a:extLst>
              <a:ext uri="{FF2B5EF4-FFF2-40B4-BE49-F238E27FC236}">
                <a16:creationId xmlns:a16="http://schemas.microsoft.com/office/drawing/2014/main" id="{8C839A02-22CD-DE36-2AA8-89C58E525BC2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587375" y="4177932"/>
            <a:ext cx="1655763" cy="64800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0" name="Текст 2">
            <a:extLst>
              <a:ext uri="{FF2B5EF4-FFF2-40B4-BE49-F238E27FC236}">
                <a16:creationId xmlns:a16="http://schemas.microsoft.com/office/drawing/2014/main" id="{7C64B169-6E80-943F-34C3-A7AB41D377C9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335213" y="4183237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61" name="Текст 2">
            <a:extLst>
              <a:ext uri="{FF2B5EF4-FFF2-40B4-BE49-F238E27FC236}">
                <a16:creationId xmlns:a16="http://schemas.microsoft.com/office/drawing/2014/main" id="{B56A20B1-789B-CDDB-3ECB-7548991822D8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6207213" y="4183237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62" name="Текст 2">
            <a:extLst>
              <a:ext uri="{FF2B5EF4-FFF2-40B4-BE49-F238E27FC236}">
                <a16:creationId xmlns:a16="http://schemas.microsoft.com/office/drawing/2014/main" id="{71E9F4B0-DE89-80E5-9543-8D0BC0B06929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8079213" y="4183237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63" name="Текст 2">
            <a:extLst>
              <a:ext uri="{FF2B5EF4-FFF2-40B4-BE49-F238E27FC236}">
                <a16:creationId xmlns:a16="http://schemas.microsoft.com/office/drawing/2014/main" id="{CE999482-E148-008F-CA1F-B07CCF0C654F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9951213" y="4183237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64" name="Текст 2">
            <a:extLst>
              <a:ext uri="{FF2B5EF4-FFF2-40B4-BE49-F238E27FC236}">
                <a16:creationId xmlns:a16="http://schemas.microsoft.com/office/drawing/2014/main" id="{F205D062-3A47-5845-D054-4EBCA8D342A5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463213" y="5054325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65" name="Текст 2">
            <a:extLst>
              <a:ext uri="{FF2B5EF4-FFF2-40B4-BE49-F238E27FC236}">
                <a16:creationId xmlns:a16="http://schemas.microsoft.com/office/drawing/2014/main" id="{AB89FF3B-E85A-3E05-4EB5-487AAE80EF3F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587375" y="5049020"/>
            <a:ext cx="1655763" cy="648000"/>
          </a:xfrm>
          <a:prstGeom prst="rect">
            <a:avLst/>
          </a:prstGeom>
          <a:solidFill>
            <a:schemeClr val="accent4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6" name="Текст 2">
            <a:extLst>
              <a:ext uri="{FF2B5EF4-FFF2-40B4-BE49-F238E27FC236}">
                <a16:creationId xmlns:a16="http://schemas.microsoft.com/office/drawing/2014/main" id="{A1A88CC5-486B-272D-4316-298C4552D496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4335213" y="5054325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67" name="Текст 2">
            <a:extLst>
              <a:ext uri="{FF2B5EF4-FFF2-40B4-BE49-F238E27FC236}">
                <a16:creationId xmlns:a16="http://schemas.microsoft.com/office/drawing/2014/main" id="{58609AE6-EDFA-37C4-9468-18D642C14325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6207213" y="5054325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68" name="Текст 2">
            <a:extLst>
              <a:ext uri="{FF2B5EF4-FFF2-40B4-BE49-F238E27FC236}">
                <a16:creationId xmlns:a16="http://schemas.microsoft.com/office/drawing/2014/main" id="{1965F356-4823-594F-C724-D65F7CE32292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8079213" y="5054325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69" name="Текст 2">
            <a:extLst>
              <a:ext uri="{FF2B5EF4-FFF2-40B4-BE49-F238E27FC236}">
                <a16:creationId xmlns:a16="http://schemas.microsoft.com/office/drawing/2014/main" id="{86D1007D-DE8A-6213-7ED9-FF8B4D1733CC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9951213" y="5054325"/>
            <a:ext cx="1655999" cy="6476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F242C084-B6A6-8D9A-C965-8A511FADA4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539883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из плашек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Текст 2">
            <a:extLst>
              <a:ext uri="{FF2B5EF4-FFF2-40B4-BE49-F238E27FC236}">
                <a16:creationId xmlns:a16="http://schemas.microsoft.com/office/drawing/2014/main" id="{8CC0802F-A693-EA7E-4932-A94ED7B7B896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844819" y="1385486"/>
            <a:ext cx="3271569" cy="649288"/>
          </a:xfrm>
          <a:prstGeom prst="rect">
            <a:avLst/>
          </a:prstGeom>
          <a:solidFill>
            <a:schemeClr val="accent2"/>
          </a:solidFill>
        </p:spPr>
        <p:txBody>
          <a:bodyPr lIns="68400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Рисунок 2">
            <a:extLst>
              <a:ext uri="{FF2B5EF4-FFF2-40B4-BE49-F238E27FC236}">
                <a16:creationId xmlns:a16="http://schemas.microsoft.com/office/drawing/2014/main" id="{C7CA6135-B67E-FC0A-E453-6C5701F51662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587375" y="1350130"/>
            <a:ext cx="720725" cy="7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30" name="Текст 2">
            <a:extLst>
              <a:ext uri="{FF2B5EF4-FFF2-40B4-BE49-F238E27FC236}">
                <a16:creationId xmlns:a16="http://schemas.microsoft.com/office/drawing/2014/main" id="{82C59479-BA62-18E8-B956-E91A3781176A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9948862" y="1385487"/>
            <a:ext cx="1653787" cy="6492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4EEA9A5B-B966-7B64-BB01-64F82BF2113D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844819" y="2250860"/>
            <a:ext cx="3271569" cy="64928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lIns="68400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8" name="Текст 2">
            <a:extLst>
              <a:ext uri="{FF2B5EF4-FFF2-40B4-BE49-F238E27FC236}">
                <a16:creationId xmlns:a16="http://schemas.microsoft.com/office/drawing/2014/main" id="{C99DCF64-8484-7AF2-AB5B-998703610DC3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9948862" y="2250861"/>
            <a:ext cx="1653787" cy="6492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39" name="Текст 2">
            <a:extLst>
              <a:ext uri="{FF2B5EF4-FFF2-40B4-BE49-F238E27FC236}">
                <a16:creationId xmlns:a16="http://schemas.microsoft.com/office/drawing/2014/main" id="{28297D09-C7A9-888F-2FF4-267EE03D333B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44819" y="3114828"/>
            <a:ext cx="3271569" cy="649288"/>
          </a:xfrm>
          <a:prstGeom prst="rect">
            <a:avLst/>
          </a:prstGeom>
          <a:solidFill>
            <a:schemeClr val="accent3"/>
          </a:solidFill>
        </p:spPr>
        <p:txBody>
          <a:bodyPr lIns="68400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Текст 2">
            <a:extLst>
              <a:ext uri="{FF2B5EF4-FFF2-40B4-BE49-F238E27FC236}">
                <a16:creationId xmlns:a16="http://schemas.microsoft.com/office/drawing/2014/main" id="{F443B9E2-8B0C-3ED8-30EE-676E3528BC54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9948862" y="3114829"/>
            <a:ext cx="1653787" cy="6492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70" name="Text Placeholder 7">
            <a:extLst>
              <a:ext uri="{FF2B5EF4-FFF2-40B4-BE49-F238E27FC236}">
                <a16:creationId xmlns:a16="http://schemas.microsoft.com/office/drawing/2014/main" id="{16D288A2-7682-6A13-80E9-BC31C59DBB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55193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136" name="Текст 2">
            <a:extLst>
              <a:ext uri="{FF2B5EF4-FFF2-40B4-BE49-F238E27FC236}">
                <a16:creationId xmlns:a16="http://schemas.microsoft.com/office/drawing/2014/main" id="{522076BC-0DAB-A709-808B-9F12E261D9AF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8088164" y="1385487"/>
            <a:ext cx="1653787" cy="6492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137" name="Текст 2">
            <a:extLst>
              <a:ext uri="{FF2B5EF4-FFF2-40B4-BE49-F238E27FC236}">
                <a16:creationId xmlns:a16="http://schemas.microsoft.com/office/drawing/2014/main" id="{2FBC5784-B234-E4A8-534D-762F000142FA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8088164" y="2250861"/>
            <a:ext cx="1653787" cy="6492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138" name="Текст 2">
            <a:extLst>
              <a:ext uri="{FF2B5EF4-FFF2-40B4-BE49-F238E27FC236}">
                <a16:creationId xmlns:a16="http://schemas.microsoft.com/office/drawing/2014/main" id="{C4EBB39D-BF25-519B-1DF2-C0407C72F92F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8088164" y="3114829"/>
            <a:ext cx="1653787" cy="6492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139" name="Текст 2">
            <a:extLst>
              <a:ext uri="{FF2B5EF4-FFF2-40B4-BE49-F238E27FC236}">
                <a16:creationId xmlns:a16="http://schemas.microsoft.com/office/drawing/2014/main" id="{A660D909-E29C-AC02-7C3D-5B487097CED9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6206201" y="1385487"/>
            <a:ext cx="1653787" cy="6492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140" name="Текст 2">
            <a:extLst>
              <a:ext uri="{FF2B5EF4-FFF2-40B4-BE49-F238E27FC236}">
                <a16:creationId xmlns:a16="http://schemas.microsoft.com/office/drawing/2014/main" id="{006FE63B-00BB-A17F-94D9-3A8F6013FFC2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6206201" y="2250861"/>
            <a:ext cx="1653787" cy="6492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141" name="Текст 2">
            <a:extLst>
              <a:ext uri="{FF2B5EF4-FFF2-40B4-BE49-F238E27FC236}">
                <a16:creationId xmlns:a16="http://schemas.microsoft.com/office/drawing/2014/main" id="{5C037B08-E98B-9CBF-9641-5B3EE39C6A23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6206201" y="3114829"/>
            <a:ext cx="1653787" cy="6492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142" name="Текст 2">
            <a:extLst>
              <a:ext uri="{FF2B5EF4-FFF2-40B4-BE49-F238E27FC236}">
                <a16:creationId xmlns:a16="http://schemas.microsoft.com/office/drawing/2014/main" id="{C0EFA73D-EB76-6376-2A6A-4A4852D88750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4345504" y="1385487"/>
            <a:ext cx="1653787" cy="6492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43" name="Текст 2">
            <a:extLst>
              <a:ext uri="{FF2B5EF4-FFF2-40B4-BE49-F238E27FC236}">
                <a16:creationId xmlns:a16="http://schemas.microsoft.com/office/drawing/2014/main" id="{1EE84634-1129-2A7F-1EA4-A2B4759D7EE4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4345504" y="2250861"/>
            <a:ext cx="1653787" cy="6492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144" name="Текст 2">
            <a:extLst>
              <a:ext uri="{FF2B5EF4-FFF2-40B4-BE49-F238E27FC236}">
                <a16:creationId xmlns:a16="http://schemas.microsoft.com/office/drawing/2014/main" id="{A5F76797-8D70-7699-7E7D-D396A6435E6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345504" y="3114829"/>
            <a:ext cx="1653787" cy="6492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151" name="Text Placeholder 7">
            <a:extLst>
              <a:ext uri="{FF2B5EF4-FFF2-40B4-BE49-F238E27FC236}">
                <a16:creationId xmlns:a16="http://schemas.microsoft.com/office/drawing/2014/main" id="{EB1A7F6A-337F-8D64-0D10-4CF27FC81A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7550" y="4419702"/>
            <a:ext cx="5390500" cy="6297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152" name="Text Placeholder 7">
            <a:extLst>
              <a:ext uri="{FF2B5EF4-FFF2-40B4-BE49-F238E27FC236}">
                <a16:creationId xmlns:a16="http://schemas.microsoft.com/office/drawing/2014/main" id="{377BFA82-CCA9-D7BE-8C81-C75F16D8D3B8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597550" y="5288706"/>
            <a:ext cx="5390500" cy="6297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153" name="Text Placeholder 7">
            <a:extLst>
              <a:ext uri="{FF2B5EF4-FFF2-40B4-BE49-F238E27FC236}">
                <a16:creationId xmlns:a16="http://schemas.microsoft.com/office/drawing/2014/main" id="{FD2C3A82-2FF0-15DC-011F-9B83967CEE23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6212287" y="4419702"/>
            <a:ext cx="5390500" cy="6297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154" name="Text Placeholder 7">
            <a:extLst>
              <a:ext uri="{FF2B5EF4-FFF2-40B4-BE49-F238E27FC236}">
                <a16:creationId xmlns:a16="http://schemas.microsoft.com/office/drawing/2014/main" id="{41711CBB-A071-828A-D610-422DC5EA3B88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6212287" y="5288706"/>
            <a:ext cx="5390500" cy="6297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61487AA4-C482-133E-239D-46C953E05D85}"/>
              </a:ext>
            </a:extLst>
          </p:cNvPr>
          <p:cNvSpPr>
            <a:spLocks noGrp="1" noChangeAspect="1"/>
          </p:cNvSpPr>
          <p:nvPr>
            <p:ph type="pic" sz="quarter" idx="105"/>
          </p:nvPr>
        </p:nvSpPr>
        <p:spPr>
          <a:xfrm>
            <a:off x="587375" y="2224189"/>
            <a:ext cx="720725" cy="7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25" name="Рисунок 2">
            <a:extLst>
              <a:ext uri="{FF2B5EF4-FFF2-40B4-BE49-F238E27FC236}">
                <a16:creationId xmlns:a16="http://schemas.microsoft.com/office/drawing/2014/main" id="{9AB0AA4B-2727-F157-03E2-DA109237C076}"/>
              </a:ext>
            </a:extLst>
          </p:cNvPr>
          <p:cNvSpPr>
            <a:spLocks noGrp="1" noChangeAspect="1"/>
          </p:cNvSpPr>
          <p:nvPr>
            <p:ph type="pic" sz="quarter" idx="106"/>
          </p:nvPr>
        </p:nvSpPr>
        <p:spPr>
          <a:xfrm>
            <a:off x="587375" y="3084801"/>
            <a:ext cx="720725" cy="7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F4F6D303-E06E-3586-2C58-857CF55301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7248128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иаграмма 2">
            <a:extLst>
              <a:ext uri="{FF2B5EF4-FFF2-40B4-BE49-F238E27FC236}">
                <a16:creationId xmlns:a16="http://schemas.microsoft.com/office/drawing/2014/main" id="{809D8C6F-5207-4C4E-AAA9-BE80067AE9FD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587375" y="2024063"/>
            <a:ext cx="11017250" cy="410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Диаграмма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6FF68EE2-6704-5345-9A3B-E83BE5C806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6889" y="1400996"/>
            <a:ext cx="5414414" cy="441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953CD32-3F4C-C430-A832-F29FE5AE034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F97BF5AC-998E-9EBF-AB59-803DA4447A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31427278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с тек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8">
            <a:extLst>
              <a:ext uri="{FF2B5EF4-FFF2-40B4-BE49-F238E27FC236}">
                <a16:creationId xmlns:a16="http://schemas.microsoft.com/office/drawing/2014/main" id="{8F043A65-E06E-CF4E-ADF6-48C8A1BE547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87375" y="1423414"/>
            <a:ext cx="3529013" cy="470592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Диаграмма 2">
            <a:extLst>
              <a:ext uri="{FF2B5EF4-FFF2-40B4-BE49-F238E27FC236}">
                <a16:creationId xmlns:a16="http://schemas.microsoft.com/office/drawing/2014/main" id="{DF18C037-F222-356C-6915-C1BCF9FFA06C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4346026" y="2024063"/>
            <a:ext cx="7258599" cy="410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Диаграмма</a:t>
            </a:r>
          </a:p>
        </p:txBody>
      </p:sp>
      <p:sp>
        <p:nvSpPr>
          <p:cNvPr id="13" name="Текст 8">
            <a:extLst>
              <a:ext uri="{FF2B5EF4-FFF2-40B4-BE49-F238E27FC236}">
                <a16:creationId xmlns:a16="http://schemas.microsoft.com/office/drawing/2014/main" id="{95D5C5CA-E356-A83A-D04F-5D754E8C4A5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20858" y="1398768"/>
            <a:ext cx="7272337" cy="441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8D75477E-5E9C-A152-A41A-843CF6C821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FC3522EC-A91F-5312-1CA0-90CED4C81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36006689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диаграммы с пиктограмм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Диаграмма 2">
            <a:extLst>
              <a:ext uri="{FF2B5EF4-FFF2-40B4-BE49-F238E27FC236}">
                <a16:creationId xmlns:a16="http://schemas.microsoft.com/office/drawing/2014/main" id="{2CC7908E-72CA-325D-DFB0-C1B4C3A87387}"/>
              </a:ext>
            </a:extLst>
          </p:cNvPr>
          <p:cNvSpPr>
            <a:spLocks noGrp="1"/>
          </p:cNvSpPr>
          <p:nvPr>
            <p:ph type="chart" sz="quarter" idx="64" hasCustomPrompt="1"/>
          </p:nvPr>
        </p:nvSpPr>
        <p:spPr>
          <a:xfrm>
            <a:off x="1529397" y="3119361"/>
            <a:ext cx="4458651" cy="25781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Диаграмма</a:t>
            </a:r>
          </a:p>
        </p:txBody>
      </p:sp>
      <p:sp>
        <p:nvSpPr>
          <p:cNvPr id="60" name="Рисунок 2">
            <a:extLst>
              <a:ext uri="{FF2B5EF4-FFF2-40B4-BE49-F238E27FC236}">
                <a16:creationId xmlns:a16="http://schemas.microsoft.com/office/drawing/2014/main" id="{90DEEFFD-F12C-8B21-F3F1-9186523CC5ED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587375" y="1990533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CAADB8FC-7894-0975-E0BD-0FAE2BBB386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7375" y="1172439"/>
            <a:ext cx="5400675" cy="410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46D2D75E-C286-5588-FAC3-C5167782E260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523999" y="2043056"/>
            <a:ext cx="4464050" cy="35211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7492F500-18C3-48AE-9FCC-FE4BE2DF83A9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524000" y="2398713"/>
            <a:ext cx="4464050" cy="48629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0" name="Диаграмма 2">
            <a:extLst>
              <a:ext uri="{FF2B5EF4-FFF2-40B4-BE49-F238E27FC236}">
                <a16:creationId xmlns:a16="http://schemas.microsoft.com/office/drawing/2014/main" id="{28A22825-02DA-F55E-6F36-DFCCC345872B}"/>
              </a:ext>
            </a:extLst>
          </p:cNvPr>
          <p:cNvSpPr>
            <a:spLocks noGrp="1"/>
          </p:cNvSpPr>
          <p:nvPr>
            <p:ph type="chart" sz="quarter" idx="76" hasCustomPrompt="1"/>
          </p:nvPr>
        </p:nvSpPr>
        <p:spPr>
          <a:xfrm>
            <a:off x="7146426" y="3119361"/>
            <a:ext cx="4458651" cy="25781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Диаграмма</a:t>
            </a:r>
          </a:p>
        </p:txBody>
      </p:sp>
      <p:sp>
        <p:nvSpPr>
          <p:cNvPr id="76" name="Рисунок 2">
            <a:extLst>
              <a:ext uri="{FF2B5EF4-FFF2-40B4-BE49-F238E27FC236}">
                <a16:creationId xmlns:a16="http://schemas.microsoft.com/office/drawing/2014/main" id="{EE37B49B-A65F-A9DF-E70F-C35B2CB92F62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6204404" y="1990533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77" name="Текст 8">
            <a:extLst>
              <a:ext uri="{FF2B5EF4-FFF2-40B4-BE49-F238E27FC236}">
                <a16:creationId xmlns:a16="http://schemas.microsoft.com/office/drawing/2014/main" id="{9E37E241-FACF-28C6-BB03-EF475D29A886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7141028" y="2043056"/>
            <a:ext cx="4464050" cy="35211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8" name="Текст 8">
            <a:extLst>
              <a:ext uri="{FF2B5EF4-FFF2-40B4-BE49-F238E27FC236}">
                <a16:creationId xmlns:a16="http://schemas.microsoft.com/office/drawing/2014/main" id="{D8D5472A-C5E4-9AE2-9852-891C2822E262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7141029" y="2398713"/>
            <a:ext cx="4464050" cy="48629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4A43EEB6-AED7-F9FB-84E0-6472185671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B38893C-9D59-508B-1AAB-FFD3D7A577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6356081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диаграмм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Диаграмма 2">
            <a:extLst>
              <a:ext uri="{FF2B5EF4-FFF2-40B4-BE49-F238E27FC236}">
                <a16:creationId xmlns:a16="http://schemas.microsoft.com/office/drawing/2014/main" id="{9A58534E-C314-1FA7-4015-EA8E9679ECB2}"/>
              </a:ext>
            </a:extLst>
          </p:cNvPr>
          <p:cNvSpPr>
            <a:spLocks noGrp="1"/>
          </p:cNvSpPr>
          <p:nvPr>
            <p:ph type="chart" sz="quarter" idx="27" hasCustomPrompt="1"/>
          </p:nvPr>
        </p:nvSpPr>
        <p:spPr>
          <a:xfrm>
            <a:off x="6203949" y="2024454"/>
            <a:ext cx="5400675" cy="1944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Диаграмма</a:t>
            </a:r>
          </a:p>
        </p:txBody>
      </p:sp>
      <p:sp>
        <p:nvSpPr>
          <p:cNvPr id="29" name="Текст 8">
            <a:extLst>
              <a:ext uri="{FF2B5EF4-FFF2-40B4-BE49-F238E27FC236}">
                <a16:creationId xmlns:a16="http://schemas.microsoft.com/office/drawing/2014/main" id="{58378611-9CD2-91CB-E9CE-1EF69896F18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2751" y="4205141"/>
            <a:ext cx="5401873" cy="170829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ru-RU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31" name="Текст 8">
            <a:extLst>
              <a:ext uri="{FF2B5EF4-FFF2-40B4-BE49-F238E27FC236}">
                <a16:creationId xmlns:a16="http://schemas.microsoft.com/office/drawing/2014/main" id="{2B45FBFB-E7A6-7924-D8ED-6CD6C6EFDDFB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195562" y="1399774"/>
            <a:ext cx="5400675" cy="34914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32" name="Диаграмма 2">
            <a:extLst>
              <a:ext uri="{FF2B5EF4-FFF2-40B4-BE49-F238E27FC236}">
                <a16:creationId xmlns:a16="http://schemas.microsoft.com/office/drawing/2014/main" id="{52C87DFB-EB14-0FA1-C31E-2020DA80C135}"/>
              </a:ext>
            </a:extLst>
          </p:cNvPr>
          <p:cNvSpPr>
            <a:spLocks noGrp="1"/>
          </p:cNvSpPr>
          <p:nvPr>
            <p:ph type="chart" sz="quarter" idx="74" hasCustomPrompt="1"/>
          </p:nvPr>
        </p:nvSpPr>
        <p:spPr>
          <a:xfrm>
            <a:off x="587273" y="2024454"/>
            <a:ext cx="5400675" cy="1944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Диаграмма</a:t>
            </a:r>
          </a:p>
        </p:txBody>
      </p:sp>
      <p:sp>
        <p:nvSpPr>
          <p:cNvPr id="33" name="Текст 8">
            <a:extLst>
              <a:ext uri="{FF2B5EF4-FFF2-40B4-BE49-F238E27FC236}">
                <a16:creationId xmlns:a16="http://schemas.microsoft.com/office/drawing/2014/main" id="{3ED00A07-616F-7650-FA31-5ED57881CE0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586075" y="4205141"/>
            <a:ext cx="5401873" cy="170829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ru-RU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34" name="Текст 8">
            <a:extLst>
              <a:ext uri="{FF2B5EF4-FFF2-40B4-BE49-F238E27FC236}">
                <a16:creationId xmlns:a16="http://schemas.microsoft.com/office/drawing/2014/main" id="{74AEC244-9CAB-A55A-A650-B8499F6D21E5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578886" y="1399774"/>
            <a:ext cx="5400675" cy="34914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AD33F044-47CC-0ACE-1FFB-E13D15476E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FD2E7987-C70E-1C3C-1C88-229A49E02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7164771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диаграмм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Диаграмма 2">
            <a:extLst>
              <a:ext uri="{FF2B5EF4-FFF2-40B4-BE49-F238E27FC236}">
                <a16:creationId xmlns:a16="http://schemas.microsoft.com/office/drawing/2014/main" id="{9332A1FC-438B-5CCB-DEEC-12D324ADFD20}"/>
              </a:ext>
            </a:extLst>
          </p:cNvPr>
          <p:cNvSpPr>
            <a:spLocks noGrp="1"/>
          </p:cNvSpPr>
          <p:nvPr>
            <p:ph type="chart" sz="quarter" idx="74" hasCustomPrompt="1"/>
          </p:nvPr>
        </p:nvSpPr>
        <p:spPr>
          <a:xfrm>
            <a:off x="587273" y="2024454"/>
            <a:ext cx="3529115" cy="1944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Диаграмма</a:t>
            </a:r>
          </a:p>
        </p:txBody>
      </p:sp>
      <p:sp>
        <p:nvSpPr>
          <p:cNvPr id="33" name="Текст 8">
            <a:extLst>
              <a:ext uri="{FF2B5EF4-FFF2-40B4-BE49-F238E27FC236}">
                <a16:creationId xmlns:a16="http://schemas.microsoft.com/office/drawing/2014/main" id="{34B5ABD6-CCA8-4F5F-B564-4FDC109D495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586076" y="4205141"/>
            <a:ext cx="3529898" cy="170829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ru-RU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34" name="Текст 8">
            <a:extLst>
              <a:ext uri="{FF2B5EF4-FFF2-40B4-BE49-F238E27FC236}">
                <a16:creationId xmlns:a16="http://schemas.microsoft.com/office/drawing/2014/main" id="{6285FE3F-FE7A-DC59-ECD9-1B8F691D3BCB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578886" y="1399774"/>
            <a:ext cx="3529115" cy="34914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35" name="Диаграмма 2">
            <a:extLst>
              <a:ext uri="{FF2B5EF4-FFF2-40B4-BE49-F238E27FC236}">
                <a16:creationId xmlns:a16="http://schemas.microsoft.com/office/drawing/2014/main" id="{A56546FC-3F83-BB32-5EEA-218E63B99A4D}"/>
              </a:ext>
            </a:extLst>
          </p:cNvPr>
          <p:cNvSpPr>
            <a:spLocks noGrp="1"/>
          </p:cNvSpPr>
          <p:nvPr>
            <p:ph type="chart" sz="quarter" idx="77" hasCustomPrompt="1"/>
          </p:nvPr>
        </p:nvSpPr>
        <p:spPr>
          <a:xfrm>
            <a:off x="4340789" y="2024454"/>
            <a:ext cx="3529115" cy="1944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Диаграмма</a:t>
            </a:r>
          </a:p>
        </p:txBody>
      </p:sp>
      <p:sp>
        <p:nvSpPr>
          <p:cNvPr id="36" name="Текст 8">
            <a:extLst>
              <a:ext uri="{FF2B5EF4-FFF2-40B4-BE49-F238E27FC236}">
                <a16:creationId xmlns:a16="http://schemas.microsoft.com/office/drawing/2014/main" id="{382FD87C-871F-9876-3854-F0EFB5AD4695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339592" y="4205141"/>
            <a:ext cx="3529898" cy="170829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ru-RU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73AD3830-B48C-CA0E-1E8C-EE4AE6102860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4332402" y="1399774"/>
            <a:ext cx="3529115" cy="34914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38" name="Диаграмма 2">
            <a:extLst>
              <a:ext uri="{FF2B5EF4-FFF2-40B4-BE49-F238E27FC236}">
                <a16:creationId xmlns:a16="http://schemas.microsoft.com/office/drawing/2014/main" id="{6EFDFC72-5780-F368-E590-660A0EE23846}"/>
              </a:ext>
            </a:extLst>
          </p:cNvPr>
          <p:cNvSpPr>
            <a:spLocks noGrp="1"/>
          </p:cNvSpPr>
          <p:nvPr>
            <p:ph type="chart" sz="quarter" idx="80" hasCustomPrompt="1"/>
          </p:nvPr>
        </p:nvSpPr>
        <p:spPr>
          <a:xfrm>
            <a:off x="8081516" y="2024454"/>
            <a:ext cx="3529115" cy="19442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Диаграмма</a:t>
            </a:r>
          </a:p>
        </p:txBody>
      </p:sp>
      <p:sp>
        <p:nvSpPr>
          <p:cNvPr id="39" name="Текст 8">
            <a:extLst>
              <a:ext uri="{FF2B5EF4-FFF2-40B4-BE49-F238E27FC236}">
                <a16:creationId xmlns:a16="http://schemas.microsoft.com/office/drawing/2014/main" id="{E8664960-5641-BEED-4F9F-BC6ED60E882B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080319" y="4205141"/>
            <a:ext cx="3529898" cy="170829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ru-RU" sz="16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4B19F3D-F3D1-598F-C7EF-A4E53A5D9F34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073129" y="1399774"/>
            <a:ext cx="3529115" cy="34914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61CF785E-7369-6A9F-8EF2-9D40D6CE99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4A788FF-1589-489E-F625-6C75FAF446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6030596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с пиктограмм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8">
            <a:extLst>
              <a:ext uri="{FF2B5EF4-FFF2-40B4-BE49-F238E27FC236}">
                <a16:creationId xmlns:a16="http://schemas.microsoft.com/office/drawing/2014/main" id="{361E8B1C-5F24-22C2-0755-E87E7BAB88D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75613" y="3128286"/>
            <a:ext cx="3529012" cy="3757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8" name="Текст 8">
            <a:extLst>
              <a:ext uri="{FF2B5EF4-FFF2-40B4-BE49-F238E27FC236}">
                <a16:creationId xmlns:a16="http://schemas.microsoft.com/office/drawing/2014/main" id="{735A998D-7BEE-2DB2-6DD7-BE6C514B3DA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75613" y="3390157"/>
            <a:ext cx="3522288" cy="79449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19" name="Диаграмма 2">
            <a:extLst>
              <a:ext uri="{FF2B5EF4-FFF2-40B4-BE49-F238E27FC236}">
                <a16:creationId xmlns:a16="http://schemas.microsoft.com/office/drawing/2014/main" id="{010826C6-418F-5486-1558-EB4D73A9E6DF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594099" y="1371600"/>
            <a:ext cx="6325439" cy="43259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Диаграмма</a:t>
            </a:r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CD2DE2FF-FA9E-3FF8-4DEC-FE9BC43077F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140575" y="2968412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22" name="Текст 8">
            <a:extLst>
              <a:ext uri="{FF2B5EF4-FFF2-40B4-BE49-F238E27FC236}">
                <a16:creationId xmlns:a16="http://schemas.microsoft.com/office/drawing/2014/main" id="{5DA37A12-25D4-89DF-B8FE-E2723A7343A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75613" y="4649029"/>
            <a:ext cx="3522288" cy="3757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23" name="Текст 8">
            <a:extLst>
              <a:ext uri="{FF2B5EF4-FFF2-40B4-BE49-F238E27FC236}">
                <a16:creationId xmlns:a16="http://schemas.microsoft.com/office/drawing/2014/main" id="{D2F10D28-B921-5D12-A4F3-8B447A8BC6A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82337" y="4904479"/>
            <a:ext cx="3522288" cy="7930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899AAA23-8B6A-AE98-AFA8-8657B73513B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140575" y="4477195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25" name="Текст 8">
            <a:extLst>
              <a:ext uri="{FF2B5EF4-FFF2-40B4-BE49-F238E27FC236}">
                <a16:creationId xmlns:a16="http://schemas.microsoft.com/office/drawing/2014/main" id="{D971748B-143D-FC11-746C-8D2B7700F17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68889" y="1618376"/>
            <a:ext cx="3529012" cy="3757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26" name="Текст 8">
            <a:extLst>
              <a:ext uri="{FF2B5EF4-FFF2-40B4-BE49-F238E27FC236}">
                <a16:creationId xmlns:a16="http://schemas.microsoft.com/office/drawing/2014/main" id="{51C23F95-6DAA-CEFF-1BFE-68BA2F34E8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075613" y="1878477"/>
            <a:ext cx="3522288" cy="80533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Рисунок 2">
            <a:extLst>
              <a:ext uri="{FF2B5EF4-FFF2-40B4-BE49-F238E27FC236}">
                <a16:creationId xmlns:a16="http://schemas.microsoft.com/office/drawing/2014/main" id="{14153949-A940-F401-42E1-5E17FBEF17B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7140575" y="1453943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EE0F6EF-481C-3DF1-E7AB-3CB5167F60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EDC5FC7-D508-3109-1344-F4C9927A65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36714374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диаграмм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Диаграмма 2">
            <a:extLst>
              <a:ext uri="{FF2B5EF4-FFF2-40B4-BE49-F238E27FC236}">
                <a16:creationId xmlns:a16="http://schemas.microsoft.com/office/drawing/2014/main" id="{57B68743-E6AE-9D3B-C7AA-179C221A2F92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592575" y="1380392"/>
            <a:ext cx="2587187" cy="21565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Диаграмма</a:t>
            </a:r>
          </a:p>
        </p:txBody>
      </p:sp>
      <p:sp>
        <p:nvSpPr>
          <p:cNvPr id="24" name="Текст 8">
            <a:extLst>
              <a:ext uri="{FF2B5EF4-FFF2-40B4-BE49-F238E27FC236}">
                <a16:creationId xmlns:a16="http://schemas.microsoft.com/office/drawing/2014/main" id="{341D78EC-B87B-4E69-5E12-F599E1BBBE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576" y="3563720"/>
            <a:ext cx="2587187" cy="3679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Текст 8">
            <a:extLst>
              <a:ext uri="{FF2B5EF4-FFF2-40B4-BE49-F238E27FC236}">
                <a16:creationId xmlns:a16="http://schemas.microsoft.com/office/drawing/2014/main" id="{9DD28759-927A-43E9-22D4-40BAD7E2F8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1369" y="4223604"/>
            <a:ext cx="2587187" cy="168983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Текст 8">
            <a:extLst>
              <a:ext uri="{FF2B5EF4-FFF2-40B4-BE49-F238E27FC236}">
                <a16:creationId xmlns:a16="http://schemas.microsoft.com/office/drawing/2014/main" id="{5A0CD014-AA12-816E-B9E7-302DF8C1CD3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08100" y="2032367"/>
            <a:ext cx="1150938" cy="85688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3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3" name="Диаграмма 2">
            <a:extLst>
              <a:ext uri="{FF2B5EF4-FFF2-40B4-BE49-F238E27FC236}">
                <a16:creationId xmlns:a16="http://schemas.microsoft.com/office/drawing/2014/main" id="{95D96B23-963C-A94A-E4CF-4BD9AEA79191}"/>
              </a:ext>
            </a:extLst>
          </p:cNvPr>
          <p:cNvSpPr>
            <a:spLocks noGrp="1"/>
          </p:cNvSpPr>
          <p:nvPr>
            <p:ph type="chart" sz="quarter" idx="29" hasCustomPrompt="1"/>
          </p:nvPr>
        </p:nvSpPr>
        <p:spPr>
          <a:xfrm>
            <a:off x="3388529" y="1380392"/>
            <a:ext cx="2587187" cy="21565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Диаграмма</a:t>
            </a:r>
          </a:p>
        </p:txBody>
      </p:sp>
      <p:sp>
        <p:nvSpPr>
          <p:cNvPr id="54" name="Текст 8">
            <a:extLst>
              <a:ext uri="{FF2B5EF4-FFF2-40B4-BE49-F238E27FC236}">
                <a16:creationId xmlns:a16="http://schemas.microsoft.com/office/drawing/2014/main" id="{A81B57DC-8DF2-88E4-6F3E-D22360D2466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88530" y="3563720"/>
            <a:ext cx="2587187" cy="3679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5" name="Текст 8">
            <a:extLst>
              <a:ext uri="{FF2B5EF4-FFF2-40B4-BE49-F238E27FC236}">
                <a16:creationId xmlns:a16="http://schemas.microsoft.com/office/drawing/2014/main" id="{22D4CF54-DE0A-1343-BEE3-64830699EF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97323" y="4223604"/>
            <a:ext cx="2587187" cy="168983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6" name="Текст 8">
            <a:extLst>
              <a:ext uri="{FF2B5EF4-FFF2-40B4-BE49-F238E27FC236}">
                <a16:creationId xmlns:a16="http://schemas.microsoft.com/office/drawing/2014/main" id="{F0360C00-C096-5FEB-57BB-C6B074580D8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04054" y="2032367"/>
            <a:ext cx="1150938" cy="85688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3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57" name="Диаграмма 2">
            <a:extLst>
              <a:ext uri="{FF2B5EF4-FFF2-40B4-BE49-F238E27FC236}">
                <a16:creationId xmlns:a16="http://schemas.microsoft.com/office/drawing/2014/main" id="{0E2FDAD5-7E26-6D32-C090-1042B2104958}"/>
              </a:ext>
            </a:extLst>
          </p:cNvPr>
          <p:cNvSpPr>
            <a:spLocks noGrp="1"/>
          </p:cNvSpPr>
          <p:nvPr>
            <p:ph type="chart" sz="quarter" idx="33" hasCustomPrompt="1"/>
          </p:nvPr>
        </p:nvSpPr>
        <p:spPr>
          <a:xfrm>
            <a:off x="6202067" y="1380392"/>
            <a:ext cx="2587187" cy="21565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Диаграмма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542C9E5C-3CAF-0246-E9ED-AF6DEC95E47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2068" y="3563720"/>
            <a:ext cx="2587187" cy="3679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9" name="Текст 8">
            <a:extLst>
              <a:ext uri="{FF2B5EF4-FFF2-40B4-BE49-F238E27FC236}">
                <a16:creationId xmlns:a16="http://schemas.microsoft.com/office/drawing/2014/main" id="{6926E50E-059F-0CBA-C4A2-76FB00302FB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861" y="4223604"/>
            <a:ext cx="2587187" cy="168983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880D56F8-61E9-D298-0A0F-5FF2B53EB46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17592" y="2032367"/>
            <a:ext cx="1150938" cy="85688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3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61" name="Диаграмма 2">
            <a:extLst>
              <a:ext uri="{FF2B5EF4-FFF2-40B4-BE49-F238E27FC236}">
                <a16:creationId xmlns:a16="http://schemas.microsoft.com/office/drawing/2014/main" id="{844FA2ED-0CAA-DCD2-F4BE-89906341EF85}"/>
              </a:ext>
            </a:extLst>
          </p:cNvPr>
          <p:cNvSpPr>
            <a:spLocks noGrp="1"/>
          </p:cNvSpPr>
          <p:nvPr>
            <p:ph type="chart" sz="quarter" idx="37" hasCustomPrompt="1"/>
          </p:nvPr>
        </p:nvSpPr>
        <p:spPr>
          <a:xfrm>
            <a:off x="9006814" y="1380392"/>
            <a:ext cx="2587187" cy="21565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Диаграмма</a:t>
            </a:r>
          </a:p>
        </p:txBody>
      </p:sp>
      <p:sp>
        <p:nvSpPr>
          <p:cNvPr id="62" name="Текст 8">
            <a:extLst>
              <a:ext uri="{FF2B5EF4-FFF2-40B4-BE49-F238E27FC236}">
                <a16:creationId xmlns:a16="http://schemas.microsoft.com/office/drawing/2014/main" id="{D977FD7C-D62F-6E2C-487B-80FB79CC2B4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06815" y="3563720"/>
            <a:ext cx="2587187" cy="3679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BFC4A27A-DFD3-F34F-44F7-F3C9A782520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015608" y="4223604"/>
            <a:ext cx="2587187" cy="168983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3322B2BC-4150-57A7-7B78-9ABDBAE8DFB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22339" y="2032367"/>
            <a:ext cx="1150938" cy="85688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 sz="23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30F58DDF-DA98-3B76-2D8F-492DFA0B53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3F41ACD-DF15-44F8-5B22-C851321A13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8583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3196218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Текст 8">
            <a:extLst>
              <a:ext uri="{FF2B5EF4-FFF2-40B4-BE49-F238E27FC236}">
                <a16:creationId xmlns:a16="http://schemas.microsoft.com/office/drawing/2014/main" id="{89E942E2-AD59-C182-8A0C-9A5656593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24000" y="3120415"/>
            <a:ext cx="2593909" cy="41198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26" name="Текст 8">
            <a:extLst>
              <a:ext uri="{FF2B5EF4-FFF2-40B4-BE49-F238E27FC236}">
                <a16:creationId xmlns:a16="http://schemas.microsoft.com/office/drawing/2014/main" id="{67130CA1-0B90-F972-3870-4E1EA6148D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3999" y="3477930"/>
            <a:ext cx="2596517" cy="70817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Рисунок 2">
            <a:extLst>
              <a:ext uri="{FF2B5EF4-FFF2-40B4-BE49-F238E27FC236}">
                <a16:creationId xmlns:a16="http://schemas.microsoft.com/office/drawing/2014/main" id="{46B491C2-ADB1-C08E-0439-D3503B6B1C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41783" y="1874406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5D36C0EA-E5C5-9D06-DF94-5586482840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51425" y="958836"/>
            <a:ext cx="2089151" cy="3077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29" name="Текст 8">
            <a:extLst>
              <a:ext uri="{FF2B5EF4-FFF2-40B4-BE49-F238E27FC236}">
                <a16:creationId xmlns:a16="http://schemas.microsoft.com/office/drawing/2014/main" id="{65D1178F-03F3-AAB6-6CB5-5C71609D51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51424" y="1299970"/>
            <a:ext cx="2089151" cy="6008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Текст 8">
            <a:extLst>
              <a:ext uri="{FF2B5EF4-FFF2-40B4-BE49-F238E27FC236}">
                <a16:creationId xmlns:a16="http://schemas.microsoft.com/office/drawing/2014/main" id="{87FB013F-78C3-4B6E-FCE5-EF1D6B57C73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8940" y="3113710"/>
            <a:ext cx="2599060" cy="41868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31" name="Текст 8">
            <a:extLst>
              <a:ext uri="{FF2B5EF4-FFF2-40B4-BE49-F238E27FC236}">
                <a16:creationId xmlns:a16="http://schemas.microsoft.com/office/drawing/2014/main" id="{87CAC502-CB25-AFA9-85C6-F8A70DE6E0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74092" y="3470310"/>
            <a:ext cx="2593908" cy="70817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6" name="Рисунок 2">
            <a:extLst>
              <a:ext uri="{FF2B5EF4-FFF2-40B4-BE49-F238E27FC236}">
                <a16:creationId xmlns:a16="http://schemas.microsoft.com/office/drawing/2014/main" id="{C2A108B5-E57E-D542-F0E2-4BD772CB764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741783" y="4252650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38" name="Рисунок 2">
            <a:extLst>
              <a:ext uri="{FF2B5EF4-FFF2-40B4-BE49-F238E27FC236}">
                <a16:creationId xmlns:a16="http://schemas.microsoft.com/office/drawing/2014/main" id="{65C99ED0-F5B3-3C45-74E2-A7414E0A463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932218" y="3058399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39" name="Рисунок 2">
            <a:extLst>
              <a:ext uri="{FF2B5EF4-FFF2-40B4-BE49-F238E27FC236}">
                <a16:creationId xmlns:a16="http://schemas.microsoft.com/office/drawing/2014/main" id="{89AB19D8-6356-1300-252B-3B5B9FA8A0A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39058" y="3052630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495706B8-AE6C-1077-58FB-BDE7F16A5FB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51424" y="5172952"/>
            <a:ext cx="2089152" cy="3077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A1FD598B-533B-F53D-DC6A-B2BB45BDF2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051425" y="5543351"/>
            <a:ext cx="2089150" cy="58027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C1A74DE7-66D3-9D13-23F1-3F95AE3E02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pic>
        <p:nvPicPr>
          <p:cNvPr id="43" name="Graphic 29">
            <a:extLst>
              <a:ext uri="{FF2B5EF4-FFF2-40B4-BE49-F238E27FC236}">
                <a16:creationId xmlns:a16="http://schemas.microsoft.com/office/drawing/2014/main" id="{F703CA8B-F050-6217-5AB6-FB7BE6CC3C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574629" y="2901466"/>
            <a:ext cx="1042743" cy="1042739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E0D8413-E9AF-A1E3-61EA-D3A0B824CA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2675419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6D4C9CAC-0BE2-48FF-0C30-CA5BC2499CB2}"/>
              </a:ext>
            </a:extLst>
          </p:cNvPr>
          <p:cNvGrpSpPr/>
          <p:nvPr userDrawn="1"/>
        </p:nvGrpSpPr>
        <p:grpSpPr>
          <a:xfrm>
            <a:off x="4811040" y="2216848"/>
            <a:ext cx="2569920" cy="2424304"/>
            <a:chOff x="4704759" y="2373874"/>
            <a:chExt cx="2569920" cy="2424304"/>
          </a:xfrm>
        </p:grpSpPr>
        <p:sp>
          <p:nvSpPr>
            <p:cNvPr id="28" name="Овал 85">
              <a:extLst>
                <a:ext uri="{FF2B5EF4-FFF2-40B4-BE49-F238E27FC236}">
                  <a16:creationId xmlns:a16="http://schemas.microsoft.com/office/drawing/2014/main" id="{8057332D-4CDF-69AE-BA17-BEFAE4AFAE41}"/>
                </a:ext>
              </a:extLst>
            </p:cNvPr>
            <p:cNvSpPr/>
            <p:nvPr userDrawn="1"/>
          </p:nvSpPr>
          <p:spPr>
            <a:xfrm rot="2700000">
              <a:off x="5205552" y="2803533"/>
              <a:ext cx="1564995" cy="1564993"/>
            </a:xfrm>
            <a:prstGeom prst="ellipse">
              <a:avLst/>
            </a:prstGeom>
            <a:noFill/>
            <a:ln w="12700">
              <a:noFill/>
            </a:ln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8576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lang="ru-RU" sz="1050" b="0" i="0" u="none" strike="noStrike" kern="0" cap="none" spc="0" normalizeH="0" baseline="0" noProof="0">
                <a:ln>
                  <a:noFill/>
                </a:ln>
                <a:solidFill>
                  <a:srgbClr val="2D3540"/>
                </a:solidFill>
                <a:effectLst/>
                <a:uLnTx/>
                <a:uFillTx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30" name="Группа 29">
              <a:extLst>
                <a:ext uri="{FF2B5EF4-FFF2-40B4-BE49-F238E27FC236}">
                  <a16:creationId xmlns:a16="http://schemas.microsoft.com/office/drawing/2014/main" id="{F5C559F7-6BA8-8B0E-9169-5EA02438468A}"/>
                </a:ext>
              </a:extLst>
            </p:cNvPr>
            <p:cNvGrpSpPr/>
            <p:nvPr userDrawn="1"/>
          </p:nvGrpSpPr>
          <p:grpSpPr>
            <a:xfrm>
              <a:off x="4775900" y="2373874"/>
              <a:ext cx="2424304" cy="2424304"/>
              <a:chOff x="3359850" y="2578112"/>
              <a:chExt cx="2424304" cy="2424304"/>
            </a:xfrm>
          </p:grpSpPr>
          <p:sp>
            <p:nvSpPr>
              <p:cNvPr id="31" name="Овал 66">
                <a:extLst>
                  <a:ext uri="{FF2B5EF4-FFF2-40B4-BE49-F238E27FC236}">
                    <a16:creationId xmlns:a16="http://schemas.microsoft.com/office/drawing/2014/main" id="{0496C0BB-E96C-FA9F-DA09-DB7D7BE2661F}"/>
                  </a:ext>
                </a:extLst>
              </p:cNvPr>
              <p:cNvSpPr/>
              <p:nvPr/>
            </p:nvSpPr>
            <p:spPr>
              <a:xfrm rot="2700000">
                <a:off x="3359850" y="2578112"/>
                <a:ext cx="2424304" cy="2424304"/>
              </a:xfrm>
              <a:prstGeom prst="ellipse">
                <a:avLst/>
              </a:prstGeom>
              <a:noFill/>
              <a:ln w="19050">
                <a:solidFill>
                  <a:srgbClr val="7F7F7F"/>
                </a:solidFill>
                <a:prstDash val="solid"/>
              </a:ln>
            </p:spPr>
            <p:txBody>
              <a:bodyPr rot="0" spcFirstLastPara="0" vertOverflow="overflow" horzOverflow="overflow" vert="horz" wrap="non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685766">
                  <a:buClr>
                    <a:srgbClr val="000000"/>
                  </a:buClr>
                </a:pPr>
                <a:endParaRPr lang="ru-RU" sz="1050" kern="0">
                  <a:solidFill>
                    <a:srgbClr val="2D3540"/>
                  </a:solidFill>
                  <a:cs typeface="Arial"/>
                  <a:sym typeface="Arial"/>
                </a:endParaRPr>
              </a:p>
            </p:txBody>
          </p:sp>
          <p:pic>
            <p:nvPicPr>
              <p:cNvPr id="32" name="Graphic 29">
                <a:extLst>
                  <a:ext uri="{FF2B5EF4-FFF2-40B4-BE49-F238E27FC236}">
                    <a16:creationId xmlns:a16="http://schemas.microsoft.com/office/drawing/2014/main" id="{970BA807-EFAA-36D9-4A91-D04018DFC1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p:blipFill>
            <p:spPr>
              <a:xfrm>
                <a:off x="3708983" y="2927249"/>
                <a:ext cx="1726038" cy="1726030"/>
              </a:xfrm>
              <a:prstGeom prst="rect">
                <a:avLst/>
              </a:prstGeom>
            </p:spPr>
          </p:pic>
        </p:grpSp>
        <p:sp>
          <p:nvSpPr>
            <p:cNvPr id="33" name="Овал 59">
              <a:extLst>
                <a:ext uri="{FF2B5EF4-FFF2-40B4-BE49-F238E27FC236}">
                  <a16:creationId xmlns:a16="http://schemas.microsoft.com/office/drawing/2014/main" id="{C1931F1C-53F1-5349-1A9F-FCF4DFA821D4}"/>
                </a:ext>
              </a:extLst>
            </p:cNvPr>
            <p:cNvSpPr/>
            <p:nvPr userDrawn="1"/>
          </p:nvSpPr>
          <p:spPr>
            <a:xfrm flipH="1">
              <a:off x="5182279" y="2520211"/>
              <a:ext cx="162000" cy="1620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Овал 59">
              <a:extLst>
                <a:ext uri="{FF2B5EF4-FFF2-40B4-BE49-F238E27FC236}">
                  <a16:creationId xmlns:a16="http://schemas.microsoft.com/office/drawing/2014/main" id="{3ED90245-1A44-B07D-B3B9-1445DC39228A}"/>
                </a:ext>
              </a:extLst>
            </p:cNvPr>
            <p:cNvSpPr/>
            <p:nvPr userDrawn="1"/>
          </p:nvSpPr>
          <p:spPr>
            <a:xfrm flipH="1">
              <a:off x="6594519" y="2520211"/>
              <a:ext cx="162000" cy="1620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Овал 59">
              <a:extLst>
                <a:ext uri="{FF2B5EF4-FFF2-40B4-BE49-F238E27FC236}">
                  <a16:creationId xmlns:a16="http://schemas.microsoft.com/office/drawing/2014/main" id="{EF057496-85CD-F79D-8A8C-55C43D9C1EE2}"/>
                </a:ext>
              </a:extLst>
            </p:cNvPr>
            <p:cNvSpPr/>
            <p:nvPr userDrawn="1"/>
          </p:nvSpPr>
          <p:spPr>
            <a:xfrm flipH="1">
              <a:off x="5182279" y="4481091"/>
              <a:ext cx="162000" cy="1620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Овал 59">
              <a:extLst>
                <a:ext uri="{FF2B5EF4-FFF2-40B4-BE49-F238E27FC236}">
                  <a16:creationId xmlns:a16="http://schemas.microsoft.com/office/drawing/2014/main" id="{04414D03-FB02-8164-F5FD-BC1683FB4D24}"/>
                </a:ext>
              </a:extLst>
            </p:cNvPr>
            <p:cNvSpPr/>
            <p:nvPr userDrawn="1"/>
          </p:nvSpPr>
          <p:spPr>
            <a:xfrm flipH="1">
              <a:off x="6594519" y="4481091"/>
              <a:ext cx="162000" cy="1620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Овал 59">
              <a:extLst>
                <a:ext uri="{FF2B5EF4-FFF2-40B4-BE49-F238E27FC236}">
                  <a16:creationId xmlns:a16="http://schemas.microsoft.com/office/drawing/2014/main" id="{4F9D7161-4430-B884-4468-EFBA1A4D297E}"/>
                </a:ext>
              </a:extLst>
            </p:cNvPr>
            <p:cNvSpPr/>
            <p:nvPr userDrawn="1"/>
          </p:nvSpPr>
          <p:spPr>
            <a:xfrm flipH="1">
              <a:off x="4704759" y="3434611"/>
              <a:ext cx="162000" cy="1620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Овал 59">
              <a:extLst>
                <a:ext uri="{FF2B5EF4-FFF2-40B4-BE49-F238E27FC236}">
                  <a16:creationId xmlns:a16="http://schemas.microsoft.com/office/drawing/2014/main" id="{15FFEBA1-E1E7-E2DB-9F54-DF075BE9D247}"/>
                </a:ext>
              </a:extLst>
            </p:cNvPr>
            <p:cNvSpPr/>
            <p:nvPr userDrawn="1"/>
          </p:nvSpPr>
          <p:spPr>
            <a:xfrm flipH="1">
              <a:off x="7112679" y="3434611"/>
              <a:ext cx="162000" cy="1620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0" name="Текст 8">
            <a:extLst>
              <a:ext uri="{FF2B5EF4-FFF2-40B4-BE49-F238E27FC236}">
                <a16:creationId xmlns:a16="http://schemas.microsoft.com/office/drawing/2014/main" id="{BD103A94-A9F0-B655-0436-D584910B9F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72116" y="1288493"/>
            <a:ext cx="2296886" cy="37578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lang="ru-RU" sz="2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Наименование</a:t>
            </a:r>
          </a:p>
        </p:txBody>
      </p:sp>
      <p:sp>
        <p:nvSpPr>
          <p:cNvPr id="51" name="Текст 8">
            <a:extLst>
              <a:ext uri="{FF2B5EF4-FFF2-40B4-BE49-F238E27FC236}">
                <a16:creationId xmlns:a16="http://schemas.microsoft.com/office/drawing/2014/main" id="{8AA69B0B-6A79-80B8-C975-2425D988915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73766" y="1738070"/>
            <a:ext cx="2292694" cy="671683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2" name="Текст 8">
            <a:extLst>
              <a:ext uri="{FF2B5EF4-FFF2-40B4-BE49-F238E27FC236}">
                <a16:creationId xmlns:a16="http://schemas.microsoft.com/office/drawing/2014/main" id="{8DE7EE20-0FEF-068A-3634-24BEA2F1A2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36411" y="3095736"/>
            <a:ext cx="2307568" cy="37578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lang="ru-RU" sz="2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Наименование</a:t>
            </a:r>
          </a:p>
        </p:txBody>
      </p:sp>
      <p:sp>
        <p:nvSpPr>
          <p:cNvPr id="53" name="Текст 8">
            <a:extLst>
              <a:ext uri="{FF2B5EF4-FFF2-40B4-BE49-F238E27FC236}">
                <a16:creationId xmlns:a16="http://schemas.microsoft.com/office/drawing/2014/main" id="{12A7CF9D-2552-AEE5-5DEE-B896C57669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44813" y="3538438"/>
            <a:ext cx="2296623" cy="674979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54" name="Текст 8">
            <a:extLst>
              <a:ext uri="{FF2B5EF4-FFF2-40B4-BE49-F238E27FC236}">
                <a16:creationId xmlns:a16="http://schemas.microsoft.com/office/drawing/2014/main" id="{95304F8C-C228-B029-79CF-414FE90D55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74468" y="5076494"/>
            <a:ext cx="2296622" cy="37578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55" name="Текст 8">
            <a:extLst>
              <a:ext uri="{FF2B5EF4-FFF2-40B4-BE49-F238E27FC236}">
                <a16:creationId xmlns:a16="http://schemas.microsoft.com/office/drawing/2014/main" id="{0B1144EA-4D35-C56F-499E-2BF8AB0675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63498" y="5519196"/>
            <a:ext cx="2305049" cy="67383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56" name="Текст 8">
            <a:extLst>
              <a:ext uri="{FF2B5EF4-FFF2-40B4-BE49-F238E27FC236}">
                <a16:creationId xmlns:a16="http://schemas.microsoft.com/office/drawing/2014/main" id="{E58C31DF-9F91-D5B7-1955-79E50100BE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12127" y="5076494"/>
            <a:ext cx="2296621" cy="3757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ru-RU" sz="2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Наименование</a:t>
            </a: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4046606B-CA54-9C1D-7AA6-966ECDD6E82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16319" y="5527663"/>
            <a:ext cx="2292429" cy="67383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258A101E-C6C7-14EC-3853-EC677E9B735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34822" y="3096619"/>
            <a:ext cx="2295470" cy="3757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ru-RU" sz="2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Наименование</a:t>
            </a:r>
          </a:p>
        </p:txBody>
      </p:sp>
      <p:sp>
        <p:nvSpPr>
          <p:cNvPr id="59" name="Текст 8">
            <a:extLst>
              <a:ext uri="{FF2B5EF4-FFF2-40B4-BE49-F238E27FC236}">
                <a16:creationId xmlns:a16="http://schemas.microsoft.com/office/drawing/2014/main" id="{478D0317-9522-2B99-647C-913DF336ED1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739014" y="3539321"/>
            <a:ext cx="2298409" cy="69103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D0AB1FB0-B759-2313-E362-B168F77262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11862" y="1298807"/>
            <a:ext cx="2296886" cy="3757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Наименование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7527FC65-8CBC-AEE4-F1FA-45D40FA9C01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916054" y="1741509"/>
            <a:ext cx="2292694" cy="68861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241EB7B2-8D51-7EE8-F3F2-22D791673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7514D33-75E4-9BBC-772B-C0144A50E6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809467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0CA69A21-A88E-CB53-5A52-4CF008D81885}"/>
              </a:ext>
            </a:extLst>
          </p:cNvPr>
          <p:cNvGrpSpPr/>
          <p:nvPr userDrawn="1"/>
        </p:nvGrpSpPr>
        <p:grpSpPr>
          <a:xfrm>
            <a:off x="0" y="1006133"/>
            <a:ext cx="3851910" cy="5143500"/>
            <a:chOff x="0" y="1006133"/>
            <a:chExt cx="3851910" cy="5143500"/>
          </a:xfrm>
        </p:grpSpPr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006F928B-AC70-F2AB-60E9-77E0FE6CC52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1177" r="-619"/>
            <a:stretch/>
          </p:blipFill>
          <p:spPr>
            <a:xfrm>
              <a:off x="0" y="1006133"/>
              <a:ext cx="3851910" cy="5143500"/>
            </a:xfrm>
            <a:prstGeom prst="rect">
              <a:avLst/>
            </a:prstGeom>
          </p:spPr>
        </p:pic>
        <p:sp>
          <p:nvSpPr>
            <p:cNvPr id="37" name="Овал 59">
              <a:extLst>
                <a:ext uri="{FF2B5EF4-FFF2-40B4-BE49-F238E27FC236}">
                  <a16:creationId xmlns:a16="http://schemas.microsoft.com/office/drawing/2014/main" id="{872344E5-8D9E-1CC7-B9DC-F22A34FB5210}"/>
                </a:ext>
              </a:extLst>
            </p:cNvPr>
            <p:cNvSpPr/>
            <p:nvPr userDrawn="1"/>
          </p:nvSpPr>
          <p:spPr>
            <a:xfrm flipH="1">
              <a:off x="2824371" y="2763081"/>
              <a:ext cx="162000" cy="1620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Овал 59">
              <a:extLst>
                <a:ext uri="{FF2B5EF4-FFF2-40B4-BE49-F238E27FC236}">
                  <a16:creationId xmlns:a16="http://schemas.microsoft.com/office/drawing/2014/main" id="{4A357350-B690-5F31-4716-63C1B49B6EC8}"/>
                </a:ext>
              </a:extLst>
            </p:cNvPr>
            <p:cNvSpPr/>
            <p:nvPr userDrawn="1"/>
          </p:nvSpPr>
          <p:spPr>
            <a:xfrm flipH="1">
              <a:off x="2424505" y="4171851"/>
              <a:ext cx="162000" cy="1620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Овал 59">
              <a:extLst>
                <a:ext uri="{FF2B5EF4-FFF2-40B4-BE49-F238E27FC236}">
                  <a16:creationId xmlns:a16="http://schemas.microsoft.com/office/drawing/2014/main" id="{081BEBE3-1611-B03A-8A78-140C5162CFB0}"/>
                </a:ext>
              </a:extLst>
            </p:cNvPr>
            <p:cNvSpPr/>
            <p:nvPr userDrawn="1"/>
          </p:nvSpPr>
          <p:spPr>
            <a:xfrm flipH="1">
              <a:off x="2097477" y="1514771"/>
              <a:ext cx="162000" cy="162000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28575"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Овал 59">
              <a:extLst>
                <a:ext uri="{FF2B5EF4-FFF2-40B4-BE49-F238E27FC236}">
                  <a16:creationId xmlns:a16="http://schemas.microsoft.com/office/drawing/2014/main" id="{2691A3E8-3CFC-32F6-DCCE-6E3C3651F942}"/>
                </a:ext>
              </a:extLst>
            </p:cNvPr>
            <p:cNvSpPr/>
            <p:nvPr userDrawn="1"/>
          </p:nvSpPr>
          <p:spPr>
            <a:xfrm flipH="1">
              <a:off x="2503495" y="5689867"/>
              <a:ext cx="162000" cy="162000"/>
            </a:xfrm>
            <a:prstGeom prst="ellipse">
              <a:avLst/>
            </a:prstGeom>
            <a:solidFill>
              <a:schemeClr val="accent3"/>
            </a:solidFill>
            <a:ln w="28575">
              <a:solidFill>
                <a:schemeClr val="bg1"/>
              </a:solidFill>
            </a:ln>
          </p:spPr>
          <p:txBody>
            <a:bodyPr rot="0" spcFirstLastPara="0" vertOverflow="overflow" horzOverflow="overflow" vert="horz" wrap="square" lIns="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7" name="Текст 8">
            <a:extLst>
              <a:ext uri="{FF2B5EF4-FFF2-40B4-BE49-F238E27FC236}">
                <a16:creationId xmlns:a16="http://schemas.microsoft.com/office/drawing/2014/main" id="{D68D2554-3BB5-D0F1-471D-1C30AC2503D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95782" y="1783789"/>
            <a:ext cx="2608843" cy="39571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ru-RU" sz="20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Название</a:t>
            </a:r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E7BF8D78-2B72-1ABC-9075-1FE9DB34A00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10650" y="2526725"/>
            <a:ext cx="2593975" cy="122612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31" name="Текст 8">
            <a:extLst>
              <a:ext uri="{FF2B5EF4-FFF2-40B4-BE49-F238E27FC236}">
                <a16:creationId xmlns:a16="http://schemas.microsoft.com/office/drawing/2014/main" id="{D26DBA03-DA6E-5430-7CAC-8BDD79FFAFC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995782" y="3945313"/>
            <a:ext cx="2308265" cy="39443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ru-RU" sz="2000" b="1" kern="120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Название</a:t>
            </a:r>
          </a:p>
        </p:txBody>
      </p:sp>
      <p:sp>
        <p:nvSpPr>
          <p:cNvPr id="32" name="Текст 8">
            <a:extLst>
              <a:ext uri="{FF2B5EF4-FFF2-40B4-BE49-F238E27FC236}">
                <a16:creationId xmlns:a16="http://schemas.microsoft.com/office/drawing/2014/main" id="{FEC29BEB-F754-4B20-E69C-A713ABDA1CD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10650" y="4685130"/>
            <a:ext cx="2593975" cy="122202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pic>
        <p:nvPicPr>
          <p:cNvPr id="34" name="Graphic 29">
            <a:extLst>
              <a:ext uri="{FF2B5EF4-FFF2-40B4-BE49-F238E27FC236}">
                <a16:creationId xmlns:a16="http://schemas.microsoft.com/office/drawing/2014/main" id="{F7000E34-BA20-7D63-3E76-4A7D3C57DF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92797" y="2548002"/>
            <a:ext cx="2087719" cy="2087710"/>
          </a:xfrm>
          <a:prstGeom prst="rect">
            <a:avLst/>
          </a:prstGeom>
        </p:spPr>
      </p:pic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3FF7D14D-1699-3384-FC18-6847CFC493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54" name="Текст 8">
            <a:extLst>
              <a:ext uri="{FF2B5EF4-FFF2-40B4-BE49-F238E27FC236}">
                <a16:creationId xmlns:a16="http://schemas.microsoft.com/office/drawing/2014/main" id="{023D0BDC-9D5C-B08C-DEC6-896370DE9AF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51917" y="1783789"/>
            <a:ext cx="2608843" cy="39571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ru-RU" sz="20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Название</a:t>
            </a:r>
          </a:p>
        </p:txBody>
      </p:sp>
      <p:sp>
        <p:nvSpPr>
          <p:cNvPr id="55" name="Текст 8">
            <a:extLst>
              <a:ext uri="{FF2B5EF4-FFF2-40B4-BE49-F238E27FC236}">
                <a16:creationId xmlns:a16="http://schemas.microsoft.com/office/drawing/2014/main" id="{934B33EB-DEEE-2480-10F9-49707CBDBDC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66785" y="2526725"/>
            <a:ext cx="2593975" cy="122612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56" name="Текст 8">
            <a:extLst>
              <a:ext uri="{FF2B5EF4-FFF2-40B4-BE49-F238E27FC236}">
                <a16:creationId xmlns:a16="http://schemas.microsoft.com/office/drawing/2014/main" id="{58FF7C63-C04F-0B02-54C5-C35963D04FF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51917" y="3945313"/>
            <a:ext cx="2308265" cy="39443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ru-RU" sz="2000" b="1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Название</a:t>
            </a: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D10C6968-4E67-7016-615A-79F6C150FA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66785" y="4685130"/>
            <a:ext cx="2593975" cy="122202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133BD5A-3814-14F0-37A5-58CAEBC054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9220524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0DF8995-C01F-9B89-E1A7-A9B3029076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2A3CECA6-3B9F-151E-DC79-38A80FCBE3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18817" y="2480070"/>
            <a:ext cx="2584184" cy="10568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6965B227-41FD-95C8-6734-8117F6EB86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16971" y="1495397"/>
            <a:ext cx="1533008" cy="7498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ru-RU" dirty="0"/>
              <a:t>03</a:t>
            </a:r>
            <a:endParaRPr lang="en-US" dirty="0"/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F6F641C4-DA32-2678-5E82-D060CD964B9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018817" y="5066334"/>
            <a:ext cx="2584184" cy="10568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C6E3AD58-4A1C-A555-7EEF-E3AE735CED7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016971" y="4081661"/>
            <a:ext cx="1533008" cy="7498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ru-RU" dirty="0"/>
              <a:t>04</a:t>
            </a:r>
            <a:endParaRPr lang="en-US" dirty="0"/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8634B998-CDA8-C7CE-6127-881F7639561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79667" y="2480070"/>
            <a:ext cx="2584184" cy="105688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45F30010-498C-4534-DC93-D6FD70448C7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79667" y="5066334"/>
            <a:ext cx="2584184" cy="1056880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587692BF-3A3F-AE49-FFBF-C2A8647BF7D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524000" y="1504334"/>
            <a:ext cx="1783175" cy="873598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01</a:t>
            </a:r>
            <a:endParaRPr lang="en-US" dirty="0"/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1C274825-AEC5-A998-1E3E-D1B2854FF4E6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435512" y="4100050"/>
            <a:ext cx="1783175" cy="873598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02</a:t>
            </a:r>
            <a:endParaRPr lang="en-US" dirty="0"/>
          </a:p>
        </p:txBody>
      </p:sp>
      <p:sp>
        <p:nvSpPr>
          <p:cNvPr id="87" name="Рисунок 3">
            <a:extLst>
              <a:ext uri="{FF2B5EF4-FFF2-40B4-BE49-F238E27FC236}">
                <a16:creationId xmlns:a16="http://schemas.microsoft.com/office/drawing/2014/main" id="{E638723B-89F8-F16B-88D4-0DEBD5EE8572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329327" y="1994567"/>
            <a:ext cx="3529013" cy="352901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27F516D-8C00-BF80-D3DF-FE1A0BD391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0144733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9">
            <a:extLst>
              <a:ext uri="{FF2B5EF4-FFF2-40B4-BE49-F238E27FC236}">
                <a16:creationId xmlns:a16="http://schemas.microsoft.com/office/drawing/2014/main" id="{0CDEBE34-FEFB-3FB2-7973-039CDD0ED6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574629" y="2907631"/>
            <a:ext cx="1042743" cy="1042739"/>
          </a:xfrm>
          <a:prstGeom prst="rect">
            <a:avLst/>
          </a:prstGeom>
        </p:spPr>
      </p:pic>
      <p:sp>
        <p:nvSpPr>
          <p:cNvPr id="29" name="Рисунок 2">
            <a:extLst>
              <a:ext uri="{FF2B5EF4-FFF2-40B4-BE49-F238E27FC236}">
                <a16:creationId xmlns:a16="http://schemas.microsoft.com/office/drawing/2014/main" id="{0693B664-56D8-12CF-E7C6-4F7C342B9E9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75613" y="1557283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30" name="Текст 8">
            <a:extLst>
              <a:ext uri="{FF2B5EF4-FFF2-40B4-BE49-F238E27FC236}">
                <a16:creationId xmlns:a16="http://schemas.microsoft.com/office/drawing/2014/main" id="{A79F1246-6C4D-5471-7A76-9B969B6672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08653" y="1609681"/>
            <a:ext cx="2595972" cy="41438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6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Название</a:t>
            </a:r>
          </a:p>
        </p:txBody>
      </p:sp>
      <p:sp>
        <p:nvSpPr>
          <p:cNvPr id="31" name="Текст 8">
            <a:extLst>
              <a:ext uri="{FF2B5EF4-FFF2-40B4-BE49-F238E27FC236}">
                <a16:creationId xmlns:a16="http://schemas.microsoft.com/office/drawing/2014/main" id="{56BB81BA-FCAF-3F87-A852-9D598144C81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0649" y="1958659"/>
            <a:ext cx="2593975" cy="93059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0DF8995-C01F-9B89-E1A7-A9B3029076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6" name="Рисунок 2">
            <a:extLst>
              <a:ext uri="{FF2B5EF4-FFF2-40B4-BE49-F238E27FC236}">
                <a16:creationId xmlns:a16="http://schemas.microsoft.com/office/drawing/2014/main" id="{E5A09830-6DD4-3B3B-DC8E-A8C904DA21D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075613" y="4585423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4A7141BD-2D3D-2115-4EDA-52D85958D47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08653" y="4637821"/>
            <a:ext cx="2595972" cy="41438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6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Название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20E56C8A-DB86-F37B-1F2D-2CE52929CE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10649" y="4986799"/>
            <a:ext cx="2593975" cy="93059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9" name="Рисунок 2">
            <a:extLst>
              <a:ext uri="{FF2B5EF4-FFF2-40B4-BE49-F238E27FC236}">
                <a16:creationId xmlns:a16="http://schemas.microsoft.com/office/drawing/2014/main" id="{0F73C1A8-7DAF-7FA2-BDC6-968CEA777E6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99111" y="1557283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40" name="Рисунок 2">
            <a:extLst>
              <a:ext uri="{FF2B5EF4-FFF2-40B4-BE49-F238E27FC236}">
                <a16:creationId xmlns:a16="http://schemas.microsoft.com/office/drawing/2014/main" id="{07B3D0C6-18DE-BCCC-1AC4-FE6912881C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99111" y="4585423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42" name="Текст 8">
            <a:extLst>
              <a:ext uri="{FF2B5EF4-FFF2-40B4-BE49-F238E27FC236}">
                <a16:creationId xmlns:a16="http://schemas.microsoft.com/office/drawing/2014/main" id="{7DB21F9F-A02F-A67C-7355-0E3618A8A9A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85787" y="1958659"/>
            <a:ext cx="2593975" cy="93059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6480E82C-5D34-5186-31F9-EA0EE4517EB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85787" y="4986799"/>
            <a:ext cx="2593975" cy="93059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5" name="Текст 8">
            <a:extLst>
              <a:ext uri="{FF2B5EF4-FFF2-40B4-BE49-F238E27FC236}">
                <a16:creationId xmlns:a16="http://schemas.microsoft.com/office/drawing/2014/main" id="{75E07052-872F-ACFD-7B53-D9B19C549D7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92821" y="1609681"/>
            <a:ext cx="2593975" cy="41438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6" name="Текст 8">
            <a:extLst>
              <a:ext uri="{FF2B5EF4-FFF2-40B4-BE49-F238E27FC236}">
                <a16:creationId xmlns:a16="http://schemas.microsoft.com/office/drawing/2014/main" id="{8305987F-4F41-805B-728C-63F1DEC64EC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2821" y="4635376"/>
            <a:ext cx="2593975" cy="42009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C882DEA-21AA-16C9-EC80-49486AF2CE9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/>
        </p:blipFill>
        <p:spPr>
          <a:xfrm>
            <a:off x="4656000" y="1969249"/>
            <a:ext cx="2880000" cy="2880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F1F757DD-E6E3-EA1D-5462-E007D0D8DE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1628" cy="431801"/>
          </a:xfrm>
          <a:prstGeom prst="rect">
            <a:avLst/>
          </a:prstGeom>
        </p:spPr>
        <p:txBody>
          <a:bodyPr wrap="square" lIns="0" tIns="0" rIns="0" bIns="0" anchor="ctr">
            <a:normAutofit/>
          </a:bodyPr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33148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2487ED05-47DD-3E0A-AB9F-D7632FD567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pic>
        <p:nvPicPr>
          <p:cNvPr id="42" name="Graphic 29">
            <a:extLst>
              <a:ext uri="{FF2B5EF4-FFF2-40B4-BE49-F238E27FC236}">
                <a16:creationId xmlns:a16="http://schemas.microsoft.com/office/drawing/2014/main" id="{F82700E6-C2D6-9D28-1EC7-15223C8C49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574629" y="2907631"/>
            <a:ext cx="1042743" cy="1042739"/>
          </a:xfrm>
          <a:prstGeom prst="rect">
            <a:avLst/>
          </a:prstGeom>
        </p:spPr>
      </p:pic>
      <p:sp>
        <p:nvSpPr>
          <p:cNvPr id="43" name="Рисунок 2">
            <a:extLst>
              <a:ext uri="{FF2B5EF4-FFF2-40B4-BE49-F238E27FC236}">
                <a16:creationId xmlns:a16="http://schemas.microsoft.com/office/drawing/2014/main" id="{93716FE9-2591-021B-7F64-55C02C49971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140577" y="1342174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FA8EC6AB-ABAE-E030-FDA1-706C3E421E9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73617" y="1394572"/>
            <a:ext cx="2595972" cy="41438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6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Название</a:t>
            </a:r>
          </a:p>
        </p:txBody>
      </p:sp>
      <p:sp>
        <p:nvSpPr>
          <p:cNvPr id="45" name="Текст 8">
            <a:extLst>
              <a:ext uri="{FF2B5EF4-FFF2-40B4-BE49-F238E27FC236}">
                <a16:creationId xmlns:a16="http://schemas.microsoft.com/office/drawing/2014/main" id="{3EA381D1-6BAA-E98E-828F-9D8A18CD2F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75613" y="1743550"/>
            <a:ext cx="2593975" cy="93059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6" name="Рисунок 2">
            <a:extLst>
              <a:ext uri="{FF2B5EF4-FFF2-40B4-BE49-F238E27FC236}">
                <a16:creationId xmlns:a16="http://schemas.microsoft.com/office/drawing/2014/main" id="{6EC25266-EDAA-8717-B57D-EFD516F4B54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077099" y="3716663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48" name="Текст 8">
            <a:extLst>
              <a:ext uri="{FF2B5EF4-FFF2-40B4-BE49-F238E27FC236}">
                <a16:creationId xmlns:a16="http://schemas.microsoft.com/office/drawing/2014/main" id="{E0314438-DDA9-3EF0-C3F7-2D7121325B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010139" y="3769061"/>
            <a:ext cx="2595972" cy="41438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6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Название</a:t>
            </a:r>
          </a:p>
        </p:txBody>
      </p:sp>
      <p:sp>
        <p:nvSpPr>
          <p:cNvPr id="55" name="Текст 8">
            <a:extLst>
              <a:ext uri="{FF2B5EF4-FFF2-40B4-BE49-F238E27FC236}">
                <a16:creationId xmlns:a16="http://schemas.microsoft.com/office/drawing/2014/main" id="{6C569E38-7BAC-C6A0-3D89-B6023E4C744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12135" y="4118039"/>
            <a:ext cx="2593975" cy="93059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D791025-496F-FD70-F72A-B50ECA15F39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330698" y="1345848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488011F0-4633-7408-EE10-D5BC456CC79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17374" y="1747224"/>
            <a:ext cx="2593975" cy="93059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A317FE59-3BF4-9A6C-7C79-1A8DFF97A0B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524408" y="1398246"/>
            <a:ext cx="2593975" cy="41438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9" name="Рисунок 2">
            <a:extLst>
              <a:ext uri="{FF2B5EF4-FFF2-40B4-BE49-F238E27FC236}">
                <a16:creationId xmlns:a16="http://schemas.microsoft.com/office/drawing/2014/main" id="{6CEE678D-B97D-EF1B-CCFC-5FD267271FCF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3398196" y="3717294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9AE145A-0499-25CA-59E3-8246E0EF44C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84872" y="4118670"/>
            <a:ext cx="2593975" cy="93059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6F059654-5FEC-21B3-7AF4-F4110AA7E4E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1906" y="3769692"/>
            <a:ext cx="2593975" cy="41438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62" name="Рисунок 2">
            <a:extLst>
              <a:ext uri="{FF2B5EF4-FFF2-40B4-BE49-F238E27FC236}">
                <a16:creationId xmlns:a16="http://schemas.microsoft.com/office/drawing/2014/main" id="{74B95AE2-50E4-14C3-16A5-30127FF968C8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5737225" y="5234520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72" name="Текст 8">
            <a:extLst>
              <a:ext uri="{FF2B5EF4-FFF2-40B4-BE49-F238E27FC236}">
                <a16:creationId xmlns:a16="http://schemas.microsoft.com/office/drawing/2014/main" id="{1CE1CA18-A7E5-99A0-A994-7AA54ABDA29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923901" y="5635896"/>
            <a:ext cx="2593975" cy="49344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3" name="Текст 8">
            <a:extLst>
              <a:ext uri="{FF2B5EF4-FFF2-40B4-BE49-F238E27FC236}">
                <a16:creationId xmlns:a16="http://schemas.microsoft.com/office/drawing/2014/main" id="{659E69AA-EF95-0ABA-AC1D-F15E43982A0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930935" y="5286918"/>
            <a:ext cx="2593975" cy="41438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713D88D-C09F-5D29-6D81-B60413F32FF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/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4777A88-995C-7A9A-5F12-90BE41CAE4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8104980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71511605-0E5B-6F4D-B6B8-AF5EBC78EE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pic>
        <p:nvPicPr>
          <p:cNvPr id="66" name="Graphic 29">
            <a:extLst>
              <a:ext uri="{FF2B5EF4-FFF2-40B4-BE49-F238E27FC236}">
                <a16:creationId xmlns:a16="http://schemas.microsoft.com/office/drawing/2014/main" id="{3922022D-624C-3538-4E38-CDFF59D1BF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574629" y="2907631"/>
            <a:ext cx="1042743" cy="1042739"/>
          </a:xfrm>
          <a:prstGeom prst="rect">
            <a:avLst/>
          </a:prstGeom>
        </p:spPr>
      </p:pic>
      <p:sp>
        <p:nvSpPr>
          <p:cNvPr id="67" name="Рисунок 2">
            <a:extLst>
              <a:ext uri="{FF2B5EF4-FFF2-40B4-BE49-F238E27FC236}">
                <a16:creationId xmlns:a16="http://schemas.microsoft.com/office/drawing/2014/main" id="{C9958108-6729-399F-5602-F4226E5991E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075613" y="1557283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68" name="Текст 8">
            <a:extLst>
              <a:ext uri="{FF2B5EF4-FFF2-40B4-BE49-F238E27FC236}">
                <a16:creationId xmlns:a16="http://schemas.microsoft.com/office/drawing/2014/main" id="{61D80A9F-D5CC-747A-FAAE-D02BCE63CE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08653" y="1609681"/>
            <a:ext cx="2595972" cy="41438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6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Название</a:t>
            </a:r>
          </a:p>
        </p:txBody>
      </p:sp>
      <p:sp>
        <p:nvSpPr>
          <p:cNvPr id="70" name="Текст 8">
            <a:extLst>
              <a:ext uri="{FF2B5EF4-FFF2-40B4-BE49-F238E27FC236}">
                <a16:creationId xmlns:a16="http://schemas.microsoft.com/office/drawing/2014/main" id="{0D766FCD-C412-01A0-A607-1C8E450732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0649" y="1958659"/>
            <a:ext cx="2593975" cy="93059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1" name="Рисунок 2">
            <a:extLst>
              <a:ext uri="{FF2B5EF4-FFF2-40B4-BE49-F238E27FC236}">
                <a16:creationId xmlns:a16="http://schemas.microsoft.com/office/drawing/2014/main" id="{637BFE5F-CC98-0E98-C909-FA6A0272CB2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075613" y="4585991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72" name="Текст 8">
            <a:extLst>
              <a:ext uri="{FF2B5EF4-FFF2-40B4-BE49-F238E27FC236}">
                <a16:creationId xmlns:a16="http://schemas.microsoft.com/office/drawing/2014/main" id="{8EE60BC7-553C-1E13-FC26-EB294FC4FA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08653" y="4638389"/>
            <a:ext cx="2595972" cy="41438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600" b="1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Название</a:t>
            </a:r>
          </a:p>
        </p:txBody>
      </p:sp>
      <p:sp>
        <p:nvSpPr>
          <p:cNvPr id="73" name="Текст 8">
            <a:extLst>
              <a:ext uri="{FF2B5EF4-FFF2-40B4-BE49-F238E27FC236}">
                <a16:creationId xmlns:a16="http://schemas.microsoft.com/office/drawing/2014/main" id="{8D70D691-A117-6E8E-C39E-1D3F6318E5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010649" y="4987367"/>
            <a:ext cx="2593975" cy="93059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4" name="Рисунок 2">
            <a:extLst>
              <a:ext uri="{FF2B5EF4-FFF2-40B4-BE49-F238E27FC236}">
                <a16:creationId xmlns:a16="http://schemas.microsoft.com/office/drawing/2014/main" id="{7D9F4EF8-28D9-4CD8-2DFB-746BBEF8828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99111" y="1557283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75" name="Рисунок 2">
            <a:extLst>
              <a:ext uri="{FF2B5EF4-FFF2-40B4-BE49-F238E27FC236}">
                <a16:creationId xmlns:a16="http://schemas.microsoft.com/office/drawing/2014/main" id="{89868A0D-3F41-ACD1-4766-C25F711B783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399111" y="4596082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76" name="Текст 8">
            <a:extLst>
              <a:ext uri="{FF2B5EF4-FFF2-40B4-BE49-F238E27FC236}">
                <a16:creationId xmlns:a16="http://schemas.microsoft.com/office/drawing/2014/main" id="{58C69E6D-9053-8120-CB8E-43CA050A87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85787" y="1958659"/>
            <a:ext cx="2593975" cy="93059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7" name="Текст 8">
            <a:extLst>
              <a:ext uri="{FF2B5EF4-FFF2-40B4-BE49-F238E27FC236}">
                <a16:creationId xmlns:a16="http://schemas.microsoft.com/office/drawing/2014/main" id="{6EEFD3CF-AC6A-8CE4-52A1-F32AA8190F5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85787" y="4987126"/>
            <a:ext cx="2593975" cy="93059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8" name="Текст 8">
            <a:extLst>
              <a:ext uri="{FF2B5EF4-FFF2-40B4-BE49-F238E27FC236}">
                <a16:creationId xmlns:a16="http://schemas.microsoft.com/office/drawing/2014/main" id="{A17E892B-D1C1-3B94-0720-E14F71B4E56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92821" y="1609681"/>
            <a:ext cx="2593975" cy="414381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9" name="Текст 8">
            <a:extLst>
              <a:ext uri="{FF2B5EF4-FFF2-40B4-BE49-F238E27FC236}">
                <a16:creationId xmlns:a16="http://schemas.microsoft.com/office/drawing/2014/main" id="{D8C684B4-DA1C-20D2-F42D-F84E4B3A1262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2821" y="4639772"/>
            <a:ext cx="2593975" cy="42009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80" name="Рисунок 2">
            <a:extLst>
              <a:ext uri="{FF2B5EF4-FFF2-40B4-BE49-F238E27FC236}">
                <a16:creationId xmlns:a16="http://schemas.microsoft.com/office/drawing/2014/main" id="{5BE5B73C-41EF-6829-74B4-D03C73088AC3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8075613" y="3072185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81" name="Текст 8">
            <a:extLst>
              <a:ext uri="{FF2B5EF4-FFF2-40B4-BE49-F238E27FC236}">
                <a16:creationId xmlns:a16="http://schemas.microsoft.com/office/drawing/2014/main" id="{4A7693B8-C016-BFD3-4F3C-542C875474C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008653" y="3124583"/>
            <a:ext cx="2595972" cy="41438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6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Название</a:t>
            </a:r>
          </a:p>
        </p:txBody>
      </p:sp>
      <p:sp>
        <p:nvSpPr>
          <p:cNvPr id="82" name="Текст 8">
            <a:extLst>
              <a:ext uri="{FF2B5EF4-FFF2-40B4-BE49-F238E27FC236}">
                <a16:creationId xmlns:a16="http://schemas.microsoft.com/office/drawing/2014/main" id="{C0659320-15AA-7446-A164-CD4A6C1F6B8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010649" y="3473561"/>
            <a:ext cx="2593975" cy="93059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3" name="Рисунок 2">
            <a:extLst>
              <a:ext uri="{FF2B5EF4-FFF2-40B4-BE49-F238E27FC236}">
                <a16:creationId xmlns:a16="http://schemas.microsoft.com/office/drawing/2014/main" id="{13327E05-CC61-BEED-472E-161A0DC75FD6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3399111" y="2868135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84" name="Текст 8">
            <a:extLst>
              <a:ext uri="{FF2B5EF4-FFF2-40B4-BE49-F238E27FC236}">
                <a16:creationId xmlns:a16="http://schemas.microsoft.com/office/drawing/2014/main" id="{FCF7C7F6-F883-D86B-B76C-FBF64AA4B03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85787" y="3259179"/>
            <a:ext cx="2593975" cy="930592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5" name="Текст 8">
            <a:extLst>
              <a:ext uri="{FF2B5EF4-FFF2-40B4-BE49-F238E27FC236}">
                <a16:creationId xmlns:a16="http://schemas.microsoft.com/office/drawing/2014/main" id="{5017FAA3-0D14-2F44-AE36-53755E128F9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92821" y="2911825"/>
            <a:ext cx="2593975" cy="42009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313625E7-4E08-E385-1092-6A0ED165763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/>
        </p:blipFill>
        <p:spPr>
          <a:xfrm>
            <a:off x="4656000" y="1991970"/>
            <a:ext cx="2880000" cy="2880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FF041263-4F4C-673C-DA2B-C16459657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4235006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Текст 8">
            <a:extLst>
              <a:ext uri="{FF2B5EF4-FFF2-40B4-BE49-F238E27FC236}">
                <a16:creationId xmlns:a16="http://schemas.microsoft.com/office/drawing/2014/main" id="{520209EE-64BC-51C3-EB1B-B4DC7CC8264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87375" y="4227639"/>
            <a:ext cx="2592388" cy="147934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CED3827E-68A7-7FC8-99CF-14FFE14FAF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2F07E38D-EC1E-05B8-A5B7-4255CA6F14A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95663" y="4227639"/>
            <a:ext cx="2592388" cy="147934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0" name="Текст 8">
            <a:extLst>
              <a:ext uri="{FF2B5EF4-FFF2-40B4-BE49-F238E27FC236}">
                <a16:creationId xmlns:a16="http://schemas.microsoft.com/office/drawing/2014/main" id="{D4CC1DF4-4FBB-9F61-D9FE-E7BA4B182A2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03950" y="4227639"/>
            <a:ext cx="2592387" cy="147934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4" name="Текст 8">
            <a:extLst>
              <a:ext uri="{FF2B5EF4-FFF2-40B4-BE49-F238E27FC236}">
                <a16:creationId xmlns:a16="http://schemas.microsoft.com/office/drawing/2014/main" id="{B0D3278E-589C-4087-278D-C221CB9BDA50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012235" y="4227639"/>
            <a:ext cx="2592389" cy="147934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6" name="Рисунок 3">
            <a:extLst>
              <a:ext uri="{FF2B5EF4-FFF2-40B4-BE49-F238E27FC236}">
                <a16:creationId xmlns:a16="http://schemas.microsoft.com/office/drawing/2014/main" id="{38114EEC-462D-3A4B-8F7B-490BBA6D5F29}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912083" y="1808163"/>
            <a:ext cx="1944000" cy="1944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77" name="Рисунок 3">
            <a:extLst>
              <a:ext uri="{FF2B5EF4-FFF2-40B4-BE49-F238E27FC236}">
                <a16:creationId xmlns:a16="http://schemas.microsoft.com/office/drawing/2014/main" id="{01BCD854-3545-9518-46EA-A7BFF46F30D6}"/>
              </a:ext>
            </a:extLst>
          </p:cNvPr>
          <p:cNvSpPr>
            <a:spLocks noGrp="1" noChangeAspect="1"/>
          </p:cNvSpPr>
          <p:nvPr>
            <p:ph type="pic" sz="quarter" idx="57" hasCustomPrompt="1"/>
          </p:nvPr>
        </p:nvSpPr>
        <p:spPr>
          <a:xfrm>
            <a:off x="3714277" y="1808163"/>
            <a:ext cx="1944000" cy="1944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78" name="Рисунок 3">
            <a:extLst>
              <a:ext uri="{FF2B5EF4-FFF2-40B4-BE49-F238E27FC236}">
                <a16:creationId xmlns:a16="http://schemas.microsoft.com/office/drawing/2014/main" id="{4BD7B8C0-24B6-1285-7DC2-7DAAD8E05011}"/>
              </a:ext>
            </a:extLst>
          </p:cNvPr>
          <p:cNvSpPr>
            <a:spLocks noGrp="1" noChangeAspect="1"/>
          </p:cNvSpPr>
          <p:nvPr>
            <p:ph type="pic" sz="quarter" idx="58" hasCustomPrompt="1"/>
          </p:nvPr>
        </p:nvSpPr>
        <p:spPr>
          <a:xfrm>
            <a:off x="6518437" y="1808163"/>
            <a:ext cx="1944000" cy="1944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79" name="Рисунок 3">
            <a:extLst>
              <a:ext uri="{FF2B5EF4-FFF2-40B4-BE49-F238E27FC236}">
                <a16:creationId xmlns:a16="http://schemas.microsoft.com/office/drawing/2014/main" id="{035F3C00-8A54-CF0D-B662-76E0F80225A0}"/>
              </a:ext>
            </a:extLst>
          </p:cNvPr>
          <p:cNvSpPr>
            <a:spLocks noGrp="1" noChangeAspect="1"/>
          </p:cNvSpPr>
          <p:nvPr>
            <p:ph type="pic" sz="quarter" idx="59" hasCustomPrompt="1"/>
          </p:nvPr>
        </p:nvSpPr>
        <p:spPr>
          <a:xfrm>
            <a:off x="9322597" y="1808163"/>
            <a:ext cx="1944000" cy="1944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Рисунок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EE82125-2488-D224-11C7-FEE2E0BE64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5210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7124948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3">
            <a:extLst>
              <a:ext uri="{FF2B5EF4-FFF2-40B4-BE49-F238E27FC236}">
                <a16:creationId xmlns:a16="http://schemas.microsoft.com/office/drawing/2014/main" id="{9DE13987-364C-76AA-EB2A-A51B0CCC16FD}"/>
              </a:ext>
            </a:extLst>
          </p:cNvPr>
          <p:cNvSpPr/>
          <p:nvPr userDrawn="1"/>
        </p:nvSpPr>
        <p:spPr>
          <a:xfrm>
            <a:off x="801143" y="2032897"/>
            <a:ext cx="2159999" cy="36734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kern="0">
              <a:solidFill>
                <a:schemeClr val="bg1"/>
              </a:solidFill>
            </a:endParaRPr>
          </a:p>
        </p:txBody>
      </p:sp>
      <p:sp>
        <p:nvSpPr>
          <p:cNvPr id="23" name="Текст 8">
            <a:extLst>
              <a:ext uri="{FF2B5EF4-FFF2-40B4-BE49-F238E27FC236}">
                <a16:creationId xmlns:a16="http://schemas.microsoft.com/office/drawing/2014/main" id="{85D68F00-F094-6589-AE91-CC88571F290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4823" y="2720343"/>
            <a:ext cx="1850370" cy="5309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Текст 8">
            <a:extLst>
              <a:ext uri="{FF2B5EF4-FFF2-40B4-BE49-F238E27FC236}">
                <a16:creationId xmlns:a16="http://schemas.microsoft.com/office/drawing/2014/main" id="{014101D5-B562-42F1-6446-8C5CC89DC2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4823" y="3385090"/>
            <a:ext cx="1850370" cy="209654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456F2A94-34C9-88A8-153F-5441360022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3EFD5EDE-F7F3-1196-DF20-FC28ECC25506}"/>
              </a:ext>
            </a:extLst>
          </p:cNvPr>
          <p:cNvSpPr/>
          <p:nvPr userDrawn="1"/>
        </p:nvSpPr>
        <p:spPr>
          <a:xfrm>
            <a:off x="3619741" y="2032897"/>
            <a:ext cx="2159999" cy="36734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kern="0">
              <a:solidFill>
                <a:schemeClr val="bg1"/>
              </a:solidFill>
            </a:endParaRPr>
          </a:p>
        </p:txBody>
      </p:sp>
      <p:sp>
        <p:nvSpPr>
          <p:cNvPr id="48" name="Текст 8">
            <a:extLst>
              <a:ext uri="{FF2B5EF4-FFF2-40B4-BE49-F238E27FC236}">
                <a16:creationId xmlns:a16="http://schemas.microsoft.com/office/drawing/2014/main" id="{71B37C69-4A58-D617-FE76-9265C887C1C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73421" y="2720343"/>
            <a:ext cx="1850370" cy="5309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9" name="Текст 8">
            <a:extLst>
              <a:ext uri="{FF2B5EF4-FFF2-40B4-BE49-F238E27FC236}">
                <a16:creationId xmlns:a16="http://schemas.microsoft.com/office/drawing/2014/main" id="{71577A34-BE4C-3CBD-3942-2884208DF4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73421" y="3385090"/>
            <a:ext cx="1850370" cy="209654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1" name="Rectangle 3">
            <a:extLst>
              <a:ext uri="{FF2B5EF4-FFF2-40B4-BE49-F238E27FC236}">
                <a16:creationId xmlns:a16="http://schemas.microsoft.com/office/drawing/2014/main" id="{744B18D7-9F2C-F624-07AE-8F794B8B58BA}"/>
              </a:ext>
            </a:extLst>
          </p:cNvPr>
          <p:cNvSpPr/>
          <p:nvPr userDrawn="1"/>
        </p:nvSpPr>
        <p:spPr>
          <a:xfrm>
            <a:off x="6419088" y="2032897"/>
            <a:ext cx="2159999" cy="3673474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kern="0">
              <a:solidFill>
                <a:schemeClr val="bg1"/>
              </a:solidFill>
            </a:endParaRPr>
          </a:p>
        </p:txBody>
      </p:sp>
      <p:sp>
        <p:nvSpPr>
          <p:cNvPr id="53" name="Текст 8">
            <a:extLst>
              <a:ext uri="{FF2B5EF4-FFF2-40B4-BE49-F238E27FC236}">
                <a16:creationId xmlns:a16="http://schemas.microsoft.com/office/drawing/2014/main" id="{A18C10EA-5D83-4175-73E3-7CF9A172866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72768" y="2720343"/>
            <a:ext cx="1850370" cy="5309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4" name="Текст 8">
            <a:extLst>
              <a:ext uri="{FF2B5EF4-FFF2-40B4-BE49-F238E27FC236}">
                <a16:creationId xmlns:a16="http://schemas.microsoft.com/office/drawing/2014/main" id="{172325A0-1469-F721-7C3B-8699A42A185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572768" y="3385090"/>
            <a:ext cx="1850370" cy="209654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63EBD2FD-5882-B5AD-160D-0BBA191906EB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7071221" y="1596279"/>
            <a:ext cx="864870" cy="864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C7D8B404-EFFE-38C1-E085-45E006908030}"/>
              </a:ext>
            </a:extLst>
          </p:cNvPr>
          <p:cNvSpPr/>
          <p:nvPr userDrawn="1"/>
        </p:nvSpPr>
        <p:spPr>
          <a:xfrm>
            <a:off x="9226457" y="2032897"/>
            <a:ext cx="2159999" cy="367347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kern="0">
              <a:solidFill>
                <a:schemeClr val="bg1"/>
              </a:solidFill>
            </a:endParaRPr>
          </a:p>
        </p:txBody>
      </p:sp>
      <p:sp>
        <p:nvSpPr>
          <p:cNvPr id="59" name="Текст 8">
            <a:extLst>
              <a:ext uri="{FF2B5EF4-FFF2-40B4-BE49-F238E27FC236}">
                <a16:creationId xmlns:a16="http://schemas.microsoft.com/office/drawing/2014/main" id="{05059EC0-79AC-07B1-854F-6515C709C2D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380137" y="2720343"/>
            <a:ext cx="1850370" cy="53097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F1A99F55-D717-31BC-FEDF-DB33401CB25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380137" y="3385090"/>
            <a:ext cx="1850370" cy="209654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0" name="Рисунок 2">
            <a:extLst>
              <a:ext uri="{FF2B5EF4-FFF2-40B4-BE49-F238E27FC236}">
                <a16:creationId xmlns:a16="http://schemas.microsoft.com/office/drawing/2014/main" id="{5C29FB5C-3EEC-EDE0-31E1-D06F16401871}"/>
              </a:ext>
            </a:extLst>
          </p:cNvPr>
          <p:cNvSpPr>
            <a:spLocks noGrp="1" noChangeAspect="1"/>
          </p:cNvSpPr>
          <p:nvPr>
            <p:ph type="pic" sz="quarter" idx="40"/>
          </p:nvPr>
        </p:nvSpPr>
        <p:spPr>
          <a:xfrm>
            <a:off x="9874933" y="1596279"/>
            <a:ext cx="864870" cy="864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81" name="Рисунок 2">
            <a:extLst>
              <a:ext uri="{FF2B5EF4-FFF2-40B4-BE49-F238E27FC236}">
                <a16:creationId xmlns:a16="http://schemas.microsoft.com/office/drawing/2014/main" id="{95CC5E9D-3ED6-584F-06D1-50556AC51D91}"/>
              </a:ext>
            </a:extLst>
          </p:cNvPr>
          <p:cNvSpPr>
            <a:spLocks noGrp="1" noChangeAspect="1"/>
          </p:cNvSpPr>
          <p:nvPr>
            <p:ph type="pic" sz="quarter" idx="41"/>
          </p:nvPr>
        </p:nvSpPr>
        <p:spPr>
          <a:xfrm>
            <a:off x="4260786" y="1596279"/>
            <a:ext cx="864870" cy="864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82" name="Рисунок 2">
            <a:extLst>
              <a:ext uri="{FF2B5EF4-FFF2-40B4-BE49-F238E27FC236}">
                <a16:creationId xmlns:a16="http://schemas.microsoft.com/office/drawing/2014/main" id="{015E80E5-EB3E-FD99-8BD8-0A65531A99B6}"/>
              </a:ext>
            </a:extLst>
          </p:cNvPr>
          <p:cNvSpPr>
            <a:spLocks noGrp="1" noChangeAspect="1"/>
          </p:cNvSpPr>
          <p:nvPr>
            <p:ph type="pic" sz="quarter" idx="42"/>
          </p:nvPr>
        </p:nvSpPr>
        <p:spPr>
          <a:xfrm>
            <a:off x="1457076" y="1596279"/>
            <a:ext cx="864870" cy="864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BAB14BD-DDC2-F907-789E-0FAEB61156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955150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_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Текст 8">
            <a:extLst>
              <a:ext uri="{FF2B5EF4-FFF2-40B4-BE49-F238E27FC236}">
                <a16:creationId xmlns:a16="http://schemas.microsoft.com/office/drawing/2014/main" id="{9FE852D9-E030-61EB-50AC-D445DAC243F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7375" y="3104623"/>
            <a:ext cx="2908494" cy="641139"/>
          </a:xfrm>
          <a:prstGeom prst="homePlat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Текст 8">
            <a:extLst>
              <a:ext uri="{FF2B5EF4-FFF2-40B4-BE49-F238E27FC236}">
                <a16:creationId xmlns:a16="http://schemas.microsoft.com/office/drawing/2014/main" id="{2153118B-75EB-10D1-9C23-CA385ED97A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87376" y="1637758"/>
            <a:ext cx="2592388" cy="124440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3092EDC6-3D2E-8504-91E9-401DDAFD670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14164" y="5330141"/>
            <a:ext cx="2590461" cy="36739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5" name="Рисунок 2">
            <a:extLst>
              <a:ext uri="{FF2B5EF4-FFF2-40B4-BE49-F238E27FC236}">
                <a16:creationId xmlns:a16="http://schemas.microsoft.com/office/drawing/2014/main" id="{38483C77-8AA3-C3C7-FFAA-350B8EC170C0}"/>
              </a:ext>
            </a:extLst>
          </p:cNvPr>
          <p:cNvSpPr>
            <a:spLocks noGrp="1" noChangeAspect="1"/>
          </p:cNvSpPr>
          <p:nvPr>
            <p:ph type="pic" sz="quarter" idx="46"/>
          </p:nvPr>
        </p:nvSpPr>
        <p:spPr>
          <a:xfrm>
            <a:off x="9894977" y="4186012"/>
            <a:ext cx="828833" cy="82799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39" name="Текст 8">
            <a:extLst>
              <a:ext uri="{FF2B5EF4-FFF2-40B4-BE49-F238E27FC236}">
                <a16:creationId xmlns:a16="http://schemas.microsoft.com/office/drawing/2014/main" id="{81DAFB42-93B8-DAED-4CAC-13F37F3B2C0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398436" y="3104623"/>
            <a:ext cx="2907647" cy="641138"/>
          </a:xfrm>
          <a:prstGeom prst="chevron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E35C138D-EEF1-F79D-62F7-861875CF336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03950" y="3104283"/>
            <a:ext cx="2907646" cy="641480"/>
          </a:xfrm>
          <a:prstGeom prst="chevron">
            <a:avLst/>
          </a:prstGeom>
          <a:solidFill>
            <a:schemeClr val="bg1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Текст 8">
            <a:extLst>
              <a:ext uri="{FF2B5EF4-FFF2-40B4-BE49-F238E27FC236}">
                <a16:creationId xmlns:a16="http://schemas.microsoft.com/office/drawing/2014/main" id="{7624F5A1-2610-024F-121F-428FB361E88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014164" y="3104283"/>
            <a:ext cx="2590461" cy="641480"/>
          </a:xfrm>
          <a:prstGeom prst="chevron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163A79C1-056D-E424-4C14-D8DDA6A5BE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42238CC0-652B-5225-0B6D-4C4AEDE8887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401459" y="1637758"/>
            <a:ext cx="2592388" cy="124440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6" name="Текст 8">
            <a:extLst>
              <a:ext uri="{FF2B5EF4-FFF2-40B4-BE49-F238E27FC236}">
                <a16:creationId xmlns:a16="http://schemas.microsoft.com/office/drawing/2014/main" id="{A1E2D607-8F05-CD1A-B836-8485C472CA4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208455" y="1637758"/>
            <a:ext cx="2592388" cy="124440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7" name="Текст 8">
            <a:extLst>
              <a:ext uri="{FF2B5EF4-FFF2-40B4-BE49-F238E27FC236}">
                <a16:creationId xmlns:a16="http://schemas.microsoft.com/office/drawing/2014/main" id="{6E728BE2-9B72-A9E7-378E-4B5AB8133BD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015450" y="1637758"/>
            <a:ext cx="2592388" cy="124440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8" name="Текст 8">
            <a:extLst>
              <a:ext uri="{FF2B5EF4-FFF2-40B4-BE49-F238E27FC236}">
                <a16:creationId xmlns:a16="http://schemas.microsoft.com/office/drawing/2014/main" id="{DD9EFC67-4A60-1697-4307-A0B47F5AAC8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00625" y="5330141"/>
            <a:ext cx="2590461" cy="36739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9" name="Рисунок 2">
            <a:extLst>
              <a:ext uri="{FF2B5EF4-FFF2-40B4-BE49-F238E27FC236}">
                <a16:creationId xmlns:a16="http://schemas.microsoft.com/office/drawing/2014/main" id="{A0362FB7-36C5-B94D-9E73-BF8F86477C39}"/>
              </a:ext>
            </a:extLst>
          </p:cNvPr>
          <p:cNvSpPr>
            <a:spLocks noGrp="1" noChangeAspect="1"/>
          </p:cNvSpPr>
          <p:nvPr>
            <p:ph type="pic" sz="quarter" idx="57"/>
          </p:nvPr>
        </p:nvSpPr>
        <p:spPr>
          <a:xfrm>
            <a:off x="7081438" y="4186012"/>
            <a:ext cx="828833" cy="82799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50" name="Текст 8">
            <a:extLst>
              <a:ext uri="{FF2B5EF4-FFF2-40B4-BE49-F238E27FC236}">
                <a16:creationId xmlns:a16="http://schemas.microsoft.com/office/drawing/2014/main" id="{C656333B-70D6-93F1-1080-DC45B739182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3398810" y="5330141"/>
            <a:ext cx="2590461" cy="36739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1" name="Рисунок 2">
            <a:extLst>
              <a:ext uri="{FF2B5EF4-FFF2-40B4-BE49-F238E27FC236}">
                <a16:creationId xmlns:a16="http://schemas.microsoft.com/office/drawing/2014/main" id="{B83D1DA7-4E9D-EFCC-1169-633F7221AE5D}"/>
              </a:ext>
            </a:extLst>
          </p:cNvPr>
          <p:cNvSpPr>
            <a:spLocks noGrp="1" noChangeAspect="1"/>
          </p:cNvSpPr>
          <p:nvPr>
            <p:ph type="pic" sz="quarter" idx="59"/>
          </p:nvPr>
        </p:nvSpPr>
        <p:spPr>
          <a:xfrm>
            <a:off x="4279623" y="4186012"/>
            <a:ext cx="828833" cy="82799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52" name="Текст 8">
            <a:extLst>
              <a:ext uri="{FF2B5EF4-FFF2-40B4-BE49-F238E27FC236}">
                <a16:creationId xmlns:a16="http://schemas.microsoft.com/office/drawing/2014/main" id="{3E2F7EBC-4C2D-D64D-5F9C-787181EC084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85272" y="5330141"/>
            <a:ext cx="2590461" cy="36739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3" name="Рисунок 2">
            <a:extLst>
              <a:ext uri="{FF2B5EF4-FFF2-40B4-BE49-F238E27FC236}">
                <a16:creationId xmlns:a16="http://schemas.microsoft.com/office/drawing/2014/main" id="{730D663F-16DD-E3E5-46F5-9C7CD09E5706}"/>
              </a:ext>
            </a:extLst>
          </p:cNvPr>
          <p:cNvSpPr>
            <a:spLocks noGrp="1" noChangeAspect="1"/>
          </p:cNvSpPr>
          <p:nvPr>
            <p:ph type="pic" sz="quarter" idx="61"/>
          </p:nvPr>
        </p:nvSpPr>
        <p:spPr>
          <a:xfrm>
            <a:off x="1466085" y="4186012"/>
            <a:ext cx="828833" cy="827999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67605C3-016E-8CF8-F8A7-8033C08CA1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0982882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Текст 8">
            <a:extLst>
              <a:ext uri="{FF2B5EF4-FFF2-40B4-BE49-F238E27FC236}">
                <a16:creationId xmlns:a16="http://schemas.microsoft.com/office/drawing/2014/main" id="{F395A374-A868-6B32-D755-C5D9919938D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1533" y="1808163"/>
            <a:ext cx="4089892" cy="433387"/>
          </a:xfrm>
          <a:prstGeom prst="homePlate">
            <a:avLst/>
          </a:prstGeom>
          <a:solidFill>
            <a:schemeClr val="accent1"/>
          </a:solidFill>
        </p:spPr>
        <p:txBody>
          <a:bodyPr lIns="576000" tIns="0" rIns="0" bIns="0" anchor="ctr"/>
          <a:lstStyle>
            <a:lvl1pPr marL="0" indent="0" algn="l">
              <a:buNone/>
              <a:defRPr lang="ru-RU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46" name="Рисунок 2">
            <a:extLst>
              <a:ext uri="{FF2B5EF4-FFF2-40B4-BE49-F238E27FC236}">
                <a16:creationId xmlns:a16="http://schemas.microsoft.com/office/drawing/2014/main" id="{497D6BEE-01A9-A144-060A-28B360E3463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97670" y="1661500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50" name="Текст 8">
            <a:extLst>
              <a:ext uri="{FF2B5EF4-FFF2-40B4-BE49-F238E27FC236}">
                <a16:creationId xmlns:a16="http://schemas.microsoft.com/office/drawing/2014/main" id="{3F654C97-DDCA-E785-F389-3F180A12E70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140574" y="1808163"/>
            <a:ext cx="4453755" cy="43338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4" name="Текст 8">
            <a:extLst>
              <a:ext uri="{FF2B5EF4-FFF2-40B4-BE49-F238E27FC236}">
                <a16:creationId xmlns:a16="http://schemas.microsoft.com/office/drawing/2014/main" id="{5B60A130-8DFA-18A2-C6C0-28EC3FAA494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267325" y="1808163"/>
            <a:ext cx="1657350" cy="43338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A2636C7A-F703-F23A-A025-3F4D9F8944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56" name="Текст 8">
            <a:extLst>
              <a:ext uri="{FF2B5EF4-FFF2-40B4-BE49-F238E27FC236}">
                <a16:creationId xmlns:a16="http://schemas.microsoft.com/office/drawing/2014/main" id="{2D301294-D214-166C-79B3-12FF4D7F9D7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61533" y="2676264"/>
            <a:ext cx="4089892" cy="433387"/>
          </a:xfrm>
          <a:prstGeom prst="homePlate">
            <a:avLst/>
          </a:prstGeom>
          <a:solidFill>
            <a:schemeClr val="accent2"/>
          </a:solidFill>
        </p:spPr>
        <p:txBody>
          <a:bodyPr lIns="576000" tIns="0" rIns="0" bIns="0" anchor="ctr"/>
          <a:lstStyle>
            <a:lvl1pPr marL="0" indent="0" algn="l">
              <a:buNone/>
              <a:defRPr lang="ru-RU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58" name="Рисунок 2">
            <a:extLst>
              <a:ext uri="{FF2B5EF4-FFF2-40B4-BE49-F238E27FC236}">
                <a16:creationId xmlns:a16="http://schemas.microsoft.com/office/drawing/2014/main" id="{A79ED0D0-9277-ECB8-FF9E-11057AA781A6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97670" y="2529601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59" name="Текст 8">
            <a:extLst>
              <a:ext uri="{FF2B5EF4-FFF2-40B4-BE49-F238E27FC236}">
                <a16:creationId xmlns:a16="http://schemas.microsoft.com/office/drawing/2014/main" id="{1ECDF0F1-52F3-808B-8304-9D96F3C5DC0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140574" y="2676264"/>
            <a:ext cx="4453755" cy="43338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043B45A4-2F2B-185B-B6B6-D8BF514240A9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267325" y="2676264"/>
            <a:ext cx="1657350" cy="43338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01EF81FA-7B35-3E56-683C-EB996E02280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61533" y="3538578"/>
            <a:ext cx="4089892" cy="433387"/>
          </a:xfrm>
          <a:prstGeom prst="homePlate">
            <a:avLst/>
          </a:prstGeom>
          <a:solidFill>
            <a:schemeClr val="bg1">
              <a:lumMod val="50000"/>
            </a:schemeClr>
          </a:solidFill>
        </p:spPr>
        <p:txBody>
          <a:bodyPr lIns="576000" tIns="0" rIns="0" bIns="0" anchor="ctr"/>
          <a:lstStyle>
            <a:lvl1pPr marL="0" indent="0" algn="l">
              <a:buNone/>
              <a:defRPr lang="ru-RU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63" name="Рисунок 2">
            <a:extLst>
              <a:ext uri="{FF2B5EF4-FFF2-40B4-BE49-F238E27FC236}">
                <a16:creationId xmlns:a16="http://schemas.microsoft.com/office/drawing/2014/main" id="{6BE70D0A-19E6-BA04-2D8D-3CD111399D1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97670" y="3391915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3E27D98F-AA50-062D-1117-788D934AC44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140574" y="3538578"/>
            <a:ext cx="4453755" cy="43338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5" name="Текст 8">
            <a:extLst>
              <a:ext uri="{FF2B5EF4-FFF2-40B4-BE49-F238E27FC236}">
                <a16:creationId xmlns:a16="http://schemas.microsoft.com/office/drawing/2014/main" id="{F6EF98B1-6E9C-E54E-7902-A97AF0F244C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267325" y="3538578"/>
            <a:ext cx="1657350" cy="43338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ACFD6245-4DCF-65A8-11A5-BC834B7603F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61533" y="4400892"/>
            <a:ext cx="4089892" cy="433387"/>
          </a:xfrm>
          <a:prstGeom prst="homePlate">
            <a:avLst/>
          </a:prstGeom>
          <a:solidFill>
            <a:schemeClr val="accent3"/>
          </a:solidFill>
        </p:spPr>
        <p:txBody>
          <a:bodyPr lIns="576000" tIns="0" rIns="0" bIns="0" anchor="ctr"/>
          <a:lstStyle>
            <a:lvl1pPr marL="0" indent="0" algn="l">
              <a:buNone/>
              <a:defRPr lang="ru-RU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68" name="Рисунок 2">
            <a:extLst>
              <a:ext uri="{FF2B5EF4-FFF2-40B4-BE49-F238E27FC236}">
                <a16:creationId xmlns:a16="http://schemas.microsoft.com/office/drawing/2014/main" id="{8ABB4B86-9ECE-B6B5-8FC7-0702A42838B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597670" y="4254229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69" name="Текст 8">
            <a:extLst>
              <a:ext uri="{FF2B5EF4-FFF2-40B4-BE49-F238E27FC236}">
                <a16:creationId xmlns:a16="http://schemas.microsoft.com/office/drawing/2014/main" id="{C59B4278-486C-6FB8-8B1F-E72F89C5733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140574" y="4400892"/>
            <a:ext cx="4453755" cy="43338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0" name="Текст 8">
            <a:extLst>
              <a:ext uri="{FF2B5EF4-FFF2-40B4-BE49-F238E27FC236}">
                <a16:creationId xmlns:a16="http://schemas.microsoft.com/office/drawing/2014/main" id="{3E1540A4-FD21-ED58-6900-87F485A6F28F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267325" y="4400892"/>
            <a:ext cx="1657350" cy="43338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71" name="Текст 8">
            <a:extLst>
              <a:ext uri="{FF2B5EF4-FFF2-40B4-BE49-F238E27FC236}">
                <a16:creationId xmlns:a16="http://schemas.microsoft.com/office/drawing/2014/main" id="{7DE454E6-B544-96E4-CF73-7DF2C89801F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61533" y="5268993"/>
            <a:ext cx="4089892" cy="433387"/>
          </a:xfrm>
          <a:prstGeom prst="homePlate">
            <a:avLst/>
          </a:prstGeom>
          <a:solidFill>
            <a:schemeClr val="accent4"/>
          </a:solidFill>
        </p:spPr>
        <p:txBody>
          <a:bodyPr lIns="576000" tIns="0" rIns="0" bIns="0" anchor="ctr"/>
          <a:lstStyle>
            <a:lvl1pPr marL="0" indent="0" algn="l">
              <a:buNone/>
              <a:defRPr lang="ru-RU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81" name="Рисунок 2">
            <a:extLst>
              <a:ext uri="{FF2B5EF4-FFF2-40B4-BE49-F238E27FC236}">
                <a16:creationId xmlns:a16="http://schemas.microsoft.com/office/drawing/2014/main" id="{36DB6306-4211-1878-EB18-BE020D4ED532}"/>
              </a:ext>
            </a:extLst>
          </p:cNvPr>
          <p:cNvSpPr>
            <a:spLocks noGrp="1" noChangeAspect="1"/>
          </p:cNvSpPr>
          <p:nvPr>
            <p:ph type="pic" sz="quarter" idx="62"/>
          </p:nvPr>
        </p:nvSpPr>
        <p:spPr>
          <a:xfrm>
            <a:off x="597670" y="5122330"/>
            <a:ext cx="720000" cy="7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82" name="Текст 8">
            <a:extLst>
              <a:ext uri="{FF2B5EF4-FFF2-40B4-BE49-F238E27FC236}">
                <a16:creationId xmlns:a16="http://schemas.microsoft.com/office/drawing/2014/main" id="{1BC12BA5-1B2E-5DC9-B579-AB645D7B6F1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7140574" y="5268993"/>
            <a:ext cx="4453755" cy="43338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3" name="Текст 8">
            <a:extLst>
              <a:ext uri="{FF2B5EF4-FFF2-40B4-BE49-F238E27FC236}">
                <a16:creationId xmlns:a16="http://schemas.microsoft.com/office/drawing/2014/main" id="{3E309DB7-FC7C-70F7-E073-698AC165975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267325" y="5268993"/>
            <a:ext cx="1657350" cy="43338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E43F53C6-A560-F02F-DF73-5232609C6D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2262481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_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7D99776B-61AB-484C-BF72-5AFE38A0D4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26" name="Текст 8">
            <a:extLst>
              <a:ext uri="{FF2B5EF4-FFF2-40B4-BE49-F238E27FC236}">
                <a16:creationId xmlns:a16="http://schemas.microsoft.com/office/drawing/2014/main" id="{5226556D-0BB7-E35E-882F-40C78C0BB3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66439" y="1599925"/>
            <a:ext cx="5958236" cy="641626"/>
          </a:xfrm>
          <a:prstGeom prst="homePlate">
            <a:avLst/>
          </a:prstGeom>
          <a:solidFill>
            <a:schemeClr val="accent1"/>
          </a:solidFill>
        </p:spPr>
        <p:txBody>
          <a:bodyPr lIns="576000" tIns="0" rIns="0" bIns="0" anchor="ctr"/>
          <a:lstStyle>
            <a:lvl1pPr marL="0" indent="0" algn="l">
              <a:buNone/>
              <a:defRPr lang="ru-RU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37" name="Рисунок 2">
            <a:extLst>
              <a:ext uri="{FF2B5EF4-FFF2-40B4-BE49-F238E27FC236}">
                <a16:creationId xmlns:a16="http://schemas.microsoft.com/office/drawing/2014/main" id="{3B9ED78C-052D-74E9-5762-6C57AAED05E9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599607" y="1552967"/>
            <a:ext cx="720000" cy="7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0D9F332A-B46B-33FA-3B35-838E4047C94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140575" y="1592264"/>
            <a:ext cx="4464050" cy="64928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Текст 8">
            <a:extLst>
              <a:ext uri="{FF2B5EF4-FFF2-40B4-BE49-F238E27FC236}">
                <a16:creationId xmlns:a16="http://schemas.microsoft.com/office/drawing/2014/main" id="{0D4BC883-A5E3-849B-02EA-8306B924F70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66439" y="2674642"/>
            <a:ext cx="5958236" cy="641626"/>
          </a:xfrm>
          <a:prstGeom prst="homePlate">
            <a:avLst/>
          </a:prstGeom>
          <a:solidFill>
            <a:schemeClr val="accent2"/>
          </a:solidFill>
        </p:spPr>
        <p:txBody>
          <a:bodyPr lIns="576000" tIns="0" rIns="0" bIns="0" anchor="ctr"/>
          <a:lstStyle>
            <a:lvl1pPr marL="0" indent="0" algn="l">
              <a:buNone/>
              <a:defRPr lang="ru-RU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44" name="Рисунок 2">
            <a:extLst>
              <a:ext uri="{FF2B5EF4-FFF2-40B4-BE49-F238E27FC236}">
                <a16:creationId xmlns:a16="http://schemas.microsoft.com/office/drawing/2014/main" id="{84304502-457B-9580-CEAB-59D146F39832}"/>
              </a:ext>
            </a:extLst>
          </p:cNvPr>
          <p:cNvSpPr>
            <a:spLocks noGrp="1" noChangeAspect="1"/>
          </p:cNvSpPr>
          <p:nvPr>
            <p:ph type="pic" sz="quarter" idx="46"/>
          </p:nvPr>
        </p:nvSpPr>
        <p:spPr>
          <a:xfrm>
            <a:off x="599607" y="2627684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45" name="Текст 8">
            <a:extLst>
              <a:ext uri="{FF2B5EF4-FFF2-40B4-BE49-F238E27FC236}">
                <a16:creationId xmlns:a16="http://schemas.microsoft.com/office/drawing/2014/main" id="{453C852E-08D0-0790-8972-A6A295B37B6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140575" y="2666981"/>
            <a:ext cx="4464050" cy="64928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6" name="Текст 8">
            <a:extLst>
              <a:ext uri="{FF2B5EF4-FFF2-40B4-BE49-F238E27FC236}">
                <a16:creationId xmlns:a16="http://schemas.microsoft.com/office/drawing/2014/main" id="{0A9E8602-E114-8E20-677C-50FAD71E920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66439" y="3755297"/>
            <a:ext cx="5958236" cy="641626"/>
          </a:xfrm>
          <a:prstGeom prst="homePlate">
            <a:avLst/>
          </a:prstGeom>
          <a:solidFill>
            <a:schemeClr val="bg1">
              <a:lumMod val="50000"/>
            </a:schemeClr>
          </a:solidFill>
        </p:spPr>
        <p:txBody>
          <a:bodyPr lIns="576000" tIns="0" rIns="0" bIns="0" anchor="ctr"/>
          <a:lstStyle>
            <a:lvl1pPr marL="0" indent="0" algn="l">
              <a:buNone/>
              <a:defRPr lang="ru-RU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48" name="Рисунок 2">
            <a:extLst>
              <a:ext uri="{FF2B5EF4-FFF2-40B4-BE49-F238E27FC236}">
                <a16:creationId xmlns:a16="http://schemas.microsoft.com/office/drawing/2014/main" id="{AC12C8B8-FCAC-46E9-F938-524C1427A1B6}"/>
              </a:ext>
            </a:extLst>
          </p:cNvPr>
          <p:cNvSpPr>
            <a:spLocks noGrp="1" noChangeAspect="1"/>
          </p:cNvSpPr>
          <p:nvPr>
            <p:ph type="pic" sz="quarter" idx="49"/>
          </p:nvPr>
        </p:nvSpPr>
        <p:spPr>
          <a:xfrm>
            <a:off x="599607" y="3708339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49" name="Текст 8">
            <a:extLst>
              <a:ext uri="{FF2B5EF4-FFF2-40B4-BE49-F238E27FC236}">
                <a16:creationId xmlns:a16="http://schemas.microsoft.com/office/drawing/2014/main" id="{CAEFF7D7-4EA8-A8E3-6EA1-4900027A81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140575" y="3747636"/>
            <a:ext cx="4464050" cy="64928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0" name="Текст 8">
            <a:extLst>
              <a:ext uri="{FF2B5EF4-FFF2-40B4-BE49-F238E27FC236}">
                <a16:creationId xmlns:a16="http://schemas.microsoft.com/office/drawing/2014/main" id="{5AC0A69D-1EAA-7DDC-CD31-5A875240D9E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66439" y="4835952"/>
            <a:ext cx="5958236" cy="641626"/>
          </a:xfrm>
          <a:prstGeom prst="homePlate">
            <a:avLst/>
          </a:prstGeom>
          <a:solidFill>
            <a:schemeClr val="accent3"/>
          </a:solidFill>
        </p:spPr>
        <p:txBody>
          <a:bodyPr lIns="576000" tIns="0" rIns="0" bIns="0" anchor="ctr"/>
          <a:lstStyle>
            <a:lvl1pPr marL="0" indent="0" algn="l">
              <a:buNone/>
              <a:defRPr lang="ru-RU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52" name="Рисунок 2">
            <a:extLst>
              <a:ext uri="{FF2B5EF4-FFF2-40B4-BE49-F238E27FC236}">
                <a16:creationId xmlns:a16="http://schemas.microsoft.com/office/drawing/2014/main" id="{77F30643-6553-02AE-3ADE-E06229F63480}"/>
              </a:ext>
            </a:extLst>
          </p:cNvPr>
          <p:cNvSpPr>
            <a:spLocks noGrp="1" noChangeAspect="1"/>
          </p:cNvSpPr>
          <p:nvPr>
            <p:ph type="pic" sz="quarter" idx="52"/>
          </p:nvPr>
        </p:nvSpPr>
        <p:spPr>
          <a:xfrm>
            <a:off x="599607" y="4788994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53" name="Текст 8">
            <a:extLst>
              <a:ext uri="{FF2B5EF4-FFF2-40B4-BE49-F238E27FC236}">
                <a16:creationId xmlns:a16="http://schemas.microsoft.com/office/drawing/2014/main" id="{65A862EB-2BB3-5449-0BD4-2A8B1D6266D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140575" y="4828291"/>
            <a:ext cx="4464050" cy="649288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C67B7F9E-1D0D-720F-A3F6-B8BA0074A3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7546022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Текст 8">
            <a:extLst>
              <a:ext uri="{FF2B5EF4-FFF2-40B4-BE49-F238E27FC236}">
                <a16:creationId xmlns:a16="http://schemas.microsoft.com/office/drawing/2014/main" id="{9FD60C7F-15DE-6EAE-528D-A2EFC9BF97E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87374" y="5543748"/>
            <a:ext cx="3529014" cy="58559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4E945B2B-B17A-0359-4679-2993ECFCD4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87374" y="2046147"/>
            <a:ext cx="3529013" cy="411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Наименование этапа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26625E2A-80F9-950F-4453-D96762754FD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87375" y="1376507"/>
            <a:ext cx="3527425" cy="431656"/>
          </a:xfrm>
          <a:prstGeom prst="chevron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Этап 1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A91F678E-FAE0-B682-E445-FF7C835249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7375" y="2651269"/>
            <a:ext cx="644458" cy="5312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01</a:t>
            </a:r>
            <a:endParaRPr lang="en-US" dirty="0"/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5DDEEB43-1BFD-157F-06A3-9BDAF2B84968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308100" y="2744815"/>
            <a:ext cx="2806700" cy="57623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1596ECBF-D82B-FEB8-63EE-AD34DB2622CB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1642" y="3509501"/>
            <a:ext cx="644458" cy="5312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02</a:t>
            </a:r>
            <a:endParaRPr lang="en-US" dirty="0"/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B8CC09C-0C37-301F-F2A2-74840B58792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87375" y="4370089"/>
            <a:ext cx="644458" cy="5312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03</a:t>
            </a:r>
            <a:endParaRPr lang="en-US" dirty="0"/>
          </a:p>
        </p:txBody>
      </p:sp>
      <p:sp>
        <p:nvSpPr>
          <p:cNvPr id="49" name="Текст 8">
            <a:extLst>
              <a:ext uri="{FF2B5EF4-FFF2-40B4-BE49-F238E27FC236}">
                <a16:creationId xmlns:a16="http://schemas.microsoft.com/office/drawing/2014/main" id="{4DE7FBEA-8D80-F32D-BA92-2F9AA60911D5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308100" y="3605216"/>
            <a:ext cx="2808288" cy="579434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0" name="Текст 8">
            <a:extLst>
              <a:ext uri="{FF2B5EF4-FFF2-40B4-BE49-F238E27FC236}">
                <a16:creationId xmlns:a16="http://schemas.microsoft.com/office/drawing/2014/main" id="{6027E9B2-A3E1-F855-AACF-109F1F4E472A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308100" y="4469521"/>
            <a:ext cx="2806700" cy="579434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2" name="Текст 8">
            <a:extLst>
              <a:ext uri="{FF2B5EF4-FFF2-40B4-BE49-F238E27FC236}">
                <a16:creationId xmlns:a16="http://schemas.microsoft.com/office/drawing/2014/main" id="{D3755126-54F2-5683-2AF8-99118C594FA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4333986" y="5543748"/>
            <a:ext cx="3529014" cy="58559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86" name="Текст 8">
            <a:extLst>
              <a:ext uri="{FF2B5EF4-FFF2-40B4-BE49-F238E27FC236}">
                <a16:creationId xmlns:a16="http://schemas.microsoft.com/office/drawing/2014/main" id="{21382672-B7DE-BD6D-2997-C137CE73DCA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333986" y="2046147"/>
            <a:ext cx="3529013" cy="411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 dirty="0"/>
              <a:t>Наименование этапа</a:t>
            </a:r>
          </a:p>
        </p:txBody>
      </p:sp>
      <p:sp>
        <p:nvSpPr>
          <p:cNvPr id="87" name="Текст 8">
            <a:extLst>
              <a:ext uri="{FF2B5EF4-FFF2-40B4-BE49-F238E27FC236}">
                <a16:creationId xmlns:a16="http://schemas.microsoft.com/office/drawing/2014/main" id="{F428C8AA-5DC0-D62D-1E95-F5D8403BFC84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4333987" y="1376507"/>
            <a:ext cx="3527425" cy="431656"/>
          </a:xfrm>
          <a:prstGeom prst="chevron">
            <a:avLst/>
          </a:prstGeom>
          <a:solidFill>
            <a:schemeClr val="bg1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Этап 2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3C69B269-BD4B-CCD2-69CE-25D752FED40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4333987" y="2651269"/>
            <a:ext cx="644458" cy="5312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01</a:t>
            </a:r>
            <a:endParaRPr lang="en-US" dirty="0"/>
          </a:p>
        </p:txBody>
      </p:sp>
      <p:sp>
        <p:nvSpPr>
          <p:cNvPr id="91" name="Текст 8">
            <a:extLst>
              <a:ext uri="{FF2B5EF4-FFF2-40B4-BE49-F238E27FC236}">
                <a16:creationId xmlns:a16="http://schemas.microsoft.com/office/drawing/2014/main" id="{A9793217-10C9-06D1-7877-B807D5A11E67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054712" y="2744815"/>
            <a:ext cx="2806700" cy="57623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04" name="Text Placeholder 7">
            <a:extLst>
              <a:ext uri="{FF2B5EF4-FFF2-40B4-BE49-F238E27FC236}">
                <a16:creationId xmlns:a16="http://schemas.microsoft.com/office/drawing/2014/main" id="{63104018-42D0-519E-41D1-6201AE63D8D7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338254" y="3509501"/>
            <a:ext cx="644458" cy="5312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02</a:t>
            </a:r>
            <a:endParaRPr lang="en-US" dirty="0"/>
          </a:p>
        </p:txBody>
      </p:sp>
      <p:sp>
        <p:nvSpPr>
          <p:cNvPr id="105" name="Text Placeholder 7">
            <a:extLst>
              <a:ext uri="{FF2B5EF4-FFF2-40B4-BE49-F238E27FC236}">
                <a16:creationId xmlns:a16="http://schemas.microsoft.com/office/drawing/2014/main" id="{8D8F5039-2E5D-0445-CB1C-ABDF56F6DA28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4333987" y="4370089"/>
            <a:ext cx="644458" cy="5312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03</a:t>
            </a:r>
            <a:endParaRPr lang="en-US" dirty="0"/>
          </a:p>
        </p:txBody>
      </p:sp>
      <p:sp>
        <p:nvSpPr>
          <p:cNvPr id="106" name="Текст 8">
            <a:extLst>
              <a:ext uri="{FF2B5EF4-FFF2-40B4-BE49-F238E27FC236}">
                <a16:creationId xmlns:a16="http://schemas.microsoft.com/office/drawing/2014/main" id="{F9400BBB-1D9C-40B5-A493-095B062BCA8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5054712" y="3605216"/>
            <a:ext cx="2808288" cy="579434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07" name="Текст 8">
            <a:extLst>
              <a:ext uri="{FF2B5EF4-FFF2-40B4-BE49-F238E27FC236}">
                <a16:creationId xmlns:a16="http://schemas.microsoft.com/office/drawing/2014/main" id="{B9360B1A-33CF-C1EC-6ABF-6C27EFFA281E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5054712" y="4469521"/>
            <a:ext cx="2806700" cy="579434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08" name="Текст 8">
            <a:extLst>
              <a:ext uri="{FF2B5EF4-FFF2-40B4-BE49-F238E27FC236}">
                <a16:creationId xmlns:a16="http://schemas.microsoft.com/office/drawing/2014/main" id="{2FB47FA8-15C0-F3A0-8483-15099B98773C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8072507" y="5543748"/>
            <a:ext cx="3529014" cy="58559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09" name="Текст 8">
            <a:extLst>
              <a:ext uri="{FF2B5EF4-FFF2-40B4-BE49-F238E27FC236}">
                <a16:creationId xmlns:a16="http://schemas.microsoft.com/office/drawing/2014/main" id="{D20BCE6E-8EE6-CA4F-BE62-FEB6DB8EAC2D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8072507" y="2046147"/>
            <a:ext cx="3529013" cy="411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 dirty="0"/>
              <a:t>Наименование этапа</a:t>
            </a:r>
          </a:p>
        </p:txBody>
      </p:sp>
      <p:sp>
        <p:nvSpPr>
          <p:cNvPr id="110" name="Текст 8">
            <a:extLst>
              <a:ext uri="{FF2B5EF4-FFF2-40B4-BE49-F238E27FC236}">
                <a16:creationId xmlns:a16="http://schemas.microsoft.com/office/drawing/2014/main" id="{314DB21E-7B51-C430-3703-BB904366C90D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072508" y="1376507"/>
            <a:ext cx="3527425" cy="431656"/>
          </a:xfrm>
          <a:prstGeom prst="chevron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Этап 3</a:t>
            </a:r>
          </a:p>
        </p:txBody>
      </p:sp>
      <p:sp>
        <p:nvSpPr>
          <p:cNvPr id="111" name="Text Placeholder 7">
            <a:extLst>
              <a:ext uri="{FF2B5EF4-FFF2-40B4-BE49-F238E27FC236}">
                <a16:creationId xmlns:a16="http://schemas.microsoft.com/office/drawing/2014/main" id="{18BC113B-14FD-BD92-90E0-8F6F7892727E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072508" y="2651269"/>
            <a:ext cx="644458" cy="5312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01</a:t>
            </a:r>
            <a:endParaRPr lang="en-US" dirty="0"/>
          </a:p>
        </p:txBody>
      </p:sp>
      <p:sp>
        <p:nvSpPr>
          <p:cNvPr id="112" name="Текст 8">
            <a:extLst>
              <a:ext uri="{FF2B5EF4-FFF2-40B4-BE49-F238E27FC236}">
                <a16:creationId xmlns:a16="http://schemas.microsoft.com/office/drawing/2014/main" id="{B3942E2C-78EF-FC41-B705-7471C97DDDAD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793233" y="2744815"/>
            <a:ext cx="2806700" cy="576235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0FC2C7D2-5C55-1D7C-0826-DC6E6C94C8B8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8076775" y="3509501"/>
            <a:ext cx="644458" cy="5312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02</a:t>
            </a:r>
            <a:endParaRPr lang="en-US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D2DE09C2-698E-6E05-9AC2-6A6FB1D87BA7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072508" y="4370089"/>
            <a:ext cx="644458" cy="53120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03</a:t>
            </a:r>
            <a:endParaRPr lang="en-US" dirty="0"/>
          </a:p>
        </p:txBody>
      </p:sp>
      <p:sp>
        <p:nvSpPr>
          <p:cNvPr id="115" name="Текст 8">
            <a:extLst>
              <a:ext uri="{FF2B5EF4-FFF2-40B4-BE49-F238E27FC236}">
                <a16:creationId xmlns:a16="http://schemas.microsoft.com/office/drawing/2014/main" id="{BBC419B1-87E7-0253-0DB3-F64577D60A09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8793233" y="3605216"/>
            <a:ext cx="2808288" cy="579434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6" name="Текст 8">
            <a:extLst>
              <a:ext uri="{FF2B5EF4-FFF2-40B4-BE49-F238E27FC236}">
                <a16:creationId xmlns:a16="http://schemas.microsoft.com/office/drawing/2014/main" id="{CFDDA777-564F-FDAE-061E-B4D4731589D7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793233" y="4469521"/>
            <a:ext cx="2806700" cy="579434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7" name="Text Placeholder 7">
            <a:extLst>
              <a:ext uri="{FF2B5EF4-FFF2-40B4-BE49-F238E27FC236}">
                <a16:creationId xmlns:a16="http://schemas.microsoft.com/office/drawing/2014/main" id="{5946A278-AF36-1D10-C919-50E291419A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C11146FC-7A8B-5834-5FA1-6D599C4010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6832305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_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Рисунок 2">
            <a:extLst>
              <a:ext uri="{FF2B5EF4-FFF2-40B4-BE49-F238E27FC236}">
                <a16:creationId xmlns:a16="http://schemas.microsoft.com/office/drawing/2014/main" id="{C632458B-5F4A-2989-9FDB-14384F01BC48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9948448" y="2168525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3C664976-741E-A7E9-3E69-FEB8A5E17A2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91663" y="1371600"/>
            <a:ext cx="1655761" cy="464808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279C7151-14A2-B1C6-B3BF-1DD05D509CA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87375" y="1876792"/>
            <a:ext cx="2592389" cy="1012458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60" name="Рисунок 2">
            <a:extLst>
              <a:ext uri="{FF2B5EF4-FFF2-40B4-BE49-F238E27FC236}">
                <a16:creationId xmlns:a16="http://schemas.microsoft.com/office/drawing/2014/main" id="{BA6FEE47-1FFE-B1CF-90FE-5ECAA42A1CC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8081940" y="2168525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0F6E70F0-C3FC-E0DC-B26D-BC52325AF3A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625155" y="1371600"/>
            <a:ext cx="1655761" cy="464808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62" name="Рисунок 2">
            <a:extLst>
              <a:ext uri="{FF2B5EF4-FFF2-40B4-BE49-F238E27FC236}">
                <a16:creationId xmlns:a16="http://schemas.microsoft.com/office/drawing/2014/main" id="{4B4F19F0-3A91-EF5B-BA2C-A98350732D8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6215433" y="2168525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43FBAB54-53A4-3C37-EEEA-D6AB89A4802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758648" y="1371600"/>
            <a:ext cx="1655761" cy="464808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64" name="Рисунок 2">
            <a:extLst>
              <a:ext uri="{FF2B5EF4-FFF2-40B4-BE49-F238E27FC236}">
                <a16:creationId xmlns:a16="http://schemas.microsoft.com/office/drawing/2014/main" id="{885BDC86-1D5B-7ABB-9A45-133906242667}"/>
              </a:ext>
            </a:extLst>
          </p:cNvPr>
          <p:cNvSpPr>
            <a:spLocks noGrp="1" noChangeAspect="1"/>
          </p:cNvSpPr>
          <p:nvPr>
            <p:ph type="pic" sz="quarter" idx="62"/>
          </p:nvPr>
        </p:nvSpPr>
        <p:spPr>
          <a:xfrm>
            <a:off x="4348926" y="2168525"/>
            <a:ext cx="720000" cy="7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65" name="Текст 8">
            <a:extLst>
              <a:ext uri="{FF2B5EF4-FFF2-40B4-BE49-F238E27FC236}">
                <a16:creationId xmlns:a16="http://schemas.microsoft.com/office/drawing/2014/main" id="{D3AE0F79-9DF1-FA39-52C4-6F041C8FB27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892141" y="1371600"/>
            <a:ext cx="1655761" cy="464808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66" name="Рисунок 2">
            <a:extLst>
              <a:ext uri="{FF2B5EF4-FFF2-40B4-BE49-F238E27FC236}">
                <a16:creationId xmlns:a16="http://schemas.microsoft.com/office/drawing/2014/main" id="{6424E942-31AB-494E-33E7-9DC12E6B46E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9948448" y="3901710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3B345BCD-AC04-33E4-4BCC-E7359F53237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491663" y="4895455"/>
            <a:ext cx="1655761" cy="464808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68" name="Рисунок 2">
            <a:extLst>
              <a:ext uri="{FF2B5EF4-FFF2-40B4-BE49-F238E27FC236}">
                <a16:creationId xmlns:a16="http://schemas.microsoft.com/office/drawing/2014/main" id="{2D07DD1F-D70A-6DDC-A2DB-2F8AD7240A51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8081940" y="3901710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69" name="Текст 8">
            <a:extLst>
              <a:ext uri="{FF2B5EF4-FFF2-40B4-BE49-F238E27FC236}">
                <a16:creationId xmlns:a16="http://schemas.microsoft.com/office/drawing/2014/main" id="{38DAD231-5AF9-E032-10BB-88D0A3AD72A1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7625155" y="4895455"/>
            <a:ext cx="1655761" cy="464808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70" name="Рисунок 2">
            <a:extLst>
              <a:ext uri="{FF2B5EF4-FFF2-40B4-BE49-F238E27FC236}">
                <a16:creationId xmlns:a16="http://schemas.microsoft.com/office/drawing/2014/main" id="{B8415F46-BC07-09CC-6433-49E743AA22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215433" y="3901710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71" name="Текст 8">
            <a:extLst>
              <a:ext uri="{FF2B5EF4-FFF2-40B4-BE49-F238E27FC236}">
                <a16:creationId xmlns:a16="http://schemas.microsoft.com/office/drawing/2014/main" id="{D9B3E19A-FB3D-BBFF-534D-E318EB1F901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758648" y="4895455"/>
            <a:ext cx="1655761" cy="464808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72" name="Рисунок 2">
            <a:extLst>
              <a:ext uri="{FF2B5EF4-FFF2-40B4-BE49-F238E27FC236}">
                <a16:creationId xmlns:a16="http://schemas.microsoft.com/office/drawing/2014/main" id="{F15F8829-5222-02D9-3839-90679009617D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4348926" y="3901710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74" name="Текст 8">
            <a:extLst>
              <a:ext uri="{FF2B5EF4-FFF2-40B4-BE49-F238E27FC236}">
                <a16:creationId xmlns:a16="http://schemas.microsoft.com/office/drawing/2014/main" id="{1C6843E3-226E-4A68-716C-AF2142A7DDDC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892141" y="4895455"/>
            <a:ext cx="1655761" cy="464808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buNone/>
              <a:defRPr lang="ru-RU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  <p:sp>
        <p:nvSpPr>
          <p:cNvPr id="75" name="Текст 8">
            <a:extLst>
              <a:ext uri="{FF2B5EF4-FFF2-40B4-BE49-F238E27FC236}">
                <a16:creationId xmlns:a16="http://schemas.microsoft.com/office/drawing/2014/main" id="{FDBEDE7B-DA7B-26DF-F132-4AF2228CD13A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87376" y="3825340"/>
            <a:ext cx="2592388" cy="1012458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C338C697-5322-D445-8FB6-D51BC02289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EC139E09-994D-F49F-8A42-7ABDF877ED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6038220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_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D1895F8F-06A1-451A-378B-B3B0183E9D1F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79475" y="4908649"/>
            <a:ext cx="2089150" cy="474180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200" b="1" kern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41" name="Рисунок 2">
            <a:extLst>
              <a:ext uri="{FF2B5EF4-FFF2-40B4-BE49-F238E27FC236}">
                <a16:creationId xmlns:a16="http://schemas.microsoft.com/office/drawing/2014/main" id="{7FA6A695-E824-A53F-EC2F-C5566A98B67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564042" y="4112763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3D518E75-7440-AAF5-3B83-D913B038BF90}"/>
              </a:ext>
            </a:extLst>
          </p:cNvPr>
          <p:cNvSpPr/>
          <p:nvPr userDrawn="1"/>
        </p:nvSpPr>
        <p:spPr>
          <a:xfrm>
            <a:off x="5051425" y="4404224"/>
            <a:ext cx="2089150" cy="2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BB2BE6D6-0CF4-A19A-2991-496B28CDC765}"/>
              </a:ext>
            </a:extLst>
          </p:cNvPr>
          <p:cNvSpPr/>
          <p:nvPr userDrawn="1"/>
        </p:nvSpPr>
        <p:spPr>
          <a:xfrm>
            <a:off x="7134225" y="3756524"/>
            <a:ext cx="2089150" cy="2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6560C2B0-BE31-913F-D0BB-CDA78C559A22}"/>
              </a:ext>
            </a:extLst>
          </p:cNvPr>
          <p:cNvSpPr/>
          <p:nvPr userDrawn="1"/>
        </p:nvSpPr>
        <p:spPr>
          <a:xfrm>
            <a:off x="9227311" y="3108824"/>
            <a:ext cx="2089150" cy="2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3CBBB9FE-B253-7921-7922-FD21BBA11EA1}"/>
              </a:ext>
            </a:extLst>
          </p:cNvPr>
          <p:cNvSpPr/>
          <p:nvPr userDrawn="1"/>
        </p:nvSpPr>
        <p:spPr>
          <a:xfrm>
            <a:off x="2968625" y="5051924"/>
            <a:ext cx="2089150" cy="2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CE99274B-1C54-7FF4-38AA-CE0E04DAAD5F}"/>
              </a:ext>
            </a:extLst>
          </p:cNvPr>
          <p:cNvSpPr/>
          <p:nvPr userDrawn="1"/>
        </p:nvSpPr>
        <p:spPr>
          <a:xfrm>
            <a:off x="879593" y="5699624"/>
            <a:ext cx="2089150" cy="2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0" name="Shape 19460">
            <a:extLst>
              <a:ext uri="{FF2B5EF4-FFF2-40B4-BE49-F238E27FC236}">
                <a16:creationId xmlns:a16="http://schemas.microsoft.com/office/drawing/2014/main" id="{9F266D32-51AF-947B-8AA3-F4E305AE6A3C}"/>
              </a:ext>
            </a:extLst>
          </p:cNvPr>
          <p:cNvSpPr/>
          <p:nvPr userDrawn="1"/>
        </p:nvSpPr>
        <p:spPr>
          <a:xfrm flipH="1" flipV="1">
            <a:off x="5054600" y="4403023"/>
            <a:ext cx="0" cy="860930"/>
          </a:xfrm>
          <a:prstGeom prst="line">
            <a:avLst/>
          </a:prstGeom>
          <a:noFill/>
          <a:ln w="19050" cap="flat">
            <a:solidFill>
              <a:schemeClr val="bg1">
                <a:lumMod val="50000"/>
              </a:schemeClr>
            </a:solidFill>
            <a:prstDash val="solid"/>
            <a:miter lim="400000"/>
          </a:ln>
          <a:effectLst/>
        </p:spPr>
        <p:txBody>
          <a:bodyPr wrap="square" lIns="26796" tIns="26796" rIns="26796" bIns="26796" numCol="1" anchor="ctr">
            <a:noAutofit/>
          </a:bodyPr>
          <a:lstStyle/>
          <a:p>
            <a:pPr defTabSz="685807">
              <a:defRPr/>
            </a:pPr>
            <a:endParaRPr lang="ru-RU" sz="1200" kern="0" dirty="0">
              <a:solidFill>
                <a:srgbClr val="333333"/>
              </a:solidFill>
            </a:endParaRPr>
          </a:p>
        </p:txBody>
      </p:sp>
      <p:sp>
        <p:nvSpPr>
          <p:cNvPr id="61" name="Shape 19460">
            <a:extLst>
              <a:ext uri="{FF2B5EF4-FFF2-40B4-BE49-F238E27FC236}">
                <a16:creationId xmlns:a16="http://schemas.microsoft.com/office/drawing/2014/main" id="{12C6F345-2F97-6EB2-D8AE-9D1B7744C6EE}"/>
              </a:ext>
            </a:extLst>
          </p:cNvPr>
          <p:cNvSpPr/>
          <p:nvPr userDrawn="1"/>
        </p:nvSpPr>
        <p:spPr>
          <a:xfrm flipH="1" flipV="1">
            <a:off x="7140338" y="3760676"/>
            <a:ext cx="0" cy="860930"/>
          </a:xfrm>
          <a:prstGeom prst="line">
            <a:avLst/>
          </a:prstGeom>
          <a:noFill/>
          <a:ln w="19050" cap="flat">
            <a:solidFill>
              <a:schemeClr val="bg1">
                <a:lumMod val="50000"/>
              </a:schemeClr>
            </a:solidFill>
            <a:prstDash val="solid"/>
            <a:miter lim="400000"/>
          </a:ln>
          <a:effectLst/>
        </p:spPr>
        <p:txBody>
          <a:bodyPr wrap="square" lIns="26796" tIns="26796" rIns="26796" bIns="26796" numCol="1" anchor="ctr">
            <a:noAutofit/>
          </a:bodyPr>
          <a:lstStyle/>
          <a:p>
            <a:pPr defTabSz="685807">
              <a:defRPr/>
            </a:pPr>
            <a:endParaRPr lang="ru-RU" sz="1200" kern="0" dirty="0">
              <a:solidFill>
                <a:srgbClr val="333333"/>
              </a:solidFill>
            </a:endParaRPr>
          </a:p>
        </p:txBody>
      </p:sp>
      <p:sp>
        <p:nvSpPr>
          <p:cNvPr id="62" name="Shape 19460">
            <a:extLst>
              <a:ext uri="{FF2B5EF4-FFF2-40B4-BE49-F238E27FC236}">
                <a16:creationId xmlns:a16="http://schemas.microsoft.com/office/drawing/2014/main" id="{82382BFD-4D06-8CA7-70EF-52FB6682B0F1}"/>
              </a:ext>
            </a:extLst>
          </p:cNvPr>
          <p:cNvSpPr/>
          <p:nvPr userDrawn="1"/>
        </p:nvSpPr>
        <p:spPr>
          <a:xfrm flipH="1" flipV="1">
            <a:off x="9226077" y="3110772"/>
            <a:ext cx="0" cy="860930"/>
          </a:xfrm>
          <a:prstGeom prst="line">
            <a:avLst/>
          </a:prstGeom>
          <a:noFill/>
          <a:ln w="19050" cap="flat">
            <a:solidFill>
              <a:schemeClr val="bg1">
                <a:lumMod val="50000"/>
              </a:schemeClr>
            </a:solidFill>
            <a:prstDash val="solid"/>
            <a:miter lim="400000"/>
          </a:ln>
          <a:effectLst/>
        </p:spPr>
        <p:txBody>
          <a:bodyPr wrap="square" lIns="26796" tIns="26796" rIns="26796" bIns="26796" numCol="1" anchor="ctr">
            <a:noAutofit/>
          </a:bodyPr>
          <a:lstStyle/>
          <a:p>
            <a:pPr defTabSz="685807">
              <a:defRPr/>
            </a:pPr>
            <a:endParaRPr lang="ru-RU" sz="1200" kern="0" dirty="0">
              <a:solidFill>
                <a:srgbClr val="333333"/>
              </a:solidFill>
            </a:endParaRPr>
          </a:p>
        </p:txBody>
      </p:sp>
      <p:sp>
        <p:nvSpPr>
          <p:cNvPr id="63" name="Shape 19460">
            <a:extLst>
              <a:ext uri="{FF2B5EF4-FFF2-40B4-BE49-F238E27FC236}">
                <a16:creationId xmlns:a16="http://schemas.microsoft.com/office/drawing/2014/main" id="{96398B55-1B8B-1CF9-01F7-8BC306E3AF6B}"/>
              </a:ext>
            </a:extLst>
          </p:cNvPr>
          <p:cNvSpPr/>
          <p:nvPr userDrawn="1"/>
        </p:nvSpPr>
        <p:spPr>
          <a:xfrm flipH="1" flipV="1">
            <a:off x="2968861" y="5045370"/>
            <a:ext cx="0" cy="860930"/>
          </a:xfrm>
          <a:prstGeom prst="line">
            <a:avLst/>
          </a:prstGeom>
          <a:noFill/>
          <a:ln w="19050" cap="flat">
            <a:solidFill>
              <a:schemeClr val="bg1">
                <a:lumMod val="50000"/>
              </a:schemeClr>
            </a:solidFill>
            <a:prstDash val="solid"/>
            <a:miter lim="400000"/>
          </a:ln>
          <a:effectLst/>
        </p:spPr>
        <p:txBody>
          <a:bodyPr wrap="square" lIns="26796" tIns="26796" rIns="26796" bIns="26796" numCol="1" anchor="ctr">
            <a:noAutofit/>
          </a:bodyPr>
          <a:lstStyle/>
          <a:p>
            <a:pPr defTabSz="685807">
              <a:defRPr/>
            </a:pPr>
            <a:endParaRPr lang="ru-RU" sz="1200" kern="0" dirty="0">
              <a:solidFill>
                <a:srgbClr val="333333"/>
              </a:solidFill>
            </a:endParaRPr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FE9C3323-EAF6-FD08-FB77-62ABBB2A27E5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2970329" y="4261878"/>
            <a:ext cx="2089150" cy="474180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200" b="1" kern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65" name="Рисунок 2">
            <a:extLst>
              <a:ext uri="{FF2B5EF4-FFF2-40B4-BE49-F238E27FC236}">
                <a16:creationId xmlns:a16="http://schemas.microsoft.com/office/drawing/2014/main" id="{5B1E1A80-3462-9691-BA5A-80FF30FBE79C}"/>
              </a:ext>
            </a:extLst>
          </p:cNvPr>
          <p:cNvSpPr>
            <a:spLocks noGrp="1" noChangeAspect="1"/>
          </p:cNvSpPr>
          <p:nvPr>
            <p:ph type="pic" sz="quarter" idx="88"/>
          </p:nvPr>
        </p:nvSpPr>
        <p:spPr>
          <a:xfrm>
            <a:off x="3654896" y="3465992"/>
            <a:ext cx="720000" cy="7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38F8BFCB-7163-5771-FA9F-1203BCE9DAB9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5055607" y="3609532"/>
            <a:ext cx="2089150" cy="474180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200" b="1" kern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67" name="Рисунок 2">
            <a:extLst>
              <a:ext uri="{FF2B5EF4-FFF2-40B4-BE49-F238E27FC236}">
                <a16:creationId xmlns:a16="http://schemas.microsoft.com/office/drawing/2014/main" id="{88957857-4546-3CC7-4B81-1F01A076DB45}"/>
              </a:ext>
            </a:extLst>
          </p:cNvPr>
          <p:cNvSpPr>
            <a:spLocks noGrp="1"/>
          </p:cNvSpPr>
          <p:nvPr>
            <p:ph type="pic" sz="quarter" idx="90"/>
          </p:nvPr>
        </p:nvSpPr>
        <p:spPr>
          <a:xfrm>
            <a:off x="5740174" y="2813646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B5B7014A-D020-D910-C9E7-A8AB7C846CA4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7140885" y="2962762"/>
            <a:ext cx="2089150" cy="474180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200" b="1" kern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79" name="Рисунок 2">
            <a:extLst>
              <a:ext uri="{FF2B5EF4-FFF2-40B4-BE49-F238E27FC236}">
                <a16:creationId xmlns:a16="http://schemas.microsoft.com/office/drawing/2014/main" id="{07D775AF-15FF-8BB2-BF00-07EDBBEA25DE}"/>
              </a:ext>
            </a:extLst>
          </p:cNvPr>
          <p:cNvSpPr>
            <a:spLocks noGrp="1"/>
          </p:cNvSpPr>
          <p:nvPr>
            <p:ph type="pic" sz="quarter" idx="92"/>
          </p:nvPr>
        </p:nvSpPr>
        <p:spPr>
          <a:xfrm>
            <a:off x="7825452" y="2166876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8F74924C-F222-14EA-2ADA-B59CAC1122E4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9215011" y="2310416"/>
            <a:ext cx="2089150" cy="474180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200" b="1" kern="1200" dirty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81" name="Рисунок 2">
            <a:extLst>
              <a:ext uri="{FF2B5EF4-FFF2-40B4-BE49-F238E27FC236}">
                <a16:creationId xmlns:a16="http://schemas.microsoft.com/office/drawing/2014/main" id="{E66C2DFB-FB14-22C6-1560-8EF27EE62287}"/>
              </a:ext>
            </a:extLst>
          </p:cNvPr>
          <p:cNvSpPr>
            <a:spLocks noGrp="1"/>
          </p:cNvSpPr>
          <p:nvPr>
            <p:ph type="pic" sz="quarter" idx="94"/>
          </p:nvPr>
        </p:nvSpPr>
        <p:spPr>
          <a:xfrm>
            <a:off x="9899578" y="1514530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70A6267A-AA4D-B4D6-BB65-9F6D592C8FD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836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EDAD5074-89CB-AD86-321B-2525B6CFC8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3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341546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ймлайн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8E564D1-60CE-6D76-D022-138ED4467C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50303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cxnSp>
        <p:nvCxnSpPr>
          <p:cNvPr id="32" name="Straight Connector 19">
            <a:extLst>
              <a:ext uri="{FF2B5EF4-FFF2-40B4-BE49-F238E27FC236}">
                <a16:creationId xmlns:a16="http://schemas.microsoft.com/office/drawing/2014/main" id="{73E6FC17-7411-D66C-6E0D-63249F49CF63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3536950"/>
            <a:ext cx="1101725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93BD675F-C162-9AB1-0C0C-C9E47401CB38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958560" y="1420021"/>
            <a:ext cx="1636288" cy="10374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4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05DC36D1-3B14-7995-AB00-017A6A0D6DF9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9958560" y="3941689"/>
            <a:ext cx="1636288" cy="45886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2022</a:t>
            </a:r>
            <a:endParaRPr lang="en-US" dirty="0"/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4C6CC51-44B6-13F1-3782-2DF1A313ED24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8077200" y="4871426"/>
            <a:ext cx="1655763" cy="125791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4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FBA91F65-893D-B84E-29A5-36EBB8079B21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8077200" y="2851939"/>
            <a:ext cx="1655764" cy="46911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2021</a:t>
            </a:r>
            <a:endParaRPr lang="en-US" dirty="0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8A8BCC32-62D2-95FC-A1EA-BD8C505A5B41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6199361" y="1420021"/>
            <a:ext cx="1663381" cy="10374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4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95BA8748-5FFE-54F4-0B56-FA726253FBAF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203950" y="3941689"/>
            <a:ext cx="1658792" cy="45886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2020</a:t>
            </a:r>
            <a:endParaRPr lang="en-US" dirty="0"/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0AD18D75-9805-7CAC-0957-8D3F71DE2B86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4345094" y="4871426"/>
            <a:ext cx="1642956" cy="125791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4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8D1D7DC7-A688-2499-97DB-40FBBAD9E074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4345094" y="2851939"/>
            <a:ext cx="1642956" cy="46911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2019</a:t>
            </a:r>
            <a:endParaRPr lang="en-US" dirty="0"/>
          </a:p>
        </p:txBody>
      </p:sp>
      <p:sp>
        <p:nvSpPr>
          <p:cNvPr id="65" name="Text Placeholder 7">
            <a:extLst>
              <a:ext uri="{FF2B5EF4-FFF2-40B4-BE49-F238E27FC236}">
                <a16:creationId xmlns:a16="http://schemas.microsoft.com/office/drawing/2014/main" id="{A761127C-351E-8FD8-1C4F-DACC1585DE42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2467254" y="1420021"/>
            <a:ext cx="1663381" cy="103742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4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66" name="Text Placeholder 7">
            <a:extLst>
              <a:ext uri="{FF2B5EF4-FFF2-40B4-BE49-F238E27FC236}">
                <a16:creationId xmlns:a16="http://schemas.microsoft.com/office/drawing/2014/main" id="{75243B99-7563-6B32-8047-1004203733F7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2460481" y="3941689"/>
            <a:ext cx="1670153" cy="45886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2018</a:t>
            </a:r>
            <a:endParaRPr lang="en-US" dirty="0"/>
          </a:p>
        </p:txBody>
      </p:sp>
      <p:sp>
        <p:nvSpPr>
          <p:cNvPr id="67" name="Text Placeholder 7">
            <a:extLst>
              <a:ext uri="{FF2B5EF4-FFF2-40B4-BE49-F238E27FC236}">
                <a16:creationId xmlns:a16="http://schemas.microsoft.com/office/drawing/2014/main" id="{58D185D5-7240-4194-15E3-3B2DCA2C746A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585895" y="4871426"/>
            <a:ext cx="1655763" cy="125791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4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68" name="Text Placeholder 7">
            <a:extLst>
              <a:ext uri="{FF2B5EF4-FFF2-40B4-BE49-F238E27FC236}">
                <a16:creationId xmlns:a16="http://schemas.microsoft.com/office/drawing/2014/main" id="{656BC3D5-18CD-FF52-C452-11CFD072C142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585895" y="2851939"/>
            <a:ext cx="1655764" cy="46911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2017</a:t>
            </a:r>
            <a:endParaRPr lang="en-US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FF47AA9D-90BA-2CC8-99AB-626B7EDB45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7680909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ймлайн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A075AC54-A106-A5E0-B4D6-B91D22F5F2B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50303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cxnSp>
        <p:nvCxnSpPr>
          <p:cNvPr id="29" name="Straight Connector 19">
            <a:extLst>
              <a:ext uri="{FF2B5EF4-FFF2-40B4-BE49-F238E27FC236}">
                <a16:creationId xmlns:a16="http://schemas.microsoft.com/office/drawing/2014/main" id="{0CF6C201-F286-862A-BEB9-A021A43B1D32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3536950"/>
            <a:ext cx="1101725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6D4ABBB3-67D7-3BBD-6B59-73C9A89E6294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9947276" y="1422500"/>
            <a:ext cx="1657350" cy="819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4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DC2A6B7A-B651-FEA1-101D-54884FEAB30E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9947276" y="2215518"/>
            <a:ext cx="1657350" cy="45782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2021</a:t>
            </a:r>
            <a:endParaRPr lang="en-US" dirty="0"/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BF6E53EC-8BAC-EBCC-4C62-AC03FFCB7FC1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8075613" y="4987203"/>
            <a:ext cx="1657350" cy="114213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4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63BEBB17-EAB7-7E45-35FB-F6A270F7622D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8075613" y="4585524"/>
            <a:ext cx="1657350" cy="46431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2020</a:t>
            </a:r>
            <a:endParaRPr lang="en-US" dirty="0"/>
          </a:p>
        </p:txBody>
      </p:sp>
      <p:sp>
        <p:nvSpPr>
          <p:cNvPr id="58" name="Рисунок 2">
            <a:extLst>
              <a:ext uri="{FF2B5EF4-FFF2-40B4-BE49-F238E27FC236}">
                <a16:creationId xmlns:a16="http://schemas.microsoft.com/office/drawing/2014/main" id="{43135DF2-10A7-CA1F-9A44-95C5567355B8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>
          <a:xfrm>
            <a:off x="10412761" y="3178135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59" name="Рисунок 2">
            <a:extLst>
              <a:ext uri="{FF2B5EF4-FFF2-40B4-BE49-F238E27FC236}">
                <a16:creationId xmlns:a16="http://schemas.microsoft.com/office/drawing/2014/main" id="{D7300E5F-771F-4666-F133-3F64D84D52F3}"/>
              </a:ext>
            </a:extLst>
          </p:cNvPr>
          <p:cNvSpPr>
            <a:spLocks noGrp="1"/>
          </p:cNvSpPr>
          <p:nvPr>
            <p:ph type="pic" sz="quarter" idx="96"/>
          </p:nvPr>
        </p:nvSpPr>
        <p:spPr>
          <a:xfrm>
            <a:off x="8542759" y="3176587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74" name="Text Placeholder 7">
            <a:extLst>
              <a:ext uri="{FF2B5EF4-FFF2-40B4-BE49-F238E27FC236}">
                <a16:creationId xmlns:a16="http://schemas.microsoft.com/office/drawing/2014/main" id="{F1311EDC-C7DF-8FA6-BF91-AF835DAC685D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6207789" y="1422500"/>
            <a:ext cx="1657350" cy="819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4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75" name="Text Placeholder 7">
            <a:extLst>
              <a:ext uri="{FF2B5EF4-FFF2-40B4-BE49-F238E27FC236}">
                <a16:creationId xmlns:a16="http://schemas.microsoft.com/office/drawing/2014/main" id="{F9E69DEE-B98E-6395-ACAC-5944E4B24BB7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6207789" y="2215518"/>
            <a:ext cx="1657350" cy="45782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2019</a:t>
            </a:r>
            <a:endParaRPr lang="en-US" dirty="0"/>
          </a:p>
        </p:txBody>
      </p:sp>
      <p:sp>
        <p:nvSpPr>
          <p:cNvPr id="76" name="Text Placeholder 7">
            <a:extLst>
              <a:ext uri="{FF2B5EF4-FFF2-40B4-BE49-F238E27FC236}">
                <a16:creationId xmlns:a16="http://schemas.microsoft.com/office/drawing/2014/main" id="{5DE3A50F-A923-C4D5-3984-80BB9D187BFD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4336126" y="4987203"/>
            <a:ext cx="1657350" cy="114213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4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70831185-D838-9A7E-B33C-8E00A2594CA9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4336126" y="4585524"/>
            <a:ext cx="1657350" cy="46431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2018</a:t>
            </a:r>
            <a:endParaRPr lang="en-US" dirty="0"/>
          </a:p>
        </p:txBody>
      </p:sp>
      <p:sp>
        <p:nvSpPr>
          <p:cNvPr id="78" name="Text Placeholder 7">
            <a:extLst>
              <a:ext uri="{FF2B5EF4-FFF2-40B4-BE49-F238E27FC236}">
                <a16:creationId xmlns:a16="http://schemas.microsoft.com/office/drawing/2014/main" id="{C802BA59-BF38-A5CB-0E24-579025E02839}"/>
              </a:ext>
            </a:extLst>
          </p:cNvPr>
          <p:cNvSpPr>
            <a:spLocks noGrp="1"/>
          </p:cNvSpPr>
          <p:nvPr>
            <p:ph type="body" sz="quarter" idx="101" hasCustomPrompt="1"/>
          </p:nvPr>
        </p:nvSpPr>
        <p:spPr>
          <a:xfrm>
            <a:off x="2461479" y="1422500"/>
            <a:ext cx="1657350" cy="81905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4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1B4540DE-59B3-5873-020F-FB7137E86063}"/>
              </a:ext>
            </a:extLst>
          </p:cNvPr>
          <p:cNvSpPr>
            <a:spLocks noGrp="1"/>
          </p:cNvSpPr>
          <p:nvPr>
            <p:ph type="body" sz="quarter" idx="102" hasCustomPrompt="1"/>
          </p:nvPr>
        </p:nvSpPr>
        <p:spPr>
          <a:xfrm>
            <a:off x="2461479" y="2215518"/>
            <a:ext cx="1657350" cy="457826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2017</a:t>
            </a:r>
            <a:endParaRPr lang="en-US" dirty="0"/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857638ED-0652-AA66-9101-A82DA6B8906D}"/>
              </a:ext>
            </a:extLst>
          </p:cNvPr>
          <p:cNvSpPr>
            <a:spLocks noGrp="1"/>
          </p:cNvSpPr>
          <p:nvPr>
            <p:ph type="body" sz="quarter" idx="103" hasCustomPrompt="1"/>
          </p:nvPr>
        </p:nvSpPr>
        <p:spPr>
          <a:xfrm>
            <a:off x="589816" y="4987203"/>
            <a:ext cx="1657350" cy="114213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4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B60520A2-B84E-925E-2C4B-6780C6DF9DB5}"/>
              </a:ext>
            </a:extLst>
          </p:cNvPr>
          <p:cNvSpPr>
            <a:spLocks noGrp="1"/>
          </p:cNvSpPr>
          <p:nvPr>
            <p:ph type="body" sz="quarter" idx="104" hasCustomPrompt="1"/>
          </p:nvPr>
        </p:nvSpPr>
        <p:spPr>
          <a:xfrm>
            <a:off x="589816" y="4585524"/>
            <a:ext cx="1657350" cy="46431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2016</a:t>
            </a:r>
            <a:endParaRPr lang="en-US" dirty="0"/>
          </a:p>
        </p:txBody>
      </p:sp>
      <p:sp>
        <p:nvSpPr>
          <p:cNvPr id="82" name="Рисунок 2">
            <a:extLst>
              <a:ext uri="{FF2B5EF4-FFF2-40B4-BE49-F238E27FC236}">
                <a16:creationId xmlns:a16="http://schemas.microsoft.com/office/drawing/2014/main" id="{40E82657-4136-C5A8-B078-3581FC7E367A}"/>
              </a:ext>
            </a:extLst>
          </p:cNvPr>
          <p:cNvSpPr>
            <a:spLocks noGrp="1"/>
          </p:cNvSpPr>
          <p:nvPr>
            <p:ph type="pic" sz="quarter" idx="105"/>
          </p:nvPr>
        </p:nvSpPr>
        <p:spPr>
          <a:xfrm>
            <a:off x="6673016" y="3176587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83" name="Рисунок 2">
            <a:extLst>
              <a:ext uri="{FF2B5EF4-FFF2-40B4-BE49-F238E27FC236}">
                <a16:creationId xmlns:a16="http://schemas.microsoft.com/office/drawing/2014/main" id="{ADAD0F5C-9B14-7C7E-2951-FEB4CBB073D4}"/>
              </a:ext>
            </a:extLst>
          </p:cNvPr>
          <p:cNvSpPr>
            <a:spLocks noGrp="1"/>
          </p:cNvSpPr>
          <p:nvPr>
            <p:ph type="pic" sz="quarter" idx="106"/>
          </p:nvPr>
        </p:nvSpPr>
        <p:spPr>
          <a:xfrm>
            <a:off x="4803273" y="3176587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84" name="Рисунок 2">
            <a:extLst>
              <a:ext uri="{FF2B5EF4-FFF2-40B4-BE49-F238E27FC236}">
                <a16:creationId xmlns:a16="http://schemas.microsoft.com/office/drawing/2014/main" id="{A1DAB7CC-65E4-EB98-2B14-0A62C8AD6F10}"/>
              </a:ext>
            </a:extLst>
          </p:cNvPr>
          <p:cNvSpPr>
            <a:spLocks noGrp="1"/>
          </p:cNvSpPr>
          <p:nvPr>
            <p:ph type="pic" sz="quarter" idx="107"/>
          </p:nvPr>
        </p:nvSpPr>
        <p:spPr>
          <a:xfrm>
            <a:off x="2926706" y="3176587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85" name="Рисунок 2">
            <a:extLst>
              <a:ext uri="{FF2B5EF4-FFF2-40B4-BE49-F238E27FC236}">
                <a16:creationId xmlns:a16="http://schemas.microsoft.com/office/drawing/2014/main" id="{AED75EBB-9C1F-4F19-0600-4D6F9FF0B243}"/>
              </a:ext>
            </a:extLst>
          </p:cNvPr>
          <p:cNvSpPr>
            <a:spLocks noGrp="1" noChangeAspect="1"/>
          </p:cNvSpPr>
          <p:nvPr>
            <p:ph type="pic" sz="quarter" idx="108"/>
          </p:nvPr>
        </p:nvSpPr>
        <p:spPr>
          <a:xfrm>
            <a:off x="1050138" y="3176587"/>
            <a:ext cx="720000" cy="7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25118AE-F349-76AF-990A-3E4511EE4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0194784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ели и шаги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5C5BE68A-FA25-94AC-5080-98D456A98A60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4800000" y="3111253"/>
            <a:ext cx="2592000" cy="2586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44000" tIns="18000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2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cxnSp>
        <p:nvCxnSpPr>
          <p:cNvPr id="42" name="Straight Connector 19">
            <a:extLst>
              <a:ext uri="{FF2B5EF4-FFF2-40B4-BE49-F238E27FC236}">
                <a16:creationId xmlns:a16="http://schemas.microsoft.com/office/drawing/2014/main" id="{91334481-BDE3-ABF9-8AAC-C49D43657CC4}"/>
              </a:ext>
            </a:extLst>
          </p:cNvPr>
          <p:cNvCxnSpPr>
            <a:cxnSpLocks/>
          </p:cNvCxnSpPr>
          <p:nvPr userDrawn="1"/>
        </p:nvCxnSpPr>
        <p:spPr>
          <a:xfrm flipH="1">
            <a:off x="587375" y="1815861"/>
            <a:ext cx="11017250" cy="0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16323C00-81D4-D3D2-AA10-A1D2862CC1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50303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26" name="Рисунок 3">
            <a:extLst>
              <a:ext uri="{FF2B5EF4-FFF2-40B4-BE49-F238E27FC236}">
                <a16:creationId xmlns:a16="http://schemas.microsoft.com/office/drawing/2014/main" id="{8184989B-B374-11F9-C153-91ABA57307E8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639080" y="1622029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27" name="Рисунок 3">
            <a:extLst>
              <a:ext uri="{FF2B5EF4-FFF2-40B4-BE49-F238E27FC236}">
                <a16:creationId xmlns:a16="http://schemas.microsoft.com/office/drawing/2014/main" id="{60DDE04D-6D00-C5C2-07CB-5AE0676D0FBE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5916940" y="1632694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28" name="Рисунок 3">
            <a:extLst>
              <a:ext uri="{FF2B5EF4-FFF2-40B4-BE49-F238E27FC236}">
                <a16:creationId xmlns:a16="http://schemas.microsoft.com/office/drawing/2014/main" id="{83E23BFC-CA7E-6582-CC46-C486143997FD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9194800" y="1627981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AC88495F-9B19-7E44-1068-F3CCE331C179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4800000" y="2212770"/>
            <a:ext cx="2592000" cy="4605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2022</a:t>
            </a:r>
            <a:endParaRPr lang="en-US" dirty="0"/>
          </a:p>
        </p:txBody>
      </p:sp>
      <p:sp>
        <p:nvSpPr>
          <p:cNvPr id="39" name="Текст 2">
            <a:extLst>
              <a:ext uri="{FF2B5EF4-FFF2-40B4-BE49-F238E27FC236}">
                <a16:creationId xmlns:a16="http://schemas.microsoft.com/office/drawing/2014/main" id="{E5DD188E-2BE1-F943-4338-0266B1A67FF8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4800000" y="2672444"/>
            <a:ext cx="2592000" cy="43376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96A22247-7056-2C7A-5F4B-81726E586DEA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074142" y="3111253"/>
            <a:ext cx="2592000" cy="2586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44000" tIns="18000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2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7AD1C0B4-B863-51CD-4E56-2A20A0C754E2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8074142" y="2212770"/>
            <a:ext cx="2592000" cy="4605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2022</a:t>
            </a:r>
            <a:endParaRPr lang="en-US" dirty="0"/>
          </a:p>
        </p:txBody>
      </p:sp>
      <p:sp>
        <p:nvSpPr>
          <p:cNvPr id="45" name="Текст 2">
            <a:extLst>
              <a:ext uri="{FF2B5EF4-FFF2-40B4-BE49-F238E27FC236}">
                <a16:creationId xmlns:a16="http://schemas.microsoft.com/office/drawing/2014/main" id="{AB6FD43A-A6D1-1D64-A6E8-EE342E8520C6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8074142" y="2672444"/>
            <a:ext cx="2592000" cy="43376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702E2BBD-8A9C-3A55-7089-A03C24888704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1525794" y="3111253"/>
            <a:ext cx="2592000" cy="25862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44000" tIns="18000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2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CD81A16C-032B-D943-4F8E-022C5F52BB5F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1525794" y="2212770"/>
            <a:ext cx="2592000" cy="4605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2022</a:t>
            </a:r>
            <a:endParaRPr lang="en-US" dirty="0"/>
          </a:p>
        </p:txBody>
      </p:sp>
      <p:sp>
        <p:nvSpPr>
          <p:cNvPr id="48" name="Текст 2">
            <a:extLst>
              <a:ext uri="{FF2B5EF4-FFF2-40B4-BE49-F238E27FC236}">
                <a16:creationId xmlns:a16="http://schemas.microsoft.com/office/drawing/2014/main" id="{283DF138-3854-0EEC-A52E-648E836C60F6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1525794" y="2672444"/>
            <a:ext cx="2592000" cy="43376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46F2CCDE-B0D9-6C57-277C-DEE8DF057D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35022063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ели и шаги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C4990D6C-9311-DD88-18CD-2D8B05A985C5}"/>
              </a:ext>
            </a:extLst>
          </p:cNvPr>
          <p:cNvGrpSpPr/>
          <p:nvPr userDrawn="1"/>
        </p:nvGrpSpPr>
        <p:grpSpPr>
          <a:xfrm>
            <a:off x="9970111" y="2521331"/>
            <a:ext cx="1620000" cy="1620000"/>
            <a:chOff x="8718966" y="2964494"/>
            <a:chExt cx="1620000" cy="1620000"/>
          </a:xfrm>
        </p:grpSpPr>
        <p:sp>
          <p:nvSpPr>
            <p:cNvPr id="47" name="Овал 46">
              <a:extLst>
                <a:ext uri="{FF2B5EF4-FFF2-40B4-BE49-F238E27FC236}">
                  <a16:creationId xmlns:a16="http://schemas.microsoft.com/office/drawing/2014/main" id="{095C58FE-3A05-D3A4-17A5-2D9D0471E1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58730" y="3504494"/>
              <a:ext cx="540472" cy="540000"/>
            </a:xfrm>
            <a:prstGeom prst="ellipse">
              <a:avLst/>
            </a:prstGeom>
            <a:noFill/>
            <a:ln w="1905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Овал 47">
              <a:extLst>
                <a:ext uri="{FF2B5EF4-FFF2-40B4-BE49-F238E27FC236}">
                  <a16:creationId xmlns:a16="http://schemas.microsoft.com/office/drawing/2014/main" id="{B807F485-E20A-31D2-1B80-C567352855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989551" y="3234494"/>
              <a:ext cx="1078831" cy="1080000"/>
            </a:xfrm>
            <a:prstGeom prst="ellipse">
              <a:avLst/>
            </a:prstGeom>
            <a:noFill/>
            <a:ln w="1905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Овал 48">
              <a:extLst>
                <a:ext uri="{FF2B5EF4-FFF2-40B4-BE49-F238E27FC236}">
                  <a16:creationId xmlns:a16="http://schemas.microsoft.com/office/drawing/2014/main" id="{3CC6D533-3A55-6142-BD04-DFC1937CE4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18966" y="2964494"/>
              <a:ext cx="1620000" cy="1620000"/>
            </a:xfrm>
            <a:prstGeom prst="ellipse">
              <a:avLst/>
            </a:prstGeom>
            <a:noFill/>
            <a:ln w="19050">
              <a:solidFill>
                <a:srgbClr val="7F7F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B60DD052-400A-2279-0C1E-8EDA56E45C30}"/>
              </a:ext>
            </a:extLst>
          </p:cNvPr>
          <p:cNvCxnSpPr>
            <a:cxnSpLocks/>
          </p:cNvCxnSpPr>
          <p:nvPr userDrawn="1"/>
        </p:nvCxnSpPr>
        <p:spPr>
          <a:xfrm>
            <a:off x="587375" y="3309954"/>
            <a:ext cx="10192736" cy="24316"/>
          </a:xfrm>
          <a:prstGeom prst="straightConnector1">
            <a:avLst/>
          </a:prstGeom>
          <a:ln w="19050">
            <a:solidFill>
              <a:schemeClr val="accent2"/>
            </a:solidFill>
            <a:headEnd type="none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2CDE0BEA-D434-F863-B900-FC8E2E5C40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50303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75AFFEF9-433C-32F2-CF43-555D83A9CD5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524000" y="4406908"/>
            <a:ext cx="1655763" cy="107049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4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5" name="Рисунок 2">
            <a:extLst>
              <a:ext uri="{FF2B5EF4-FFF2-40B4-BE49-F238E27FC236}">
                <a16:creationId xmlns:a16="http://schemas.microsoft.com/office/drawing/2014/main" id="{5E662767-AEEC-D2FF-32E9-27B46C5D43E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868532" y="2958720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36" name="Рисунок 2">
            <a:extLst>
              <a:ext uri="{FF2B5EF4-FFF2-40B4-BE49-F238E27FC236}">
                <a16:creationId xmlns:a16="http://schemas.microsoft.com/office/drawing/2014/main" id="{51E5C934-AFF7-50E2-B2FA-0AD1D1ECFA49}"/>
              </a:ext>
            </a:extLst>
          </p:cNvPr>
          <p:cNvSpPr>
            <a:spLocks noGrp="1" noChangeAspect="1"/>
          </p:cNvSpPr>
          <p:nvPr>
            <p:ph type="pic" sz="quarter" idx="92"/>
          </p:nvPr>
        </p:nvSpPr>
        <p:spPr>
          <a:xfrm>
            <a:off x="1979338" y="2956454"/>
            <a:ext cx="720000" cy="7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37" name="Рисунок 2">
            <a:extLst>
              <a:ext uri="{FF2B5EF4-FFF2-40B4-BE49-F238E27FC236}">
                <a16:creationId xmlns:a16="http://schemas.microsoft.com/office/drawing/2014/main" id="{9F97F07C-CE94-438E-5BB3-8FFE6932B2B8}"/>
              </a:ext>
            </a:extLst>
          </p:cNvPr>
          <p:cNvSpPr>
            <a:spLocks noGrp="1"/>
          </p:cNvSpPr>
          <p:nvPr>
            <p:ph type="pic" sz="quarter" idx="93"/>
          </p:nvPr>
        </p:nvSpPr>
        <p:spPr>
          <a:xfrm>
            <a:off x="7608153" y="2959195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38" name="Рисунок 2">
            <a:extLst>
              <a:ext uri="{FF2B5EF4-FFF2-40B4-BE49-F238E27FC236}">
                <a16:creationId xmlns:a16="http://schemas.microsoft.com/office/drawing/2014/main" id="{EAF8D7D8-9D7F-7977-9262-FC4750F1FB84}"/>
              </a:ext>
            </a:extLst>
          </p:cNvPr>
          <p:cNvSpPr>
            <a:spLocks noGrp="1"/>
          </p:cNvSpPr>
          <p:nvPr>
            <p:ph type="pic" sz="quarter" idx="94"/>
          </p:nvPr>
        </p:nvSpPr>
        <p:spPr>
          <a:xfrm>
            <a:off x="5735637" y="2958720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endParaRPr lang="ru-RU" dirty="0"/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EC37AD24-8260-657A-83BF-A46456205B28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7140575" y="1151467"/>
            <a:ext cx="1655763" cy="1085850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4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51" name="Text Placeholder 7">
            <a:extLst>
              <a:ext uri="{FF2B5EF4-FFF2-40B4-BE49-F238E27FC236}">
                <a16:creationId xmlns:a16="http://schemas.microsoft.com/office/drawing/2014/main" id="{EE071E89-F3C6-95EE-6078-FD8A40E23738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3402110" y="1151467"/>
            <a:ext cx="1655763" cy="1085850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4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29410E7C-CB07-8AB6-F0CD-84A08590A767}"/>
              </a:ext>
            </a:extLst>
          </p:cNvPr>
          <p:cNvSpPr>
            <a:spLocks noGrp="1"/>
          </p:cNvSpPr>
          <p:nvPr>
            <p:ph type="body" sz="quarter" idx="100" hasCustomPrompt="1"/>
          </p:nvPr>
        </p:nvSpPr>
        <p:spPr>
          <a:xfrm>
            <a:off x="5268686" y="4406908"/>
            <a:ext cx="1655763" cy="107049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4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C1866992-2BA5-0781-D1C0-19EDFC569F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4538103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а с акцентными цифр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4A08BB5-7F71-F748-9838-F96610679B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55193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25" name="Текст 8">
            <a:extLst>
              <a:ext uri="{FF2B5EF4-FFF2-40B4-BE49-F238E27FC236}">
                <a16:creationId xmlns:a16="http://schemas.microsoft.com/office/drawing/2014/main" id="{A9E22FB7-DFAC-CB69-DAE4-30733324919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521030" y="1422146"/>
            <a:ext cx="2595357" cy="38601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126C0AF6-55CB-C3E4-6DCC-3754B9B9B49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6188" y="1214304"/>
            <a:ext cx="957812" cy="6226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48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01</a:t>
            </a:r>
            <a:endParaRPr lang="en-US" dirty="0"/>
          </a:p>
        </p:txBody>
      </p:sp>
      <p:sp>
        <p:nvSpPr>
          <p:cNvPr id="52" name="Текст 8">
            <a:extLst>
              <a:ext uri="{FF2B5EF4-FFF2-40B4-BE49-F238E27FC236}">
                <a16:creationId xmlns:a16="http://schemas.microsoft.com/office/drawing/2014/main" id="{4F32A9E4-17A1-4139-2326-7E03A0AD493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276308" y="1422146"/>
            <a:ext cx="2584992" cy="38601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297AAE43-5592-3BEB-6EB4-273B41955BC8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309513" y="1214304"/>
            <a:ext cx="957812" cy="6226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48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ru-RU" dirty="0"/>
              <a:t>02</a:t>
            </a:r>
            <a:endParaRPr lang="en-US" dirty="0"/>
          </a:p>
        </p:txBody>
      </p:sp>
      <p:sp>
        <p:nvSpPr>
          <p:cNvPr id="54" name="Текст 8">
            <a:extLst>
              <a:ext uri="{FF2B5EF4-FFF2-40B4-BE49-F238E27FC236}">
                <a16:creationId xmlns:a16="http://schemas.microsoft.com/office/drawing/2014/main" id="{CCA4A078-D74E-FF15-7BA9-58FEA88D84F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017578" y="1422146"/>
            <a:ext cx="2608233" cy="38601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0B47BC70-19D7-98B3-A5F0-7A32813533F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050784" y="1214304"/>
            <a:ext cx="957812" cy="6226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48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ru-RU" dirty="0"/>
              <a:t>03</a:t>
            </a:r>
            <a:endParaRPr lang="en-US" dirty="0"/>
          </a:p>
        </p:txBody>
      </p:sp>
      <p:sp>
        <p:nvSpPr>
          <p:cNvPr id="56" name="Текст 8">
            <a:extLst>
              <a:ext uri="{FF2B5EF4-FFF2-40B4-BE49-F238E27FC236}">
                <a16:creationId xmlns:a16="http://schemas.microsoft.com/office/drawing/2014/main" id="{42CD71CD-5F8C-DBB5-FF98-800078E5B13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69160" y="2522358"/>
            <a:ext cx="2210603" cy="58279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7DD3B0F-01AD-8211-0657-598D2F8584D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69160" y="3390996"/>
            <a:ext cx="2210603" cy="58279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0FCC5F91-EFDC-260E-8C43-6CCF0D7C5330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69160" y="4255638"/>
            <a:ext cx="2210603" cy="58279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9" name="Текст 8">
            <a:extLst>
              <a:ext uri="{FF2B5EF4-FFF2-40B4-BE49-F238E27FC236}">
                <a16:creationId xmlns:a16="http://schemas.microsoft.com/office/drawing/2014/main" id="{967C2DBB-9BC1-6211-89CF-ECF3DE32283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69160" y="5124031"/>
            <a:ext cx="2210603" cy="58279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582E4AC-DAF0-A011-1E93-3759A3505E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1571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273851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а с обозначени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4A08BB5-7F71-F748-9838-F96610679B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55193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22" name="Текст 8">
            <a:extLst>
              <a:ext uri="{FF2B5EF4-FFF2-40B4-BE49-F238E27FC236}">
                <a16:creationId xmlns:a16="http://schemas.microsoft.com/office/drawing/2014/main" id="{39ED8448-0DEE-3A00-B0BB-A5875C8DF94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47581" y="5334433"/>
            <a:ext cx="1197024" cy="57900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4ED15647-14A7-D3C7-CBEA-6A9F8A9D3D2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922101" y="5334433"/>
            <a:ext cx="1197024" cy="57900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5" name="Текст 8">
            <a:extLst>
              <a:ext uri="{FF2B5EF4-FFF2-40B4-BE49-F238E27FC236}">
                <a16:creationId xmlns:a16="http://schemas.microsoft.com/office/drawing/2014/main" id="{1200CD3B-9CD8-72EA-6813-01D29128ADB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796621" y="5334433"/>
            <a:ext cx="1197024" cy="57900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7" name="Текст 8">
            <a:extLst>
              <a:ext uri="{FF2B5EF4-FFF2-40B4-BE49-F238E27FC236}">
                <a16:creationId xmlns:a16="http://schemas.microsoft.com/office/drawing/2014/main" id="{7E338DDE-3958-B2D8-EA26-5C008CB75E0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663521" y="5334433"/>
            <a:ext cx="1197024" cy="57900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9" name="Текст 8">
            <a:extLst>
              <a:ext uri="{FF2B5EF4-FFF2-40B4-BE49-F238E27FC236}">
                <a16:creationId xmlns:a16="http://schemas.microsoft.com/office/drawing/2014/main" id="{399084C8-D153-DC09-874A-13C00A7F009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538041" y="5334433"/>
            <a:ext cx="1197024" cy="57900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1" name="Текст 8">
            <a:extLst>
              <a:ext uri="{FF2B5EF4-FFF2-40B4-BE49-F238E27FC236}">
                <a16:creationId xmlns:a16="http://schemas.microsoft.com/office/drawing/2014/main" id="{28C3BAB9-0EB1-F6FB-14EE-F52A39E031F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412561" y="5334433"/>
            <a:ext cx="1197024" cy="57900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C709143-F24F-0123-B22C-8B4B92A036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1943472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а с текстовыми бло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7428A25B-F77E-904A-9788-AAD9878664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55193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C2392820-FBA5-6B1A-6EBE-6C6E0F70B0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6923" y="1199797"/>
            <a:ext cx="2584508" cy="608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F4D81443-31E5-C019-5895-FCB3F9BAAB3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717563" y="1223736"/>
            <a:ext cx="2270487" cy="101781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Текст 8">
            <a:extLst>
              <a:ext uri="{FF2B5EF4-FFF2-40B4-BE49-F238E27FC236}">
                <a16:creationId xmlns:a16="http://schemas.microsoft.com/office/drawing/2014/main" id="{4CE43293-E331-46AF-745A-540484208ADE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25367" y="1223736"/>
            <a:ext cx="2270487" cy="101781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Текст 8">
            <a:extLst>
              <a:ext uri="{FF2B5EF4-FFF2-40B4-BE49-F238E27FC236}">
                <a16:creationId xmlns:a16="http://schemas.microsoft.com/office/drawing/2014/main" id="{5BBD7C0C-453F-DBC8-EE2B-F0B12FAA7446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338140" y="1223736"/>
            <a:ext cx="2270487" cy="101781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9" name="Текст 8">
            <a:extLst>
              <a:ext uri="{FF2B5EF4-FFF2-40B4-BE49-F238E27FC236}">
                <a16:creationId xmlns:a16="http://schemas.microsoft.com/office/drawing/2014/main" id="{2072BC85-E195-65D4-601F-5B940F83B6F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38140" y="2524391"/>
            <a:ext cx="2270487" cy="101781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Текст 8">
            <a:extLst>
              <a:ext uri="{FF2B5EF4-FFF2-40B4-BE49-F238E27FC236}">
                <a16:creationId xmlns:a16="http://schemas.microsoft.com/office/drawing/2014/main" id="{D8AD0B68-5844-9965-9918-82A992ABEF9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338140" y="3817164"/>
            <a:ext cx="2270487" cy="101781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1" name="Текст 8">
            <a:extLst>
              <a:ext uri="{FF2B5EF4-FFF2-40B4-BE49-F238E27FC236}">
                <a16:creationId xmlns:a16="http://schemas.microsoft.com/office/drawing/2014/main" id="{CFD6D04E-DC48-528E-FF05-12E2B401079C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338140" y="5117819"/>
            <a:ext cx="2270487" cy="101781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ACA5331-8F47-9951-E201-9863161951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8643979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а с таблиц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аблица 3">
            <a:extLst>
              <a:ext uri="{FF2B5EF4-FFF2-40B4-BE49-F238E27FC236}">
                <a16:creationId xmlns:a16="http://schemas.microsoft.com/office/drawing/2014/main" id="{CDCB8405-76D7-D04F-8D69-A5DF67151015}"/>
              </a:ext>
            </a:extLst>
          </p:cNvPr>
          <p:cNvSpPr>
            <a:spLocks noGrp="1"/>
          </p:cNvSpPr>
          <p:nvPr>
            <p:ph type="tbl" sz="quarter" idx="52" hasCustomPrompt="1"/>
          </p:nvPr>
        </p:nvSpPr>
        <p:spPr>
          <a:xfrm>
            <a:off x="587375" y="5049838"/>
            <a:ext cx="7273925" cy="10847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ru-RU" dirty="0"/>
              <a:t>Таблица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BBAFA3D-EDE7-B34D-8CE1-0E55F5E9B2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55193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9991EA84-528B-841D-AB53-51B7274342CD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401185" y="1222696"/>
            <a:ext cx="3203440" cy="101781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Текст 8">
            <a:extLst>
              <a:ext uri="{FF2B5EF4-FFF2-40B4-BE49-F238E27FC236}">
                <a16:creationId xmlns:a16="http://schemas.microsoft.com/office/drawing/2014/main" id="{3BFE5FC3-1EFD-DABC-2385-0D7363FB2B2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401185" y="2523351"/>
            <a:ext cx="3203440" cy="101781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39A64651-5F05-7039-9EDF-AF9538440CE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401185" y="3816124"/>
            <a:ext cx="3203440" cy="101781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95CDF128-6554-90EF-23C8-8D1737204377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8401185" y="5116779"/>
            <a:ext cx="3203440" cy="101781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5A858A5-81FE-5A4D-E277-1BDC7EDBC0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33617556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Текст 8">
            <a:extLst>
              <a:ext uri="{FF2B5EF4-FFF2-40B4-BE49-F238E27FC236}">
                <a16:creationId xmlns:a16="http://schemas.microsoft.com/office/drawing/2014/main" id="{1E974796-7AE0-EF46-B1A0-E207CA97A90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87375" y="1393108"/>
            <a:ext cx="2592388" cy="41505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27" name="Текст 8">
            <a:extLst>
              <a:ext uri="{FF2B5EF4-FFF2-40B4-BE49-F238E27FC236}">
                <a16:creationId xmlns:a16="http://schemas.microsoft.com/office/drawing/2014/main" id="{E26C0338-9526-6645-AA6F-0613F77B53E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87375" y="2098037"/>
            <a:ext cx="2592388" cy="101732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4" name="Рисунок SmartArt 2">
            <a:extLst>
              <a:ext uri="{FF2B5EF4-FFF2-40B4-BE49-F238E27FC236}">
                <a16:creationId xmlns:a16="http://schemas.microsoft.com/office/drawing/2014/main" id="{225A6F7B-91D9-5940-BE3F-1B3D58B6262A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>
            <a:off x="3395663" y="1371600"/>
            <a:ext cx="5409368" cy="4541838"/>
          </a:xfrm>
          <a:prstGeom prst="rect">
            <a:avLst/>
          </a:prstGeom>
        </p:spPr>
        <p:txBody>
          <a:bodyPr/>
          <a:lstStyle>
            <a:lvl1pPr marL="0" marR="0" indent="0" algn="l" defTabSz="1042690" rtl="0" eaLnBrk="1" fontAlgn="auto" latinLnBrk="0" hangingPunct="1">
              <a:lnSpc>
                <a:spcPct val="90000"/>
              </a:lnSpc>
              <a:spcBef>
                <a:spcPts val="114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1042690" rtl="0" eaLnBrk="1" fontAlgn="auto" latinLnBrk="0" hangingPunct="1">
              <a:lnSpc>
                <a:spcPct val="90000"/>
              </a:lnSpc>
              <a:spcBef>
                <a:spcPts val="114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SmartArt</a:t>
            </a:r>
            <a:endParaRPr lang="ru-RU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A148A6A7-3249-4948-A8C0-FBF4414D8C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55193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EAAAAF2A-C76A-21E6-F4F8-DEAE5D35593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87375" y="4202223"/>
            <a:ext cx="2592388" cy="41505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23" name="Текст 8">
            <a:extLst>
              <a:ext uri="{FF2B5EF4-FFF2-40B4-BE49-F238E27FC236}">
                <a16:creationId xmlns:a16="http://schemas.microsoft.com/office/drawing/2014/main" id="{9706AB34-6908-732D-446B-30330D83BCA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87375" y="4901375"/>
            <a:ext cx="2592388" cy="101732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Текст 8">
            <a:extLst>
              <a:ext uri="{FF2B5EF4-FFF2-40B4-BE49-F238E27FC236}">
                <a16:creationId xmlns:a16="http://schemas.microsoft.com/office/drawing/2014/main" id="{01D4338F-D347-B3BC-7948-9BE2428938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012787" y="1393108"/>
            <a:ext cx="2592388" cy="41505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25" name="Текст 8">
            <a:extLst>
              <a:ext uri="{FF2B5EF4-FFF2-40B4-BE49-F238E27FC236}">
                <a16:creationId xmlns:a16="http://schemas.microsoft.com/office/drawing/2014/main" id="{23B21BEC-B2C6-F370-603A-64F8ECF39D0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012787" y="2094454"/>
            <a:ext cx="2592388" cy="101732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1D48842D-9F7E-3985-58B8-620BECC6D74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12787" y="4202223"/>
            <a:ext cx="2592388" cy="41505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29" name="Текст 8">
            <a:extLst>
              <a:ext uri="{FF2B5EF4-FFF2-40B4-BE49-F238E27FC236}">
                <a16:creationId xmlns:a16="http://schemas.microsoft.com/office/drawing/2014/main" id="{DED1CD50-283A-A078-D8C8-2506EA64248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012787" y="4901375"/>
            <a:ext cx="2592388" cy="101732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1491D9A-07AB-AA13-3C6B-024BE0CF04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357571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F00BDD2-13E8-8C42-85F3-30750BE333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55193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29" name="Рисунок SmartArt 2">
            <a:extLst>
              <a:ext uri="{FF2B5EF4-FFF2-40B4-BE49-F238E27FC236}">
                <a16:creationId xmlns:a16="http://schemas.microsoft.com/office/drawing/2014/main" id="{B322744A-E826-CE60-5EFE-E45D51807D5A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>
            <a:off x="3395663" y="1371600"/>
            <a:ext cx="5409368" cy="4757738"/>
          </a:xfrm>
          <a:prstGeom prst="rect">
            <a:avLst/>
          </a:prstGeom>
        </p:spPr>
        <p:txBody>
          <a:bodyPr/>
          <a:lstStyle>
            <a:lvl1pPr marL="0" marR="0" indent="0" algn="l" defTabSz="1042690" rtl="0" eaLnBrk="1" fontAlgn="auto" latinLnBrk="0" hangingPunct="1">
              <a:lnSpc>
                <a:spcPct val="90000"/>
              </a:lnSpc>
              <a:spcBef>
                <a:spcPts val="114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pPr marL="0" marR="0" lvl="0" indent="0" algn="l" defTabSz="1042690" rtl="0" eaLnBrk="1" fontAlgn="auto" latinLnBrk="0" hangingPunct="1">
              <a:lnSpc>
                <a:spcPct val="90000"/>
              </a:lnSpc>
              <a:spcBef>
                <a:spcPts val="114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SmartArt</a:t>
            </a:r>
            <a:endParaRPr lang="ru-RU" dirty="0"/>
          </a:p>
        </p:txBody>
      </p:sp>
      <p:sp>
        <p:nvSpPr>
          <p:cNvPr id="30" name="Текст 8">
            <a:extLst>
              <a:ext uri="{FF2B5EF4-FFF2-40B4-BE49-F238E27FC236}">
                <a16:creationId xmlns:a16="http://schemas.microsoft.com/office/drawing/2014/main" id="{72C98E2C-76F1-1274-EA2B-12A5413F1E3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7655" y="1441923"/>
            <a:ext cx="1871663" cy="38888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32" name="Текст 8">
            <a:extLst>
              <a:ext uri="{FF2B5EF4-FFF2-40B4-BE49-F238E27FC236}">
                <a16:creationId xmlns:a16="http://schemas.microsoft.com/office/drawing/2014/main" id="{E9B8CF1F-FC6D-E148-F54E-4C9FD08358B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97656" y="1877803"/>
            <a:ext cx="1871663" cy="79554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4" name="Текст 8">
            <a:extLst>
              <a:ext uri="{FF2B5EF4-FFF2-40B4-BE49-F238E27FC236}">
                <a16:creationId xmlns:a16="http://schemas.microsoft.com/office/drawing/2014/main" id="{729FA38B-C647-5A41-506F-F98EEAB9F72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7655" y="4897910"/>
            <a:ext cx="1871663" cy="38888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36" name="Текст 8">
            <a:extLst>
              <a:ext uri="{FF2B5EF4-FFF2-40B4-BE49-F238E27FC236}">
                <a16:creationId xmlns:a16="http://schemas.microsoft.com/office/drawing/2014/main" id="{7437F790-2D3E-02A9-8F7E-5CA434E656F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7656" y="5333790"/>
            <a:ext cx="1871663" cy="79554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9" name="Текст 8">
            <a:extLst>
              <a:ext uri="{FF2B5EF4-FFF2-40B4-BE49-F238E27FC236}">
                <a16:creationId xmlns:a16="http://schemas.microsoft.com/office/drawing/2014/main" id="{E6065243-12B6-8947-EBB2-83EAE7DFC8D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97655" y="3168351"/>
            <a:ext cx="1871663" cy="38888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Текст 8">
            <a:extLst>
              <a:ext uri="{FF2B5EF4-FFF2-40B4-BE49-F238E27FC236}">
                <a16:creationId xmlns:a16="http://schemas.microsoft.com/office/drawing/2014/main" id="{6E345ABB-4103-F5C6-4035-C328E11BE0E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97656" y="3604231"/>
            <a:ext cx="1871663" cy="79554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2" name="Текст 8">
            <a:extLst>
              <a:ext uri="{FF2B5EF4-FFF2-40B4-BE49-F238E27FC236}">
                <a16:creationId xmlns:a16="http://schemas.microsoft.com/office/drawing/2014/main" id="{EE193FD2-BA4C-F3A2-1B59-C295AC6AD28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731374" y="1441923"/>
            <a:ext cx="1871663" cy="38888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3" name="Текст 8">
            <a:extLst>
              <a:ext uri="{FF2B5EF4-FFF2-40B4-BE49-F238E27FC236}">
                <a16:creationId xmlns:a16="http://schemas.microsoft.com/office/drawing/2014/main" id="{C7535AF5-03EE-A45F-2145-393F7FA8CE0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731375" y="1877803"/>
            <a:ext cx="1871663" cy="79554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5" name="Текст 8">
            <a:extLst>
              <a:ext uri="{FF2B5EF4-FFF2-40B4-BE49-F238E27FC236}">
                <a16:creationId xmlns:a16="http://schemas.microsoft.com/office/drawing/2014/main" id="{0EE1B4FC-2264-3C56-4449-4FAC5A3F802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731374" y="4897910"/>
            <a:ext cx="1871663" cy="38888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6" name="Текст 8">
            <a:extLst>
              <a:ext uri="{FF2B5EF4-FFF2-40B4-BE49-F238E27FC236}">
                <a16:creationId xmlns:a16="http://schemas.microsoft.com/office/drawing/2014/main" id="{8AC4C972-2EE9-AF5A-9A51-A9FAEE882A2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731375" y="5333790"/>
            <a:ext cx="1871663" cy="79554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A65E9A29-34AE-8EFC-3757-5C6F359B81F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731374" y="3168351"/>
            <a:ext cx="1871663" cy="38888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9" name="Текст 8">
            <a:extLst>
              <a:ext uri="{FF2B5EF4-FFF2-40B4-BE49-F238E27FC236}">
                <a16:creationId xmlns:a16="http://schemas.microsoft.com/office/drawing/2014/main" id="{2C286D4A-2DC9-2E0C-FAC0-DFEAC7B2A73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731375" y="3604231"/>
            <a:ext cx="1871663" cy="79554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4C29E72C-3E68-58B9-9BB8-8365DF05A3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4219154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SmartArt 2">
            <a:extLst>
              <a:ext uri="{FF2B5EF4-FFF2-40B4-BE49-F238E27FC236}">
                <a16:creationId xmlns:a16="http://schemas.microsoft.com/office/drawing/2014/main" id="{3A2F8166-FB68-6C42-B7EA-A15FBFCD021F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>
            <a:off x="587374" y="1371600"/>
            <a:ext cx="6337301" cy="47527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24"/>
            </a:lvl1pPr>
          </a:lstStyle>
          <a:p>
            <a:r>
              <a:rPr lang="en-US" dirty="0"/>
              <a:t>SmartArt</a:t>
            </a:r>
            <a:endParaRPr lang="ru-RU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47178134-A8AC-B34C-A564-F8F070C18EB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345238"/>
            <a:ext cx="10296525" cy="256414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24" name="Текст 8">
            <a:extLst>
              <a:ext uri="{FF2B5EF4-FFF2-40B4-BE49-F238E27FC236}">
                <a16:creationId xmlns:a16="http://schemas.microsoft.com/office/drawing/2014/main" id="{69A4181B-E480-0762-AF55-6A59129E5C0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078189" y="1664520"/>
            <a:ext cx="3526437" cy="57703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3" name="Текст 8">
            <a:extLst>
              <a:ext uri="{FF2B5EF4-FFF2-40B4-BE49-F238E27FC236}">
                <a16:creationId xmlns:a16="http://schemas.microsoft.com/office/drawing/2014/main" id="{9264973F-DC70-7609-AD64-D672A9C2CB19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078190" y="1447037"/>
            <a:ext cx="3526437" cy="373914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35" name="Текст 8">
            <a:extLst>
              <a:ext uri="{FF2B5EF4-FFF2-40B4-BE49-F238E27FC236}">
                <a16:creationId xmlns:a16="http://schemas.microsoft.com/office/drawing/2014/main" id="{450DC13B-9967-77E1-E1D7-B092EA3131C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8078189" y="2954629"/>
            <a:ext cx="3526437" cy="57703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6" name="Текст 8">
            <a:extLst>
              <a:ext uri="{FF2B5EF4-FFF2-40B4-BE49-F238E27FC236}">
                <a16:creationId xmlns:a16="http://schemas.microsoft.com/office/drawing/2014/main" id="{E676DFA1-FE77-56F5-8AD3-D810B4CF127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8078190" y="2737146"/>
            <a:ext cx="3526437" cy="373914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5676C09D-EA21-FA68-E51F-335B94618394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8078189" y="4253746"/>
            <a:ext cx="3526437" cy="57703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9" name="Текст 8">
            <a:extLst>
              <a:ext uri="{FF2B5EF4-FFF2-40B4-BE49-F238E27FC236}">
                <a16:creationId xmlns:a16="http://schemas.microsoft.com/office/drawing/2014/main" id="{0D2A2B71-727F-FA4A-8169-B5BF85B67911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078190" y="4036263"/>
            <a:ext cx="3526437" cy="373914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D667EDFF-7EA3-C3C1-F47D-040A6AAAA901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8078189" y="5547288"/>
            <a:ext cx="3526437" cy="57703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Текст 8">
            <a:extLst>
              <a:ext uri="{FF2B5EF4-FFF2-40B4-BE49-F238E27FC236}">
                <a16:creationId xmlns:a16="http://schemas.microsoft.com/office/drawing/2014/main" id="{B438EBEB-A0CE-661E-D604-2198EF577C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078190" y="5329805"/>
            <a:ext cx="3526437" cy="373914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6C26EFB-567F-B75B-DC0E-3779B9C82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025" y="296862"/>
            <a:ext cx="8423625" cy="431801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ru-RU" sz="18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078861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_белая т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>
            <a:extLst>
              <a:ext uri="{FF2B5EF4-FFF2-40B4-BE49-F238E27FC236}">
                <a16:creationId xmlns:a16="http://schemas.microsoft.com/office/drawing/2014/main" id="{D7082DC7-4E8A-E7F9-1496-13F239DDA9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0452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1E484D0-D81B-D22D-780D-CDA8E22018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125" y="2356225"/>
            <a:ext cx="5401802" cy="18139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lang="en-US" sz="4800" b="1" kern="1200" dirty="0">
                <a:solidFill>
                  <a:schemeClr val="tx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  <a:endParaRPr lang="en-US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B817115-CC11-4117-5783-D086C7107F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4580" y="6174183"/>
            <a:ext cx="5402347" cy="288567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ru-RU" dirty="0"/>
              <a:t>00.00.202</a:t>
            </a:r>
            <a:r>
              <a:rPr lang="en-US" dirty="0"/>
              <a:t>3</a:t>
            </a:r>
            <a:endParaRPr lang="ru-RU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28DAFDBF-B8C9-0E04-5780-83D3D76387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4208" y="5704782"/>
            <a:ext cx="5402719" cy="28856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ru-RU" dirty="0"/>
              <a:t>Контактная информация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43339245-63F7-710B-3C32-FF1B80B5EE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4208" y="5256966"/>
            <a:ext cx="5402719" cy="24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ru-RU" dirty="0"/>
              <a:t>ФИО</a:t>
            </a:r>
          </a:p>
        </p:txBody>
      </p:sp>
    </p:spTree>
    <p:extLst>
      <p:ext uri="{BB962C8B-B14F-4D97-AF65-F5344CB8AC3E}">
        <p14:creationId xmlns:p14="http://schemas.microsoft.com/office/powerpoint/2010/main" val="16083834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_синяя т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DFC6C19-753C-C62C-9B9A-8664545856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43DE59E-FD33-6A4B-9A75-608A77E0A9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125" y="2356225"/>
            <a:ext cx="5402719" cy="18139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lang="en-US" sz="4800" b="1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  <a:endParaRPr lang="en-US" dirty="0"/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18A9AAE9-5386-304D-95C8-EB339A387E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4580" y="6174183"/>
            <a:ext cx="5402347" cy="288567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ru-RU" dirty="0"/>
              <a:t>00.00.202</a:t>
            </a:r>
            <a:r>
              <a:rPr lang="en-US" dirty="0"/>
              <a:t>3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E406105-BD05-3646-87CE-583928B214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4208" y="5704782"/>
            <a:ext cx="5402719" cy="28856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ru-RU" dirty="0"/>
              <a:t>Контактная информация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FD927E3B-B22D-8240-914A-53B44FDA64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4208" y="5256966"/>
            <a:ext cx="5402719" cy="24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ru-RU" dirty="0"/>
              <a:t>ФИО</a:t>
            </a:r>
          </a:p>
        </p:txBody>
      </p:sp>
    </p:spTree>
    <p:extLst>
      <p:ext uri="{BB962C8B-B14F-4D97-AF65-F5344CB8AC3E}">
        <p14:creationId xmlns:p14="http://schemas.microsoft.com/office/powerpoint/2010/main" val="37835062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5A7778D-58D3-453B-92A8-F491CFAF7A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267" y="419658"/>
            <a:ext cx="10515600" cy="524559"/>
          </a:xfrm>
          <a:prstGeom prst="rect">
            <a:avLst/>
          </a:prstGeom>
        </p:spPr>
        <p:txBody>
          <a:bodyPr/>
          <a:lstStyle>
            <a:lvl1pPr>
              <a:defRPr lang="ru-RU" sz="1800" b="1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Gotham Pro" panose="02000503040000020004" pitchFamily="50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0787491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5A7778D-58D3-453B-92A8-F491CFAF7A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267" y="419658"/>
            <a:ext cx="10515600" cy="524559"/>
          </a:xfrm>
          <a:prstGeom prst="rect">
            <a:avLst/>
          </a:prstGeom>
        </p:spPr>
        <p:txBody>
          <a:bodyPr/>
          <a:lstStyle>
            <a:lvl1pPr>
              <a:defRPr lang="ru-RU" sz="1800" b="1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Gotham Pro" panose="02000503040000020004" pitchFamily="50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D2D3214-7655-4491-A538-59AFA8B30F1E}"/>
              </a:ext>
            </a:extLst>
          </p:cNvPr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9829" y="419658"/>
            <a:ext cx="1536171" cy="3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7529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екст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1CCF64B-C856-4D87-9A4C-05A86B0ABB74}"/>
              </a:ext>
            </a:extLst>
          </p:cNvPr>
          <p:cNvSpPr txBox="1">
            <a:spLocks/>
          </p:cNvSpPr>
          <p:nvPr userDrawn="1"/>
        </p:nvSpPr>
        <p:spPr>
          <a:xfrm>
            <a:off x="11856000" y="6570509"/>
            <a:ext cx="336000" cy="2874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DF24603-9A1B-F342-92E0-89DE32840F75}" type="slidenum">
              <a:rPr lang="en-US" sz="932" b="1" smtClean="0">
                <a:solidFill>
                  <a:schemeClr val="tx2"/>
                </a:solidFill>
                <a:latin typeface="Arial" panose="020B0604020202020204" pitchFamily="34" charset="0"/>
                <a:ea typeface="Rosatom" panose="020B0503040504020204" pitchFamily="34" charset="-52"/>
                <a:cs typeface="Arial" charset="0"/>
              </a:rPr>
              <a:pPr algn="ctr"/>
              <a:t>‹#›</a:t>
            </a:fld>
            <a:endParaRPr lang="en-US" sz="932" b="1" dirty="0">
              <a:solidFill>
                <a:schemeClr val="tx2"/>
              </a:solidFill>
              <a:latin typeface="Arial" panose="020B0604020202020204" pitchFamily="34" charset="0"/>
              <a:ea typeface="Rosatom" panose="020B0503040504020204" pitchFamily="34" charset="-5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18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6">
          <p15:clr>
            <a:srgbClr val="FBAE40"/>
          </p15:clr>
        </p15:guide>
        <p15:guide id="2" pos="203">
          <p15:clr>
            <a:srgbClr val="FBAE40"/>
          </p15:clr>
        </p15:guide>
        <p15:guide id="3" orient="horz" pos="4103">
          <p15:clr>
            <a:srgbClr val="FBAE40"/>
          </p15:clr>
        </p15:guide>
        <p15:guide id="4" pos="7461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21733" y="1191365"/>
            <a:ext cx="5750984" cy="45775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charset="0"/>
              <a:buNone/>
              <a:defRPr lang="en-US" sz="1599" kern="1200" dirty="0">
                <a:solidFill>
                  <a:srgbClr val="333333"/>
                </a:solidFill>
                <a:latin typeface="Arial" panose="020B0604020202020204" pitchFamily="34" charset="0"/>
                <a:ea typeface="Rosatom" panose="020B0503040504020204" pitchFamily="34" charset="-52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321733" y="6339291"/>
            <a:ext cx="5750984" cy="19727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1218072" rtl="0" eaLnBrk="1" fontAlgn="auto" latinLnBrk="0" hangingPunct="1">
              <a:lnSpc>
                <a:spcPct val="90000"/>
              </a:lnSpc>
              <a:spcBef>
                <a:spcPts val="1332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2">
                <a:solidFill>
                  <a:srgbClr val="333333"/>
                </a:solidFill>
                <a:latin typeface="Arial" panose="020B0604020202020204" pitchFamily="34" charset="0"/>
                <a:ea typeface="Rosatom" panose="020B0503040504020204" pitchFamily="34" charset="-52"/>
                <a:cs typeface="Arial" charset="0"/>
              </a:defRPr>
            </a:lvl1pPr>
          </a:lstStyle>
          <a:p>
            <a:pPr marL="0" marR="0" lvl="0" indent="0" algn="l" defTabSz="1218072" rtl="0" eaLnBrk="1" fontAlgn="auto" latinLnBrk="0" hangingPunct="1">
              <a:lnSpc>
                <a:spcPct val="90000"/>
              </a:lnSpc>
              <a:spcBef>
                <a:spcPts val="133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Место для указания источников и сносок</a:t>
            </a:r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13267" y="287491"/>
            <a:ext cx="8748184" cy="439859"/>
          </a:xfrm>
          <a:prstGeom prst="rect">
            <a:avLst/>
          </a:prstGeom>
        </p:spPr>
        <p:txBody>
          <a:bodyPr lIns="0" tIns="0" rIns="0" bIns="0" anchor="b"/>
          <a:lstStyle>
            <a:lvl1pPr algn="l" defTabSz="121807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Gotham Pro" panose="02000503040000020004" pitchFamily="50" charset="0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ECCB9F-EEFB-46CA-8F87-A3227F3F2A6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411384" y="1191364"/>
            <a:ext cx="5427133" cy="4577558"/>
          </a:xfrm>
          <a:prstGeom prst="rect">
            <a:avLst/>
          </a:prstGeom>
        </p:spPr>
        <p:txBody>
          <a:bodyPr/>
          <a:lstStyle>
            <a:lvl1pPr>
              <a:defRPr lang="ru-RU" sz="1865" smtClean="0">
                <a:solidFill>
                  <a:srgbClr val="414042"/>
                </a:solidFill>
                <a:latin typeface="Arial" panose="020B0604020202020204" pitchFamily="34" charset="0"/>
                <a:ea typeface="Rosatom" panose="020B0503040504020204" pitchFamily="34" charset="-52"/>
              </a:defRPr>
            </a:lvl1pPr>
            <a:lvl2pPr>
              <a:defRPr lang="ru-RU" sz="1865" smtClean="0">
                <a:latin typeface="Rosatom" panose="020B0503040504020204" pitchFamily="34" charset="-52"/>
                <a:ea typeface="Rosatom" panose="020B0503040504020204" pitchFamily="34" charset="-52"/>
              </a:defRPr>
            </a:lvl2pPr>
            <a:lvl3pPr>
              <a:defRPr lang="ru-RU" sz="1865" smtClean="0">
                <a:latin typeface="Rosatom" panose="020B0503040504020204" pitchFamily="34" charset="-52"/>
                <a:ea typeface="Rosatom" panose="020B0503040504020204" pitchFamily="34" charset="-52"/>
              </a:defRPr>
            </a:lvl3pPr>
            <a:lvl4pPr>
              <a:defRPr lang="ru-RU" sz="1865" smtClean="0">
                <a:latin typeface="Rosatom" panose="020B0503040504020204" pitchFamily="34" charset="-52"/>
                <a:ea typeface="Rosatom" panose="020B0503040504020204" pitchFamily="34" charset="-52"/>
              </a:defRPr>
            </a:lvl4pPr>
            <a:lvl5pPr>
              <a:defRPr lang="ru-RU" sz="1865">
                <a:latin typeface="Rosatom" panose="020B0503040504020204" pitchFamily="34" charset="-52"/>
                <a:ea typeface="Rosatom" panose="020B0503040504020204" pitchFamily="34" charset="-52"/>
              </a:defRPr>
            </a:lvl5pPr>
          </a:lstStyle>
          <a:p>
            <a:pPr marL="356065" lvl="0" indent="-356065" defTabSz="1424261">
              <a:spcBef>
                <a:spcPts val="1559"/>
              </a:spcBef>
            </a:pPr>
            <a:r>
              <a:rPr lang="ru-RU" dirty="0"/>
              <a:t>Контент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B87A526-9C80-40C4-BBD1-DCDB0F6D1D33}"/>
              </a:ext>
            </a:extLst>
          </p:cNvPr>
          <p:cNvSpPr txBox="1">
            <a:spLocks/>
          </p:cNvSpPr>
          <p:nvPr userDrawn="1"/>
        </p:nvSpPr>
        <p:spPr>
          <a:xfrm>
            <a:off x="11856000" y="6570509"/>
            <a:ext cx="336000" cy="2874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DF24603-9A1B-F342-92E0-89DE32840F75}" type="slidenum">
              <a:rPr lang="en-US" sz="932" b="1" smtClean="0">
                <a:solidFill>
                  <a:schemeClr val="tx2"/>
                </a:solidFill>
                <a:latin typeface="Arial" panose="020B0604020202020204" pitchFamily="34" charset="0"/>
                <a:ea typeface="Rosatom" panose="020B0503040504020204" pitchFamily="34" charset="-52"/>
                <a:cs typeface="Arial" charset="0"/>
              </a:rPr>
              <a:pPr algn="ctr"/>
              <a:t>‹#›</a:t>
            </a:fld>
            <a:endParaRPr lang="en-US" sz="932" b="1" dirty="0">
              <a:solidFill>
                <a:schemeClr val="tx2"/>
              </a:solidFill>
              <a:latin typeface="Arial" panose="020B0604020202020204" pitchFamily="34" charset="0"/>
              <a:ea typeface="Rosatom" panose="020B0503040504020204" pitchFamily="34" charset="-5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605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03">
          <p15:clr>
            <a:srgbClr val="FBAE40"/>
          </p15:clr>
        </p15:guide>
        <p15:guide id="3" orient="horz" pos="4103">
          <p15:clr>
            <a:srgbClr val="FBAE40"/>
          </p15:clr>
        </p15:guide>
        <p15:guide id="4" pos="7461">
          <p15:clr>
            <a:srgbClr val="FBAE40"/>
          </p15:clr>
        </p15:guide>
        <p15:guide id="5" orient="horz" pos="426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19675" y="5268834"/>
            <a:ext cx="6652684" cy="2846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Наименование мероприятия/название площадки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719675" y="2919417"/>
            <a:ext cx="8532284" cy="1438275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4000" b="1" kern="12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Тема презентации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719675" y="5845152"/>
            <a:ext cx="6652684" cy="25216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1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ФИО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719675" y="6105202"/>
            <a:ext cx="6652684" cy="2114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lang="en-US" sz="1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5" name="Заголовок 1"/>
          <p:cNvSpPr txBox="1">
            <a:spLocks/>
          </p:cNvSpPr>
          <p:nvPr userDrawn="1"/>
        </p:nvSpPr>
        <p:spPr>
          <a:xfrm>
            <a:off x="347434" y="5157194"/>
            <a:ext cx="9906719" cy="507963"/>
          </a:xfrm>
          <a:prstGeom prst="rect">
            <a:avLst/>
          </a:prstGeom>
        </p:spPr>
        <p:txBody>
          <a:bodyPr vert="horz" lIns="265040" tIns="132523" rIns="265040" bIns="132523" rtlCol="0" anchor="ctr">
            <a:noAutofit/>
          </a:bodyPr>
          <a:lstStyle/>
          <a:p>
            <a:pPr lvl="0">
              <a:spcBef>
                <a:spcPct val="0"/>
              </a:spcBef>
            </a:pPr>
            <a:endParaRPr lang="ru-RU" sz="16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Rosatom Light" pitchFamily="34" charset="-52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02325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313267" y="282198"/>
            <a:ext cx="8748184" cy="439859"/>
          </a:xfrm>
          <a:prstGeom prst="rect">
            <a:avLst/>
          </a:prstGeom>
        </p:spPr>
        <p:txBody>
          <a:bodyPr lIns="0" tIns="0" rIns="0" bIns="0" anchor="b"/>
          <a:lstStyle>
            <a:lvl1pPr algn="l" defTabSz="121807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Arial" panose="020B0604020202020204" pitchFamily="34" charset="0"/>
                <a:ea typeface="+mn-ea"/>
                <a:cs typeface="Gotham Pro" panose="02000503040000020004" pitchFamily="50" charset="0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1CCF64B-C856-4D87-9A4C-05A86B0ABB74}"/>
              </a:ext>
            </a:extLst>
          </p:cNvPr>
          <p:cNvSpPr txBox="1">
            <a:spLocks/>
          </p:cNvSpPr>
          <p:nvPr userDrawn="1"/>
        </p:nvSpPr>
        <p:spPr>
          <a:xfrm>
            <a:off x="11856000" y="6570509"/>
            <a:ext cx="336000" cy="2874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DF24603-9A1B-F342-92E0-89DE32840F75}" type="slidenum">
              <a:rPr lang="en-US" sz="932" b="1" smtClean="0">
                <a:solidFill>
                  <a:schemeClr val="tx2"/>
                </a:solidFill>
                <a:latin typeface="Arial" panose="020B0604020202020204" pitchFamily="34" charset="0"/>
                <a:ea typeface="Rosatom" panose="020B0503040504020204" pitchFamily="34" charset="-52"/>
                <a:cs typeface="Arial" charset="0"/>
              </a:rPr>
              <a:pPr algn="ctr"/>
              <a:t>‹#›</a:t>
            </a:fld>
            <a:endParaRPr lang="en-US" sz="932" b="1" dirty="0">
              <a:solidFill>
                <a:schemeClr val="tx2"/>
              </a:solidFill>
              <a:latin typeface="Arial" panose="020B0604020202020204" pitchFamily="34" charset="0"/>
              <a:ea typeface="Rosatom" panose="020B0503040504020204" pitchFamily="34" charset="-5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185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6">
          <p15:clr>
            <a:srgbClr val="FBAE40"/>
          </p15:clr>
        </p15:guide>
        <p15:guide id="2" pos="203">
          <p15:clr>
            <a:srgbClr val="FBAE40"/>
          </p15:clr>
        </p15:guide>
        <p15:guide id="3" orient="horz" pos="4103">
          <p15:clr>
            <a:srgbClr val="FBAE40"/>
          </p15:clr>
        </p15:guide>
        <p15:guide id="4" pos="7461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719667" y="2827366"/>
            <a:ext cx="7615766" cy="1583916"/>
          </a:xfrm>
          <a:prstGeom prst="rect">
            <a:avLst/>
          </a:prstGeom>
        </p:spPr>
        <p:txBody>
          <a:bodyPr lIns="0" tIns="0" rIns="0" bIns="0"/>
          <a:lstStyle>
            <a:lvl1pPr>
              <a:defRPr sz="2700" b="1">
                <a:solidFill>
                  <a:srgbClr val="404040"/>
                </a:solidFill>
                <a:latin typeface="Rosatom" panose="020B0503040504020204" pitchFamily="34" charset="-5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7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Arial"/>
              </a:rPr>
              <a:t>Тема презентации</a:t>
            </a:r>
            <a:endParaRPr kumimoji="0" lang="en-US" sz="27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19667" y="5059671"/>
            <a:ext cx="7615766" cy="3792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Rosatom" panose="020B0503040504020204" pitchFamily="34" charset="-52"/>
              </a:defRPr>
            </a:lvl1pPr>
          </a:lstStyle>
          <a:p>
            <a:r>
              <a:rPr lang="ru-RU" dirty="0">
                <a:latin typeface="Arial" pitchFamily="34" charset="0"/>
                <a:cs typeface="Arial" pitchFamily="34" charset="0"/>
              </a:rPr>
              <a:t>Наименование мероприятия </a:t>
            </a:r>
            <a:r>
              <a:rPr lang="en-US" dirty="0">
                <a:latin typeface="Arial" pitchFamily="34" charset="0"/>
                <a:cs typeface="Arial" pitchFamily="34" charset="0"/>
              </a:rPr>
              <a:t>/</a:t>
            </a:r>
            <a:r>
              <a:rPr lang="ru-RU" dirty="0">
                <a:latin typeface="Arial" pitchFamily="34" charset="0"/>
                <a:cs typeface="Arial" pitchFamily="34" charset="0"/>
              </a:rPr>
              <a:t> название площадки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719667" y="5610804"/>
            <a:ext cx="7615766" cy="29104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Rosatom" panose="020B0503040504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srgbClr val="333333"/>
                </a:solidFill>
                <a:latin typeface="Arial" panose="020B0604020202020204" pitchFamily="34" charset="0"/>
                <a:ea typeface="Rosatom Light" pitchFamily="34" charset="-52"/>
                <a:cs typeface="Arial" pitchFamily="34" charset="0"/>
              </a:rPr>
              <a:t>ФИО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719667" y="5898540"/>
            <a:ext cx="7615766" cy="37922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Rosatom" panose="020B0503040504020204" pitchFamily="34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rPr>
              <a:t>Должность</a:t>
            </a:r>
          </a:p>
        </p:txBody>
      </p:sp>
    </p:spTree>
    <p:extLst>
      <p:ext uri="{BB962C8B-B14F-4D97-AF65-F5344CB8AC3E}">
        <p14:creationId xmlns:p14="http://schemas.microsoft.com/office/powerpoint/2010/main" val="2538864204"/>
      </p:ext>
    </p:extLst>
  </p:cSld>
  <p:clrMapOvr>
    <a:masterClrMapping/>
  </p:clrMapOvr>
  <p:hf hdr="0" ftr="0" dt="0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екст карти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719668" y="6426185"/>
            <a:ext cx="5353050" cy="19727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Место для указания источников и сносок</a:t>
            </a:r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719666" y="575201"/>
            <a:ext cx="8748184" cy="439859"/>
          </a:xfrm>
          <a:prstGeom prst="rect">
            <a:avLst/>
          </a:prstGeom>
        </p:spPr>
        <p:txBody>
          <a:bodyPr lIns="0" tIns="0" rIns="0" bIns="0"/>
          <a:lstStyle>
            <a:lvl1pPr>
              <a:defRPr sz="2300" b="1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719668" y="1966680"/>
            <a:ext cx="5353050" cy="328483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 pitchFamily="34" charset="0"/>
              <a:buNone/>
              <a:defRPr sz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ru-RU" sz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rPr>
              <a:t>Текст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5"/>
          </p:nvPr>
        </p:nvSpPr>
        <p:spPr>
          <a:xfrm>
            <a:off x="6411385" y="1966679"/>
            <a:ext cx="5253567" cy="3272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00">
                <a:latin typeface="Arial" pitchFamily="34" charset="0"/>
                <a:cs typeface="Arial" pitchFamily="34" charset="0"/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286424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_белая т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FAD7B56-1E8C-2F4A-AC24-2312CDD0CE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231" y="5498092"/>
            <a:ext cx="6343083" cy="27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kern="120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Наименование мероприятия / название площадки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00344EA-ACBC-124C-B7D8-043D41CC07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4" y="1376363"/>
            <a:ext cx="8216901" cy="3673475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en-US" sz="4200" b="1" kern="1200" baseline="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Тема презентации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108935E-A05C-3046-BAAC-1964DF45BE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75" y="5954497"/>
            <a:ext cx="5403726" cy="27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1600" b="1" kern="120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ФИО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DE7B18D4-10AD-F940-8700-BB4E6513FE7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6121179"/>
            <a:ext cx="5403726" cy="27349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kern="120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Должность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F57290F6-68D5-894F-B7B1-FBD98FC637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6" y="5071312"/>
            <a:ext cx="8216900" cy="251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1" kern="1200" dirty="0">
                <a:solidFill>
                  <a:srgbClr val="333333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00.00.2023</a:t>
            </a: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F38FBA8-CA0F-8FF3-27A2-61E4E0693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592043" y="527462"/>
            <a:ext cx="2875931" cy="83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9955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_синяя т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>
            <a:extLst>
              <a:ext uri="{FF2B5EF4-FFF2-40B4-BE49-F238E27FC236}">
                <a16:creationId xmlns:a16="http://schemas.microsoft.com/office/drawing/2014/main" id="{01B5B7FA-12C3-5D08-D3B6-CC20368AB2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14C4A25-9ECF-C4E0-EC93-AE1356A45F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231" y="5498092"/>
            <a:ext cx="6343083" cy="27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Наименование мероприятия / название площадки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23E1BDD-A286-5E36-A636-CE614C83E1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4" y="1376363"/>
            <a:ext cx="8216901" cy="3673475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en-US" sz="4200" b="1" kern="1200" baseline="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Тема презентации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7EBD07-FD5C-6F34-01AE-0B43B99C77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75" y="5954497"/>
            <a:ext cx="5403726" cy="27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1600" b="1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ФИО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FBB0F-F21A-CEE8-B80D-82EE811893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6121179"/>
            <a:ext cx="5403726" cy="27349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Должность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6412504-0650-9001-EC15-702FF56448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6" y="5071312"/>
            <a:ext cx="8216900" cy="251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00.00.2023</a:t>
            </a:r>
            <a:endParaRPr lang="en-US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2206B78-4806-1605-95F4-4B92EF638B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90550" y="529184"/>
            <a:ext cx="2872877" cy="83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6485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логотип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75033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5828E19-F354-DF47-B066-E5BD574211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6C016B-785E-E702-99AB-804EE8364C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6235340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заголовком без логотип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5828E19-F354-DF47-B066-E5BD574211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812838A-772D-28AE-DDDD-F460B8604E60}"/>
              </a:ext>
            </a:extLst>
          </p:cNvPr>
          <p:cNvSpPr/>
          <p:nvPr userDrawn="1"/>
        </p:nvSpPr>
        <p:spPr>
          <a:xfrm>
            <a:off x="9393382" y="169011"/>
            <a:ext cx="2353859" cy="9914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70A51D4-5369-235E-52D2-11B8DF3A4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4791404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коративная нумера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EB76A479-9EB9-9149-A87E-B656862594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3138" y="1828676"/>
            <a:ext cx="2808287" cy="17082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3E21428-F1A9-1C47-B189-1F00230510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7315" y="1683042"/>
            <a:ext cx="956685" cy="731367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CF731511-FB7E-7045-BEF7-6ACE24889B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50478" y="3960306"/>
            <a:ext cx="2808287" cy="17372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E7336803-30F9-AA4B-BD57-607EB2BB91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7315" y="3833311"/>
            <a:ext cx="956685" cy="731367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ru-RU" dirty="0"/>
              <a:t>02</a:t>
            </a:r>
            <a:endParaRPr lang="en-US" dirty="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7DC13605-8615-5F47-9E23-21BCFF9270B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3656" y="1828676"/>
            <a:ext cx="2808287" cy="17082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ru-RU" dirty="0"/>
              <a:t>Текст</a:t>
            </a:r>
            <a:endParaRPr lang="en-US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C5E9F1A1-2C79-244D-9E78-D809AAE85C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7833" y="1683042"/>
            <a:ext cx="956685" cy="731367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en-US" dirty="0"/>
              <a:t>0</a:t>
            </a:r>
            <a:r>
              <a:rPr lang="ru-RU" dirty="0"/>
              <a:t>3</a:t>
            </a:r>
            <a:endParaRPr lang="en-US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8ABE548B-2496-6448-9C00-4F474C96039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870996" y="3960306"/>
            <a:ext cx="2808287" cy="17372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1E6EC78-49FD-EC4F-AE6F-797294FBBCA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87833" y="3833311"/>
            <a:ext cx="956685" cy="731367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ru-RU" dirty="0"/>
              <a:t>04</a:t>
            </a:r>
            <a:endParaRPr lang="en-US" dirty="0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04143966-647E-F34B-B8D9-4F190B3C37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F20D2226-2CFF-1BCC-717E-8293673B42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018778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Нумерация (проект решени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B967636-5D46-0445-9743-256D6F5265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9003" y="1174350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EBA3CA6-35EC-B545-99A7-771C951EE6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09003" y="2253706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679B8576-1F06-A045-9781-639D90CCF0B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7374" y="1124860"/>
            <a:ext cx="720725" cy="4321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01</a:t>
            </a:r>
            <a:endParaRPr lang="en-US" dirty="0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E53C26E-8254-D048-A74A-443BC79ADDD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0173" y="2210529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02</a:t>
            </a:r>
            <a:endParaRPr lang="en-US" dirty="0"/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A1989830-E99E-A247-981A-CF6237CECA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924409" y="1174350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AC315E49-3426-ED4D-B80E-7FA82D64C2C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24409" y="2253706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12365AF3-4942-3742-894A-42033FBFDC0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2780" y="1124860"/>
            <a:ext cx="720725" cy="4321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06</a:t>
            </a:r>
            <a:endParaRPr lang="en-US" dirty="0"/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FD06E6D-45BB-3A4B-B97B-2149B6AC5C7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05579" y="2210529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07</a:t>
            </a:r>
            <a:endParaRPr lang="en-US" dirty="0"/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943DC364-6991-394B-AF4D-6BFFF40ED2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1B4B6E9-1595-216C-B830-64168D4DC2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09003" y="3335361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903D281C-6DCA-90FC-0549-F6F68456228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0173" y="3291531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03</a:t>
            </a:r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BDEE750-66C8-8392-E36C-07B512887FB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924409" y="3335361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7BFC0CF-879F-350D-CCD6-D592F5A77C2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05579" y="3291531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08</a:t>
            </a:r>
            <a:endParaRPr lang="en-US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85BCBC9-CB00-0574-A3E3-2C6409ACDC0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09003" y="4418925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B1A768-ACCE-1296-02E0-1F86368D71D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90173" y="4369587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04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F9B5AF5-2491-AB55-D788-65973A65062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24409" y="4418925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C71F567-FDD6-002B-A2B9-2E004E25CF3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05579" y="4369587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09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AD407D13-4408-186A-C089-6338D1D923E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09003" y="5494601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8330DCE3-022C-F7D0-831A-A2DEAD3126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0173" y="5450771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05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2BE1F052-B425-3481-7BB1-892ACB2EE98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924409" y="5494601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8E1F1A7D-A582-B16B-BCAB-172E7CBC9B7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05579" y="5450771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10</a:t>
            </a:r>
            <a:endParaRPr lang="en-US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2672BA47-08F6-4752-2743-573E46063E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9046278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ы на цифровые знач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Текст 10">
            <a:extLst>
              <a:ext uri="{FF2B5EF4-FFF2-40B4-BE49-F238E27FC236}">
                <a16:creationId xmlns:a16="http://schemas.microsoft.com/office/drawing/2014/main" id="{2FDD5A0D-09D0-774F-9685-8F312DE9C0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7375" y="2679540"/>
            <a:ext cx="3529013" cy="3233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4678DF5-CCB3-874E-86AC-E652288B92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1673" y="2480070"/>
            <a:ext cx="2584184" cy="10568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B24EEF8D-280A-264E-9121-23277DB793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69827" y="1495397"/>
            <a:ext cx="1533008" cy="7498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ru-RU" dirty="0"/>
              <a:t>01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69F4B89C-95D1-3344-B781-C46E8087EC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66140" y="4630508"/>
            <a:ext cx="2595160" cy="12825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F6460295-8EBC-6040-8E93-E6154A6AE1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64652" y="3663868"/>
            <a:ext cx="1533008" cy="7498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ru-RU" dirty="0"/>
              <a:t>02</a:t>
            </a:r>
            <a:endParaRPr lang="en-US" dirty="0"/>
          </a:p>
        </p:txBody>
      </p:sp>
      <p:sp>
        <p:nvSpPr>
          <p:cNvPr id="36" name="Текст 13">
            <a:extLst>
              <a:ext uri="{FF2B5EF4-FFF2-40B4-BE49-F238E27FC236}">
                <a16:creationId xmlns:a16="http://schemas.microsoft.com/office/drawing/2014/main" id="{D8195300-6EEA-F24A-8000-9877D935DB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524" y="1770684"/>
            <a:ext cx="3541024" cy="6867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F2BBCDA6-A9F0-884B-8224-E0B38229A42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18817" y="2480070"/>
            <a:ext cx="2584184" cy="10568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FD887098-60FA-BE4E-85A9-B3F75D2C0A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16971" y="1495397"/>
            <a:ext cx="1533008" cy="7498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ru-RU" dirty="0"/>
              <a:t>03</a:t>
            </a:r>
            <a:endParaRPr lang="en-US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951B77FF-4B12-3049-8743-97926F5627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3284" y="4630508"/>
            <a:ext cx="2595160" cy="12825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AA632B1D-5C32-CB40-9DB8-170F703906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11796" y="3663868"/>
            <a:ext cx="1533008" cy="7498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ru-RU" dirty="0"/>
              <a:t>04</a:t>
            </a:r>
            <a:endParaRPr lang="en-US" dirty="0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6E01F9A5-6845-8C47-805B-E9B9617D5A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047AA9D-1307-1AF3-A9A5-310BDC1B7C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1030320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втоматические булли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10">
            <a:extLst>
              <a:ext uri="{FF2B5EF4-FFF2-40B4-BE49-F238E27FC236}">
                <a16:creationId xmlns:a16="http://schemas.microsoft.com/office/drawing/2014/main" id="{7C5FB82A-8323-464A-9753-EE54DF76F7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6900" y="2692105"/>
            <a:ext cx="5391150" cy="3005433"/>
          </a:xfrm>
          <a:prstGeom prst="rect">
            <a:avLst/>
          </a:prstGeom>
        </p:spPr>
        <p:txBody>
          <a:bodyPr lIns="0" tIns="0" rIns="0" bIns="0"/>
          <a:lstStyle>
            <a:lvl1pPr marL="324000" indent="-3240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SzPct val="100000"/>
              <a:defRPr sz="1600"/>
            </a:lvl1pPr>
          </a:lstStyle>
          <a:p>
            <a:pPr lvl="0"/>
            <a:endParaRPr lang="ru-RU" dirty="0"/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6317B7CF-E802-F942-B3CF-4BCBC19C84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320" y="1778221"/>
            <a:ext cx="4802530" cy="4001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Текст 10">
            <a:extLst>
              <a:ext uri="{FF2B5EF4-FFF2-40B4-BE49-F238E27FC236}">
                <a16:creationId xmlns:a16="http://schemas.microsoft.com/office/drawing/2014/main" id="{DBC5C2C9-5956-7842-905E-11BB7A5DBC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7477" y="2692105"/>
            <a:ext cx="5397147" cy="3005433"/>
          </a:xfrm>
          <a:prstGeom prst="rect">
            <a:avLst/>
          </a:prstGeom>
        </p:spPr>
        <p:txBody>
          <a:bodyPr lIns="0" tIns="0" rIns="0" bIns="0"/>
          <a:lstStyle>
            <a:lvl1pPr marL="324000" indent="-3240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SzPct val="100000"/>
              <a:defRPr sz="1600"/>
            </a:lvl1pPr>
          </a:lstStyle>
          <a:p>
            <a:pPr lvl="0"/>
            <a:endParaRPr lang="ru-RU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A33DA4D-5F07-5547-A2EC-742BDE325A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A3CCA26-46AA-177A-1A95-FD899E670F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5698591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 пиктограмм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Рисунок 37">
            <a:extLst>
              <a:ext uri="{FF2B5EF4-FFF2-40B4-BE49-F238E27FC236}">
                <a16:creationId xmlns:a16="http://schemas.microsoft.com/office/drawing/2014/main" id="{3AD56FE5-CF6D-EA4A-B34C-8D42F223869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87375" y="1735473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200"/>
            </a:lvl1pPr>
          </a:lstStyle>
          <a:p>
            <a:endParaRPr lang="ru-RU" dirty="0"/>
          </a:p>
        </p:txBody>
      </p:sp>
      <p:sp>
        <p:nvSpPr>
          <p:cNvPr id="22" name="Рисунок 37">
            <a:extLst>
              <a:ext uri="{FF2B5EF4-FFF2-40B4-BE49-F238E27FC236}">
                <a16:creationId xmlns:a16="http://schemas.microsoft.com/office/drawing/2014/main" id="{1ACE8982-5E36-AF47-9F45-29E44C95270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87375" y="3679825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200"/>
            </a:lvl1pPr>
          </a:lstStyle>
          <a:p>
            <a:endParaRPr lang="ru-RU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ED37180F-67D1-FB42-BB79-26B9C65743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3999" y="1830621"/>
            <a:ext cx="3527425" cy="14904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978DD0F7-E7F6-3647-998F-2C0D8AA643F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3999" y="3776549"/>
            <a:ext cx="3527425" cy="14904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50" name="Рисунок 37">
            <a:extLst>
              <a:ext uri="{FF2B5EF4-FFF2-40B4-BE49-F238E27FC236}">
                <a16:creationId xmlns:a16="http://schemas.microsoft.com/office/drawing/2014/main" id="{30DFC402-BC3F-304E-B881-DE7B050A858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12320" y="1735473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200"/>
            </a:lvl1pPr>
          </a:lstStyle>
          <a:p>
            <a:endParaRPr lang="ru-RU" dirty="0"/>
          </a:p>
        </p:txBody>
      </p:sp>
      <p:sp>
        <p:nvSpPr>
          <p:cNvPr id="51" name="Рисунок 37">
            <a:extLst>
              <a:ext uri="{FF2B5EF4-FFF2-40B4-BE49-F238E27FC236}">
                <a16:creationId xmlns:a16="http://schemas.microsoft.com/office/drawing/2014/main" id="{24B6F667-B54D-B344-8297-25B5324224F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12320" y="3679825"/>
            <a:ext cx="720725" cy="720725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200"/>
            </a:lvl1pPr>
          </a:lstStyle>
          <a:p>
            <a:endParaRPr lang="ru-RU" dirty="0"/>
          </a:p>
        </p:txBody>
      </p:sp>
      <p:sp>
        <p:nvSpPr>
          <p:cNvPr id="52" name="Text Placeholder 7">
            <a:extLst>
              <a:ext uri="{FF2B5EF4-FFF2-40B4-BE49-F238E27FC236}">
                <a16:creationId xmlns:a16="http://schemas.microsoft.com/office/drawing/2014/main" id="{6F96E179-1ACC-B142-B8E2-E6FEB5458E1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48944" y="1830621"/>
            <a:ext cx="3519055" cy="14904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97F42C98-ED67-8B4F-AC97-779A294421A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48944" y="3776549"/>
            <a:ext cx="3519055" cy="14904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C0833A51-398A-2A46-9AE2-B2CEA50E98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4BE294E-1D6C-B162-81F0-C2153445A3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40574760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 с символ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3">
            <a:extLst>
              <a:ext uri="{FF2B5EF4-FFF2-40B4-BE49-F238E27FC236}">
                <a16:creationId xmlns:a16="http://schemas.microsoft.com/office/drawing/2014/main" id="{7C3C1AAB-1403-6B46-85FD-B05EEBB725E4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587375" y="4193841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070A2CF3-8814-D549-8AD1-D3E9FE64650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308100" y="4202923"/>
            <a:ext cx="2808288" cy="6337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5" name="Рисунок 3">
            <a:extLst>
              <a:ext uri="{FF2B5EF4-FFF2-40B4-BE49-F238E27FC236}">
                <a16:creationId xmlns:a16="http://schemas.microsoft.com/office/drawing/2014/main" id="{62D9BC24-C3A8-8943-B49D-05C632C2066A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92372" y="5061109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F840D1C0-9F64-7B4B-AC0F-F55F3C62113D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308099" y="5067542"/>
            <a:ext cx="2808287" cy="6337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50EC2D56-CD1C-604D-AC86-7B7FCC60AFD9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587374" y="2258783"/>
            <a:ext cx="5400675" cy="149398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8" name="Текст 13">
            <a:extLst>
              <a:ext uri="{FF2B5EF4-FFF2-40B4-BE49-F238E27FC236}">
                <a16:creationId xmlns:a16="http://schemas.microsoft.com/office/drawing/2014/main" id="{ACCE3CEA-6D58-E641-9830-860F3A9312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4058" y="1348002"/>
            <a:ext cx="5413992" cy="4001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BDA8558D-A2DA-8049-AEBA-44CF8C79F49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6203953" y="2258783"/>
            <a:ext cx="5400675" cy="149398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0" name="Рисунок 3">
            <a:extLst>
              <a:ext uri="{FF2B5EF4-FFF2-40B4-BE49-F238E27FC236}">
                <a16:creationId xmlns:a16="http://schemas.microsoft.com/office/drawing/2014/main" id="{101F3F63-0914-9E46-A4B3-69E00C34C607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4329919" y="4193841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E671F133-703A-E64D-884D-9F2EC55C553A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5050644" y="4202923"/>
            <a:ext cx="2808288" cy="6337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2" name="Рисунок 3">
            <a:extLst>
              <a:ext uri="{FF2B5EF4-FFF2-40B4-BE49-F238E27FC236}">
                <a16:creationId xmlns:a16="http://schemas.microsoft.com/office/drawing/2014/main" id="{CE5E5418-8746-9D47-A671-63F99ECC06FE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4334916" y="5061109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D67A0FD6-6983-2E4A-B539-8C4AFC592DE8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5050643" y="5067542"/>
            <a:ext cx="2808287" cy="6337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4" name="Рисунок 3">
            <a:extLst>
              <a:ext uri="{FF2B5EF4-FFF2-40B4-BE49-F238E27FC236}">
                <a16:creationId xmlns:a16="http://schemas.microsoft.com/office/drawing/2014/main" id="{1BC6A58C-4C4E-0944-84A5-76CDF5286452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8077460" y="4193841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AC06D70C-FAB9-D24A-B094-743BB496FA0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8798185" y="4202923"/>
            <a:ext cx="2808288" cy="6337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6" name="Рисунок 3">
            <a:extLst>
              <a:ext uri="{FF2B5EF4-FFF2-40B4-BE49-F238E27FC236}">
                <a16:creationId xmlns:a16="http://schemas.microsoft.com/office/drawing/2014/main" id="{2F046685-C421-934C-8AAC-7F2604D97D97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8082457" y="5061109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906D477E-AD21-B841-9DCF-A13C1D667038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8798184" y="5067542"/>
            <a:ext cx="2808287" cy="6337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2C4E3DC2-CED7-E344-B2AC-0EC32BAA69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33A7E51-FE29-3837-E02D-A63E324ECD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5455498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ыво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0EE7E2F3-C7D0-DF48-A00E-8B33ABE8E0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9370" y="2475441"/>
            <a:ext cx="4678680" cy="6297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2D61247B-D52C-2740-A2C5-A530D90BE8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7375" y="2410389"/>
            <a:ext cx="721995" cy="4332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01</a:t>
            </a:r>
            <a:endParaRPr lang="en-US" dirty="0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BD02B7B-77D5-AD4A-BD92-5A97B68CC90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08100" y="3127022"/>
            <a:ext cx="4679950" cy="6258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04563121-9777-964E-8C93-E620D49D09D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7412" y="3059494"/>
            <a:ext cx="710688" cy="4419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02</a:t>
            </a:r>
            <a:endParaRPr lang="en-US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DF7DCF2-60BF-154D-8BFF-922AFFA024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14910" y="4207050"/>
            <a:ext cx="4679950" cy="626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D5F9B87E-0C49-7148-B1E4-9DA4167E52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7412" y="4138995"/>
            <a:ext cx="717498" cy="431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03</a:t>
            </a:r>
            <a:endParaRPr lang="en-US" dirty="0"/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C407B9EA-BE4D-744F-B1D0-7826F89FCA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8100" y="4859625"/>
            <a:ext cx="4686760" cy="6220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234511A2-8A3D-C34D-BABB-BC316D6339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7411" y="4803050"/>
            <a:ext cx="710687" cy="4170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20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04</a:t>
            </a:r>
            <a:endParaRPr lang="en-US" dirty="0"/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E7928538-DB16-3E4F-9B9F-C4F309A17BD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40575" y="2475440"/>
            <a:ext cx="4464050" cy="12774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7CBDE216-F61B-4D4A-B5BF-A5E505D4333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45388" y="4202620"/>
            <a:ext cx="4449200" cy="12790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b="1" kern="1200" dirty="0">
                <a:solidFill>
                  <a:schemeClr val="accent2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1" name="Текст 13">
            <a:extLst>
              <a:ext uri="{FF2B5EF4-FFF2-40B4-BE49-F238E27FC236}">
                <a16:creationId xmlns:a16="http://schemas.microsoft.com/office/drawing/2014/main" id="{4D5A2C62-559D-A74C-A444-C6B8CC73E8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2398" y="1563840"/>
            <a:ext cx="5395651" cy="4001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50D74FE3-44A9-EC4C-8C69-547050223B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EDF32613-6D2E-54E7-16EF-9333D12833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4343594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 с символ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886A441-591F-9244-A489-295B1D7D51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F054FF2-AFA1-8047-87A0-35CE6528444B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592541" y="2480049"/>
            <a:ext cx="3525268" cy="32230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2" name="Рисунок 3">
            <a:extLst>
              <a:ext uri="{FF2B5EF4-FFF2-40B4-BE49-F238E27FC236}">
                <a16:creationId xmlns:a16="http://schemas.microsoft.com/office/drawing/2014/main" id="{3094DF6D-9C1B-1A40-8DCE-53E41DE85D36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4338551" y="1828471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E31C5814-6F67-0C44-876B-13D5F03D96F6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5063464" y="1832528"/>
            <a:ext cx="2797836" cy="17099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7" name="Рисунок 3">
            <a:extLst>
              <a:ext uri="{FF2B5EF4-FFF2-40B4-BE49-F238E27FC236}">
                <a16:creationId xmlns:a16="http://schemas.microsoft.com/office/drawing/2014/main" id="{EDA5CD73-E66B-0F4B-9C8E-4C13F1F937A9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4338551" y="3764036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FFC3865D-8AC5-1742-9B56-92FBE1CCB38B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5063464" y="3777214"/>
            <a:ext cx="2797836" cy="19258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29" name="Текст 13">
            <a:extLst>
              <a:ext uri="{FF2B5EF4-FFF2-40B4-BE49-F238E27FC236}">
                <a16:creationId xmlns:a16="http://schemas.microsoft.com/office/drawing/2014/main" id="{FFF0FE7D-141F-0F4B-A775-E3747FEB41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118" y="1561632"/>
            <a:ext cx="3525269" cy="674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0" name="Рисунок 3">
            <a:extLst>
              <a:ext uri="{FF2B5EF4-FFF2-40B4-BE49-F238E27FC236}">
                <a16:creationId xmlns:a16="http://schemas.microsoft.com/office/drawing/2014/main" id="{1AF385B8-6C17-D84D-AFAD-A1F8A8C5D8DF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8075601" y="1828471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C1D2E84C-9516-C247-8022-F741A47642C1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800514" y="1832528"/>
            <a:ext cx="2797836" cy="17099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2" name="Рисунок 3">
            <a:extLst>
              <a:ext uri="{FF2B5EF4-FFF2-40B4-BE49-F238E27FC236}">
                <a16:creationId xmlns:a16="http://schemas.microsoft.com/office/drawing/2014/main" id="{DBC0B1E4-99F3-8949-BCA2-7A574BFFB005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8075601" y="3764036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ru-RU" dirty="0"/>
              <a:t>р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2961AA0B-05BE-8347-A890-35CC9FCE992B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8800514" y="3777214"/>
            <a:ext cx="2797836" cy="19258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42207D1-C7AE-F1C8-8705-A5D401EE2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35086951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F446420-C087-604A-8BC8-25F0CF43B03F}"/>
              </a:ext>
            </a:extLst>
          </p:cNvPr>
          <p:cNvSpPr/>
          <p:nvPr userDrawn="1"/>
        </p:nvSpPr>
        <p:spPr>
          <a:xfrm>
            <a:off x="591452" y="1592262"/>
            <a:ext cx="5396598" cy="3889375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3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53">
              <a:solidFill>
                <a:srgbClr val="333333"/>
              </a:solidFill>
            </a:endParaRP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97B1945D-1A5E-D140-8AC1-0541B6DB4A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40575" y="3132531"/>
            <a:ext cx="4464050" cy="23491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kern="1200" dirty="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Текст</a:t>
            </a:r>
            <a:endParaRPr lang="en-US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E417197E-1E3A-D54C-B6EB-AB906E8FD0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93583" y="1732702"/>
            <a:ext cx="1702755" cy="94064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6000" b="1" kern="1200" dirty="0">
                <a:gradFill flip="none" rotWithShape="1"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  <a:tileRect/>
                </a:gra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lvl="0" indent="0" algn="l" defTabSz="1042690" rtl="0" eaLnBrk="1" latinLnBrk="0" hangingPunct="1">
              <a:lnSpc>
                <a:spcPct val="100000"/>
              </a:lnSpc>
              <a:spcBef>
                <a:spcPts val="0"/>
              </a:spcBef>
              <a:buFont typeface="Arial" charset="0"/>
              <a:buNone/>
            </a:pPr>
            <a:r>
              <a:rPr lang="ru-RU" dirty="0"/>
              <a:t>1500</a:t>
            </a:r>
            <a:endParaRPr lang="en-US" dirty="0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ED02FBB-1FAB-544E-8FF5-FA678B8FFA1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59038" y="2032464"/>
            <a:ext cx="2592387" cy="25839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600" i="1" kern="12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Цитата</a:t>
            </a:r>
            <a:endParaRPr lang="en-US" dirty="0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77834AB-2614-F340-A1FC-72CFED2227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59038" y="4878899"/>
            <a:ext cx="2592387" cy="401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charset="0"/>
              <a:buNone/>
              <a:defRPr lang="en-US" sz="1400" i="1" kern="12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ru-RU" dirty="0"/>
              <a:t>Подпись</a:t>
            </a:r>
            <a:endParaRPr lang="en-US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41ACC62-6091-054C-BA7D-68C546FE45E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bg1">
                    <a:lumMod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*</a:t>
            </a:r>
            <a:r>
              <a:rPr lang="en-US" dirty="0"/>
              <a:t> </a:t>
            </a:r>
            <a:r>
              <a:rPr lang="ru-RU" sz="1200" b="0" i="0" u="none" strike="noStrike" cap="none" spc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</a:t>
            </a:r>
            <a:endParaRPr lang="ru-RU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476D521-B121-8D44-89CF-BAE8A64104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21902" y="2024063"/>
            <a:ext cx="779144" cy="649287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71FF41B-F23B-F0B1-186B-0B127938A5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 kern="1200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2 строки</a:t>
            </a:r>
          </a:p>
        </p:txBody>
      </p:sp>
    </p:spTree>
    <p:extLst>
      <p:ext uri="{BB962C8B-B14F-4D97-AF65-F5344CB8AC3E}">
        <p14:creationId xmlns:p14="http://schemas.microsoft.com/office/powerpoint/2010/main" val="2260522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002A-FB17-4BCF-A0C4-5E1E7F0EAB6F}" type="datetimeFigureOut">
              <a:rPr lang="ru-RU" smtClean="0"/>
              <a:pPr/>
              <a:t>09.04.2026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303F5-FF30-4E30-9448-1F304562E3C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254784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_синяя т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7">
            <a:extLst>
              <a:ext uri="{FF2B5EF4-FFF2-40B4-BE49-F238E27FC236}">
                <a16:creationId xmlns:a16="http://schemas.microsoft.com/office/drawing/2014/main" id="{01B5B7FA-12C3-5D08-D3B6-CC20368AB2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14C4A25-9ECF-C4E0-EC93-AE1356A45F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231" y="5498092"/>
            <a:ext cx="6343083" cy="27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Наименование мероприятия / название площадки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23E1BDD-A286-5E36-A636-CE614C83E1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4" y="1376363"/>
            <a:ext cx="8216901" cy="3673475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en-US" sz="4200" b="1" kern="1200" baseline="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Тема презентации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7EBD07-FD5C-6F34-01AE-0B43B99C77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375" y="5954497"/>
            <a:ext cx="5403726" cy="27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1600" b="1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ФИО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CFBB0F-F21A-CEE8-B80D-82EE811893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6121179"/>
            <a:ext cx="5403726" cy="27349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Должность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6412504-0650-9001-EC15-702FF56448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7376" y="5071312"/>
            <a:ext cx="8216900" cy="251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1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r>
              <a:rPr lang="ru-RU" dirty="0"/>
              <a:t>00.00.2023</a:t>
            </a:r>
            <a:endParaRPr lang="en-US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B1CBEDC-9B02-4715-884A-10D39B4663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98391" y="605961"/>
            <a:ext cx="2899569" cy="84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2474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стой слайд с логотип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697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*</a:t>
            </a:r>
            <a:r>
              <a:rPr lang="en-US"/>
              <a:t> </a:t>
            </a:r>
            <a:r>
              <a:rPr lang="ru-RU" sz="1200" b="0" i="0" u="none" strike="noStrike" cap="none" spc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примечаний.</a:t>
            </a: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br>
              <a:rPr lang="ru-RU"/>
            </a:br>
            <a:r>
              <a:rPr lang="ru-RU"/>
              <a:t>в 2 строки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01642779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лайд с заголовком без логотип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*</a:t>
            </a:r>
            <a:r>
              <a:rPr lang="en-US"/>
              <a:t> </a:t>
            </a:r>
            <a:r>
              <a:rPr lang="ru-RU" sz="1200" b="0" i="0" u="none" strike="noStrike" cap="none" spc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примечаний.</a:t>
            </a:r>
            <a:endParaRPr lang="ru-RU"/>
          </a:p>
        </p:txBody>
      </p:sp>
      <p:sp>
        <p:nvSpPr>
          <p:cNvPr id="3" name="Прямоугольник 2"/>
          <p:cNvSpPr/>
          <p:nvPr userDrawn="1"/>
        </p:nvSpPr>
        <p:spPr bwMode="auto">
          <a:xfrm>
            <a:off x="9393382" y="185945"/>
            <a:ext cx="2353859" cy="9914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br>
              <a:rPr lang="ru-RU"/>
            </a:br>
            <a:r>
              <a:rPr lang="ru-RU"/>
              <a:t>в 2 строки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2892482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Декоративная нумерация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Text Placeholder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2243138" y="1828676"/>
            <a:ext cx="2808287" cy="17082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67315" y="1683042"/>
            <a:ext cx="956685" cy="731367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6000" b="1">
                <a:gradFill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</a:gra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en-US"/>
              <a:t>01</a:t>
            </a:r>
            <a:endParaRPr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2250478" y="3960306"/>
            <a:ext cx="2808287" cy="17372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67315" y="3833311"/>
            <a:ext cx="956685" cy="731367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6000" b="1">
                <a:gradFill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</a:gradFill>
                <a:latin typeface="Arial"/>
                <a:ea typeface="Arial"/>
                <a:cs typeface="Arial"/>
              </a:defRPr>
            </a:lvl1pPr>
          </a:lstStyle>
          <a:p>
            <a:pPr marL="0" lvl="0" indent="0" algn="l" defTabSz="104269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ru-RU"/>
              <a:t>02</a:t>
            </a:r>
            <a:endParaRPr lang="en-US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7863656" y="1828676"/>
            <a:ext cx="2808287" cy="17082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marL="0" lvl="0" indent="0" algn="l" defTabSz="104269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187833" y="1683042"/>
            <a:ext cx="956685" cy="731367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6000" b="1">
                <a:gradFill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</a:gradFill>
                <a:latin typeface="Arial"/>
                <a:ea typeface="Arial"/>
                <a:cs typeface="Arial"/>
              </a:defRPr>
            </a:lvl1pPr>
          </a:lstStyle>
          <a:p>
            <a:pPr marL="0" lvl="0" indent="0" algn="l" defTabSz="104269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en-US"/>
              <a:t>0</a:t>
            </a:r>
            <a:r>
              <a:rPr lang="ru-RU"/>
              <a:t>3</a:t>
            </a:r>
            <a:endParaRPr lang="en-US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7870996" y="3960306"/>
            <a:ext cx="2808287" cy="17372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187833" y="3833311"/>
            <a:ext cx="956685" cy="731367"/>
          </a:xfrm>
          <a:prstGeom prst="rect">
            <a:avLst/>
          </a:prstGeom>
        </p:spPr>
        <p:txBody>
          <a:bodyPr wrap="non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6000" b="1">
                <a:gradFill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</a:gradFill>
                <a:latin typeface="Arial"/>
                <a:ea typeface="Arial"/>
                <a:cs typeface="Arial"/>
              </a:defRPr>
            </a:lvl1pPr>
          </a:lstStyle>
          <a:p>
            <a:pPr marL="0" lvl="0" indent="0" algn="l" defTabSz="104269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ru-RU"/>
              <a:t>04</a:t>
            </a:r>
            <a:endParaRPr lang="en-US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*</a:t>
            </a:r>
            <a:r>
              <a:rPr lang="en-US"/>
              <a:t> </a:t>
            </a:r>
            <a:r>
              <a:rPr lang="ru-RU" sz="1200" b="0" i="0" u="none" strike="noStrike" cap="none" spc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примечаний.</a:t>
            </a:r>
            <a:endParaRPr lang="ru-RU"/>
          </a:p>
        </p:txBody>
      </p:sp>
      <p:sp>
        <p:nvSpPr>
          <p:cNvPr id="3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br>
              <a:rPr lang="ru-RU"/>
            </a:br>
            <a:r>
              <a:rPr lang="ru-RU"/>
              <a:t>в 2 строки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56697653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Нумерация (проект решений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Text Placeholder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309003" y="1174349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1309003" y="2253706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87374" y="1124860"/>
            <a:ext cx="720724" cy="4321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200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 lang="en-US"/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590173" y="2210529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200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 lang="en-US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6924409" y="1174349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6924409" y="2253706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6202780" y="1124860"/>
            <a:ext cx="720724" cy="4321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200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 lang="en-US"/>
          </a:p>
        </p:txBody>
      </p:sp>
      <p:sp>
        <p:nvSpPr>
          <p:cNvPr id="45" name="Text Placeholder 7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6205579" y="2210529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200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07</a:t>
            </a:r>
            <a:endParaRPr lang="en-US"/>
          </a:p>
        </p:txBody>
      </p:sp>
      <p:sp>
        <p:nvSpPr>
          <p:cNvPr id="46" name="Text Placeholder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*</a:t>
            </a:r>
            <a:r>
              <a:rPr lang="en-US"/>
              <a:t> </a:t>
            </a:r>
            <a:r>
              <a:rPr lang="ru-RU" sz="1200" b="0" i="0" u="none" strike="noStrike" cap="none" spc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примечаний.</a:t>
            </a:r>
            <a:endParaRPr lang="ru-RU"/>
          </a:p>
        </p:txBody>
      </p:sp>
      <p:sp>
        <p:nvSpPr>
          <p:cNvPr id="2" name="Text Placeholder 7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309003" y="3335361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3" name="Text Placeholder 7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90173" y="3291531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200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 lang="en-US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924409" y="3335361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6205579" y="3291531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200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08</a:t>
            </a:r>
            <a:endParaRPr lang="en-US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309003" y="4418925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90173" y="4369587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200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6924409" y="4418925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205579" y="4369587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200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09</a:t>
            </a:r>
            <a:endParaRPr lang="en-US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309003" y="5494601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590173" y="5450771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200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 lang="en-US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924409" y="5494601"/>
            <a:ext cx="4679047" cy="6338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205579" y="5450771"/>
            <a:ext cx="718829" cy="422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200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10</a:t>
            </a:r>
            <a:endParaRPr lang="en-US"/>
          </a:p>
        </p:txBody>
      </p:sp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br>
              <a:rPr lang="ru-RU"/>
            </a:br>
            <a:r>
              <a:rPr lang="ru-RU"/>
              <a:t>в 2 строки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68126800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Акценты на цифровые значения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Текст 10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87375" y="2679540"/>
            <a:ext cx="3529013" cy="32338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SzPct val="120000"/>
              <a:buNone/>
              <a:defRPr sz="1600">
                <a:latin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271673" y="2480070"/>
            <a:ext cx="2584184" cy="10568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269827" y="1495397"/>
            <a:ext cx="1533008" cy="7498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6000" b="1">
                <a:gradFill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</a:gradFill>
                <a:latin typeface="Arial"/>
                <a:ea typeface="Arial"/>
                <a:cs typeface="Arial"/>
              </a:defRPr>
            </a:lvl1pPr>
          </a:lstStyle>
          <a:p>
            <a:pPr marL="0" lvl="0" indent="0" algn="l" defTabSz="104269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ru-RU"/>
              <a:t>01</a:t>
            </a:r>
            <a:endParaRPr lang="en-US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266140" y="4630508"/>
            <a:ext cx="2595160" cy="12825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264652" y="3663868"/>
            <a:ext cx="1533008" cy="7498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6000" b="1">
                <a:gradFill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</a:gradFill>
                <a:latin typeface="Arial"/>
                <a:ea typeface="Arial"/>
                <a:cs typeface="Arial"/>
              </a:defRPr>
            </a:lvl1pPr>
          </a:lstStyle>
          <a:p>
            <a:pPr marL="0" lvl="0" indent="0" algn="l" defTabSz="104269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ru-RU"/>
              <a:t>02</a:t>
            </a:r>
            <a:endParaRPr lang="en-US"/>
          </a:p>
        </p:txBody>
      </p:sp>
      <p:sp>
        <p:nvSpPr>
          <p:cNvPr id="36" name="Текст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85524" y="1770684"/>
            <a:ext cx="3541024" cy="6867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latin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4" name="Text Placeholder 7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9018817" y="2480070"/>
            <a:ext cx="2584184" cy="10568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55" name="Text Placeholder 7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9016971" y="1495397"/>
            <a:ext cx="1533008" cy="7498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6000" b="1">
                <a:gradFill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</a:gradFill>
                <a:latin typeface="Arial"/>
                <a:ea typeface="Arial"/>
                <a:cs typeface="Arial"/>
              </a:defRPr>
            </a:lvl1pPr>
          </a:lstStyle>
          <a:p>
            <a:pPr marL="0" lvl="0" indent="0" algn="l" defTabSz="104269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ru-RU"/>
              <a:t>03</a:t>
            </a:r>
            <a:endParaRPr lang="en-US"/>
          </a:p>
        </p:txBody>
      </p:sp>
      <p:sp>
        <p:nvSpPr>
          <p:cNvPr id="56" name="Text Placeholder 7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9013284" y="4630508"/>
            <a:ext cx="2595160" cy="12825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57" name="Text Placeholder 7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9011796" y="3663868"/>
            <a:ext cx="1533008" cy="7498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6000" b="1">
                <a:gradFill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</a:gradFill>
                <a:latin typeface="Arial"/>
                <a:ea typeface="Arial"/>
                <a:cs typeface="Arial"/>
              </a:defRPr>
            </a:lvl1pPr>
          </a:lstStyle>
          <a:p>
            <a:pPr marL="0" lvl="0" indent="0" algn="l" defTabSz="104269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ru-RU"/>
              <a:t>04</a:t>
            </a:r>
            <a:endParaRPr lang="en-US"/>
          </a:p>
        </p:txBody>
      </p:sp>
      <p:sp>
        <p:nvSpPr>
          <p:cNvPr id="58" name="Text Placeholder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*</a:t>
            </a:r>
            <a:r>
              <a:rPr lang="en-US"/>
              <a:t> </a:t>
            </a:r>
            <a:r>
              <a:rPr lang="ru-RU" sz="1200" b="0" i="0" u="none" strike="noStrike" cap="none" spc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примечаний.</a:t>
            </a:r>
            <a:endParaRPr lang="ru-RU"/>
          </a:p>
        </p:txBody>
      </p:sp>
      <p:sp>
        <p:nvSpPr>
          <p:cNvPr id="3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br>
              <a:rPr lang="ru-RU"/>
            </a:br>
            <a:r>
              <a:rPr lang="ru-RU"/>
              <a:t>в 2 строки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719664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Автоматические булли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Текст 10"/>
          <p:cNvSpPr>
            <a:spLocks noGrp="1"/>
          </p:cNvSpPr>
          <p:nvPr>
            <p:ph type="body" sz="quarter" idx="18"/>
          </p:nvPr>
        </p:nvSpPr>
        <p:spPr bwMode="auto">
          <a:xfrm>
            <a:off x="596900" y="2692105"/>
            <a:ext cx="5391150" cy="3005433"/>
          </a:xfrm>
          <a:prstGeom prst="rect">
            <a:avLst/>
          </a:prstGeom>
        </p:spPr>
        <p:txBody>
          <a:bodyPr lIns="0" tIns="0" rIns="0" bIns="0"/>
          <a:lstStyle>
            <a:lvl1pPr marL="324000" indent="-3240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SzPct val="100000"/>
              <a:defRPr sz="1600"/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16" name="Текст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85320" y="1778221"/>
            <a:ext cx="4802530" cy="4001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latin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9" name="Текст 10"/>
          <p:cNvSpPr>
            <a:spLocks noGrp="1"/>
          </p:cNvSpPr>
          <p:nvPr>
            <p:ph type="body" sz="quarter" idx="19"/>
          </p:nvPr>
        </p:nvSpPr>
        <p:spPr bwMode="auto">
          <a:xfrm>
            <a:off x="6207477" y="2692105"/>
            <a:ext cx="5397147" cy="3005433"/>
          </a:xfrm>
          <a:prstGeom prst="rect">
            <a:avLst/>
          </a:prstGeom>
        </p:spPr>
        <p:txBody>
          <a:bodyPr lIns="0" tIns="0" rIns="0" bIns="0"/>
          <a:lstStyle>
            <a:lvl1pPr marL="324000" indent="-3240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SzPct val="100000"/>
              <a:defRPr sz="1600"/>
            </a:lvl1pPr>
          </a:lstStyle>
          <a:p>
            <a:pPr lvl="0">
              <a:defRPr/>
            </a:pPr>
            <a:endParaRPr lang="ru-RU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*</a:t>
            </a:r>
            <a:r>
              <a:rPr lang="en-US"/>
              <a:t> </a:t>
            </a:r>
            <a:r>
              <a:rPr lang="ru-RU" sz="1200" b="0" i="0" u="none" strike="noStrike" cap="none" spc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примечаний.</a:t>
            </a:r>
            <a:endParaRPr lang="ru-RU"/>
          </a:p>
        </p:txBody>
      </p:sp>
      <p:sp>
        <p:nvSpPr>
          <p:cNvPr id="3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br>
              <a:rPr lang="ru-RU"/>
            </a:br>
            <a:r>
              <a:rPr lang="ru-RU"/>
              <a:t>в 2 строки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0290936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С пиктограммам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Рисунок 37"/>
          <p:cNvSpPr>
            <a:spLocks noGrp="1"/>
          </p:cNvSpPr>
          <p:nvPr>
            <p:ph type="pic" sz="quarter" idx="21"/>
          </p:nvPr>
        </p:nvSpPr>
        <p:spPr bwMode="auto">
          <a:xfrm>
            <a:off x="587375" y="1735473"/>
            <a:ext cx="720724" cy="72072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2" name="Рисунок 37"/>
          <p:cNvSpPr>
            <a:spLocks noGrp="1"/>
          </p:cNvSpPr>
          <p:nvPr>
            <p:ph type="pic" sz="quarter" idx="22"/>
          </p:nvPr>
        </p:nvSpPr>
        <p:spPr bwMode="auto">
          <a:xfrm>
            <a:off x="587375" y="3679825"/>
            <a:ext cx="720724" cy="72072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523999" y="1830621"/>
            <a:ext cx="3527425" cy="14904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1523999" y="3776549"/>
            <a:ext cx="3527425" cy="14904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50" name="Рисунок 37"/>
          <p:cNvSpPr>
            <a:spLocks noGrp="1"/>
          </p:cNvSpPr>
          <p:nvPr>
            <p:ph type="pic" sz="quarter" idx="23"/>
          </p:nvPr>
        </p:nvSpPr>
        <p:spPr bwMode="auto">
          <a:xfrm>
            <a:off x="6212320" y="1735473"/>
            <a:ext cx="720724" cy="72072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1" name="Рисунок 37"/>
          <p:cNvSpPr>
            <a:spLocks noGrp="1"/>
          </p:cNvSpPr>
          <p:nvPr>
            <p:ph type="pic" sz="quarter" idx="24"/>
          </p:nvPr>
        </p:nvSpPr>
        <p:spPr bwMode="auto">
          <a:xfrm>
            <a:off x="6212320" y="3679825"/>
            <a:ext cx="720724" cy="72072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2" name="Text Placeholder 7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7148944" y="1830621"/>
            <a:ext cx="3519055" cy="14904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53" name="Text Placeholder 7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7148944" y="3776549"/>
            <a:ext cx="3519055" cy="14904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54" name="Text Placeholder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*</a:t>
            </a:r>
            <a:r>
              <a:rPr lang="en-US"/>
              <a:t> </a:t>
            </a:r>
            <a:r>
              <a:rPr lang="ru-RU" sz="1200" b="0" i="0" u="none" strike="noStrike" cap="none" spc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примечаний.</a:t>
            </a:r>
            <a:endParaRPr lang="ru-RU"/>
          </a:p>
        </p:txBody>
      </p:sp>
      <p:sp>
        <p:nvSpPr>
          <p:cNvPr id="3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br>
              <a:rPr lang="ru-RU"/>
            </a:br>
            <a:r>
              <a:rPr lang="ru-RU"/>
              <a:t>в 2 строки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8807132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Пункты с символам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Рисунок 3"/>
          <p:cNvSpPr>
            <a:spLocks noGrp="1"/>
          </p:cNvSpPr>
          <p:nvPr>
            <p:ph type="pic" sz="quarter" idx="63" hasCustomPrompt="1"/>
          </p:nvPr>
        </p:nvSpPr>
        <p:spPr bwMode="auto">
          <a:xfrm>
            <a:off x="587375" y="4193841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pPr>
              <a:defRPr/>
            </a:pPr>
            <a:r>
              <a:rPr lang="ru-RU"/>
              <a:t>р</a:t>
            </a:r>
            <a:endParaRPr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64" hasCustomPrompt="1"/>
          </p:nvPr>
        </p:nvSpPr>
        <p:spPr bwMode="auto">
          <a:xfrm>
            <a:off x="1308100" y="4202923"/>
            <a:ext cx="2808288" cy="6337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25" name="Рисунок 3"/>
          <p:cNvSpPr>
            <a:spLocks noGrp="1"/>
          </p:cNvSpPr>
          <p:nvPr>
            <p:ph type="pic" sz="quarter" idx="65" hasCustomPrompt="1"/>
          </p:nvPr>
        </p:nvSpPr>
        <p:spPr bwMode="auto">
          <a:xfrm>
            <a:off x="592372" y="5061109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pPr>
              <a:defRPr/>
            </a:pPr>
            <a:r>
              <a:rPr lang="ru-RU"/>
              <a:t>р</a:t>
            </a:r>
            <a:endParaRPr/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66" hasCustomPrompt="1"/>
          </p:nvPr>
        </p:nvSpPr>
        <p:spPr bwMode="auto">
          <a:xfrm>
            <a:off x="1308099" y="5067542"/>
            <a:ext cx="2808287" cy="6337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68" hasCustomPrompt="1"/>
          </p:nvPr>
        </p:nvSpPr>
        <p:spPr bwMode="auto">
          <a:xfrm>
            <a:off x="587374" y="2258783"/>
            <a:ext cx="5400675" cy="149398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28" name="Текст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74058" y="1348002"/>
            <a:ext cx="5413992" cy="4001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latin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69" hasCustomPrompt="1"/>
          </p:nvPr>
        </p:nvSpPr>
        <p:spPr bwMode="auto">
          <a:xfrm>
            <a:off x="6203953" y="2258783"/>
            <a:ext cx="5400675" cy="149398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30" name="Рисунок 3"/>
          <p:cNvSpPr>
            <a:spLocks noGrp="1"/>
          </p:cNvSpPr>
          <p:nvPr>
            <p:ph type="pic" sz="quarter" idx="70" hasCustomPrompt="1"/>
          </p:nvPr>
        </p:nvSpPr>
        <p:spPr bwMode="auto">
          <a:xfrm>
            <a:off x="4329919" y="4193841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pPr>
              <a:defRPr/>
            </a:pPr>
            <a:r>
              <a:rPr lang="ru-RU"/>
              <a:t>р</a:t>
            </a:r>
            <a:endParaRPr/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71" hasCustomPrompt="1"/>
          </p:nvPr>
        </p:nvSpPr>
        <p:spPr bwMode="auto">
          <a:xfrm>
            <a:off x="5050644" y="4202923"/>
            <a:ext cx="2808288" cy="6337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32" name="Рисунок 3"/>
          <p:cNvSpPr>
            <a:spLocks noGrp="1"/>
          </p:cNvSpPr>
          <p:nvPr>
            <p:ph type="pic" sz="quarter" idx="72" hasCustomPrompt="1"/>
          </p:nvPr>
        </p:nvSpPr>
        <p:spPr bwMode="auto">
          <a:xfrm>
            <a:off x="4334916" y="5061109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pPr>
              <a:defRPr/>
            </a:pPr>
            <a:r>
              <a:rPr lang="ru-RU"/>
              <a:t>р</a:t>
            </a:r>
            <a:endParaRPr/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73" hasCustomPrompt="1"/>
          </p:nvPr>
        </p:nvSpPr>
        <p:spPr bwMode="auto">
          <a:xfrm>
            <a:off x="5050643" y="5067542"/>
            <a:ext cx="2808287" cy="6337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34" name="Рисунок 3"/>
          <p:cNvSpPr>
            <a:spLocks noGrp="1"/>
          </p:cNvSpPr>
          <p:nvPr>
            <p:ph type="pic" sz="quarter" idx="74" hasCustomPrompt="1"/>
          </p:nvPr>
        </p:nvSpPr>
        <p:spPr bwMode="auto">
          <a:xfrm>
            <a:off x="8077460" y="4193841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pPr>
              <a:defRPr/>
            </a:pPr>
            <a:r>
              <a:rPr lang="ru-RU"/>
              <a:t>р</a:t>
            </a:r>
            <a:endParaRPr/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75" hasCustomPrompt="1"/>
          </p:nvPr>
        </p:nvSpPr>
        <p:spPr bwMode="auto">
          <a:xfrm>
            <a:off x="8798185" y="4202923"/>
            <a:ext cx="2808288" cy="63372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36" name="Рисунок 3"/>
          <p:cNvSpPr>
            <a:spLocks noGrp="1"/>
          </p:cNvSpPr>
          <p:nvPr>
            <p:ph type="pic" sz="quarter" idx="76" hasCustomPrompt="1"/>
          </p:nvPr>
        </p:nvSpPr>
        <p:spPr bwMode="auto">
          <a:xfrm>
            <a:off x="8082457" y="5061109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pPr>
              <a:defRPr/>
            </a:pPr>
            <a:r>
              <a:rPr lang="ru-RU"/>
              <a:t>р</a:t>
            </a:r>
            <a:endParaRPr/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77" hasCustomPrompt="1"/>
          </p:nvPr>
        </p:nvSpPr>
        <p:spPr bwMode="auto">
          <a:xfrm>
            <a:off x="8798184" y="5067542"/>
            <a:ext cx="2808287" cy="63372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*</a:t>
            </a:r>
            <a:r>
              <a:rPr lang="en-US"/>
              <a:t> </a:t>
            </a:r>
            <a:r>
              <a:rPr lang="ru-RU" sz="1200" b="0" i="0" u="none" strike="noStrike" cap="none" spc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примечаний.</a:t>
            </a:r>
            <a:endParaRPr lang="ru-RU"/>
          </a:p>
        </p:txBody>
      </p:sp>
      <p:sp>
        <p:nvSpPr>
          <p:cNvPr id="3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br>
              <a:rPr lang="ru-RU"/>
            </a:br>
            <a:r>
              <a:rPr lang="ru-RU"/>
              <a:t>в 2 строки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6711399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Выво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" name="Text Placeholder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309370" y="2475441"/>
            <a:ext cx="4678680" cy="6297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87375" y="2410389"/>
            <a:ext cx="721995" cy="4332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200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 lang="en-US"/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1308100" y="3127022"/>
            <a:ext cx="4679950" cy="6258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597412" y="3059494"/>
            <a:ext cx="710688" cy="4419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200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 lang="en-US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14910" y="4207050"/>
            <a:ext cx="4679950" cy="626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26" name="Text Placeholder 7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97412" y="4138995"/>
            <a:ext cx="717498" cy="4317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200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 lang="en-US"/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308100" y="4859625"/>
            <a:ext cx="4686760" cy="6220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597411" y="4803050"/>
            <a:ext cx="710687" cy="4170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200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 lang="en-US"/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7140575" y="2475440"/>
            <a:ext cx="4464050" cy="12774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7145388" y="4202620"/>
            <a:ext cx="4449200" cy="12790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 b="1">
                <a:solidFill>
                  <a:schemeClr val="accent2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31" name="Текст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92398" y="1563840"/>
            <a:ext cx="5395651" cy="4001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latin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*</a:t>
            </a:r>
            <a:r>
              <a:rPr lang="en-US"/>
              <a:t> </a:t>
            </a:r>
            <a:r>
              <a:rPr lang="ru-RU" sz="1200" b="0" i="0" u="none" strike="noStrike" cap="none" spc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примечаний.</a:t>
            </a:r>
            <a:endParaRPr lang="ru-RU"/>
          </a:p>
        </p:txBody>
      </p:sp>
      <p:sp>
        <p:nvSpPr>
          <p:cNvPr id="3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br>
              <a:rPr lang="ru-RU"/>
            </a:br>
            <a:r>
              <a:rPr lang="ru-RU"/>
              <a:t>в 2 строки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8016428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Текстовые блоки с символам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Text Placeholder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*</a:t>
            </a:r>
            <a:r>
              <a:rPr lang="en-US"/>
              <a:t> </a:t>
            </a:r>
            <a:r>
              <a:rPr lang="ru-RU" sz="1200" b="0" i="0" u="none" strike="noStrike" cap="none" spc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примечаний.</a:t>
            </a:r>
            <a:endParaRPr lang="ru-RU"/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66" hasCustomPrompt="1"/>
          </p:nvPr>
        </p:nvSpPr>
        <p:spPr bwMode="auto">
          <a:xfrm>
            <a:off x="592541" y="2480049"/>
            <a:ext cx="3525268" cy="32230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22" name="Рисунок 3"/>
          <p:cNvSpPr>
            <a:spLocks noGrp="1"/>
          </p:cNvSpPr>
          <p:nvPr>
            <p:ph type="pic" sz="quarter" idx="73" hasCustomPrompt="1"/>
          </p:nvPr>
        </p:nvSpPr>
        <p:spPr bwMode="auto">
          <a:xfrm>
            <a:off x="4338551" y="1828471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pPr>
              <a:defRPr/>
            </a:pPr>
            <a:r>
              <a:rPr lang="ru-RU"/>
              <a:t>р</a:t>
            </a:r>
            <a:endParaRPr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74" hasCustomPrompt="1"/>
          </p:nvPr>
        </p:nvSpPr>
        <p:spPr bwMode="auto">
          <a:xfrm>
            <a:off x="5063464" y="1832528"/>
            <a:ext cx="2797836" cy="17099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27" name="Рисунок 3"/>
          <p:cNvSpPr>
            <a:spLocks noGrp="1"/>
          </p:cNvSpPr>
          <p:nvPr>
            <p:ph type="pic" sz="quarter" idx="77" hasCustomPrompt="1"/>
          </p:nvPr>
        </p:nvSpPr>
        <p:spPr bwMode="auto">
          <a:xfrm>
            <a:off x="4338551" y="3764036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pPr>
              <a:defRPr/>
            </a:pPr>
            <a:r>
              <a:rPr lang="ru-RU"/>
              <a:t>р</a:t>
            </a:r>
            <a:endParaRPr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78" hasCustomPrompt="1"/>
          </p:nvPr>
        </p:nvSpPr>
        <p:spPr bwMode="auto">
          <a:xfrm>
            <a:off x="5063464" y="3777214"/>
            <a:ext cx="2797836" cy="19258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29" name="Текст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91118" y="1561632"/>
            <a:ext cx="3525269" cy="6743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 b="1">
                <a:latin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30" name="Рисунок 3"/>
          <p:cNvSpPr>
            <a:spLocks noGrp="1"/>
          </p:cNvSpPr>
          <p:nvPr>
            <p:ph type="pic" sz="quarter" idx="79" hasCustomPrompt="1"/>
          </p:nvPr>
        </p:nvSpPr>
        <p:spPr bwMode="auto">
          <a:xfrm>
            <a:off x="8075601" y="1828471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pPr>
              <a:defRPr/>
            </a:pPr>
            <a:r>
              <a:rPr lang="ru-RU"/>
              <a:t>р</a:t>
            </a:r>
            <a:endParaRPr/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80" hasCustomPrompt="1"/>
          </p:nvPr>
        </p:nvSpPr>
        <p:spPr bwMode="auto">
          <a:xfrm>
            <a:off x="8800514" y="1832528"/>
            <a:ext cx="2797836" cy="17099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32" name="Рисунок 3"/>
          <p:cNvSpPr>
            <a:spLocks noGrp="1"/>
          </p:cNvSpPr>
          <p:nvPr>
            <p:ph type="pic" sz="quarter" idx="81" hasCustomPrompt="1"/>
          </p:nvPr>
        </p:nvSpPr>
        <p:spPr bwMode="auto">
          <a:xfrm>
            <a:off x="8075601" y="3764036"/>
            <a:ext cx="360000" cy="36036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1000"/>
            </a:lvl1pPr>
          </a:lstStyle>
          <a:p>
            <a:pPr>
              <a:defRPr/>
            </a:pPr>
            <a:r>
              <a:rPr lang="ru-RU"/>
              <a:t>р</a:t>
            </a:r>
            <a:endParaRPr/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82" hasCustomPrompt="1"/>
          </p:nvPr>
        </p:nvSpPr>
        <p:spPr bwMode="auto">
          <a:xfrm>
            <a:off x="8800514" y="3777214"/>
            <a:ext cx="2797836" cy="19258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3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br>
              <a:rPr lang="ru-RU"/>
            </a:br>
            <a:r>
              <a:rPr lang="ru-RU"/>
              <a:t>в 2 строки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6702122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Цита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auto">
          <a:xfrm>
            <a:off x="591452" y="1592262"/>
            <a:ext cx="5396598" cy="3889375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35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5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140575" y="3132531"/>
            <a:ext cx="4464050" cy="234910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Текст</a:t>
            </a:r>
            <a:endParaRPr lang="en-US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7093582" y="1732702"/>
            <a:ext cx="1702755" cy="94064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6000" b="1">
                <a:gradFill>
                  <a:gsLst>
                    <a:gs pos="0">
                      <a:schemeClr val="accent1"/>
                    </a:gs>
                    <a:gs pos="97000">
                      <a:schemeClr val="accent3"/>
                    </a:gs>
                  </a:gsLst>
                  <a:lin ang="16200000" scaled="1"/>
                </a:gradFill>
                <a:latin typeface="Arial"/>
                <a:ea typeface="Arial"/>
                <a:cs typeface="Arial"/>
              </a:defRPr>
            </a:lvl1pPr>
          </a:lstStyle>
          <a:p>
            <a:pPr marL="0" lvl="0" indent="0" algn="l" defTabSz="1042690">
              <a:lnSpc>
                <a:spcPct val="100000"/>
              </a:lnSpc>
              <a:spcBef>
                <a:spcPts val="0"/>
              </a:spcBef>
              <a:buFont typeface="Arial"/>
              <a:buNone/>
              <a:defRPr/>
            </a:pPr>
            <a:r>
              <a:rPr lang="ru-RU"/>
              <a:t>1500</a:t>
            </a:r>
            <a:endParaRPr lang="en-US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2459038" y="2032464"/>
            <a:ext cx="2592387" cy="25839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600" i="1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Цитата</a:t>
            </a:r>
            <a:endParaRPr lang="en-US"/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2459038" y="4878899"/>
            <a:ext cx="2592387" cy="401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/>
              <a:buNone/>
              <a:defRPr lang="en-US" sz="1400" i="1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Подпись</a:t>
            </a:r>
            <a:endParaRPr lang="en-US"/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87375" y="6449549"/>
            <a:ext cx="10296525" cy="146459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/>
              <a:t>*</a:t>
            </a:r>
            <a:r>
              <a:rPr lang="en-US"/>
              <a:t> </a:t>
            </a:r>
            <a:r>
              <a:rPr lang="ru-RU" sz="1200" b="0" i="0" u="none" strike="noStrike" cap="none" spc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latin typeface="Arial"/>
                <a:ea typeface="Arial"/>
                <a:cs typeface="Arial"/>
              </a:rPr>
              <a:t>Место для указания источников, сносок и примечаний.</a:t>
            </a:r>
            <a:endParaRPr lang="ru-RU"/>
          </a:p>
        </p:txBody>
      </p:sp>
      <p:pic>
        <p:nvPicPr>
          <p:cNvPr id="21" name="Рисунок 20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021902" y="2024063"/>
            <a:ext cx="779144" cy="649287"/>
          </a:xfrm>
          <a:prstGeom prst="rect">
            <a:avLst/>
          </a:prstGeom>
        </p:spPr>
      </p:pic>
      <p:sp>
        <p:nvSpPr>
          <p:cNvPr id="3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587375" y="296863"/>
            <a:ext cx="8208963" cy="647700"/>
          </a:xfrm>
          <a:prstGeom prst="rect">
            <a:avLst/>
          </a:prstGeom>
        </p:spPr>
        <p:txBody>
          <a:bodyPr lIns="0" tIns="0" rIns="0" bIns="36000" anchor="ctr"/>
          <a:lstStyle>
            <a:lvl1pPr>
              <a:lnSpc>
                <a:spcPct val="100000"/>
              </a:lnSpc>
              <a:defRPr lang="ru-RU" sz="2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br>
              <a:rPr lang="ru-RU"/>
            </a:br>
            <a:r>
              <a:rPr lang="ru-RU"/>
              <a:t>в 2 строки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5973122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Титульный_синяя тем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" name="Picture 7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90563" y="5070502"/>
            <a:ext cx="8205775" cy="27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>
                <a:solidFill>
                  <a:schemeClr val="bg1"/>
                </a:solidFill>
                <a:latin typeface="Arial"/>
                <a:ea typeface="Rosatom Light"/>
                <a:cs typeface="Arial"/>
              </a:defRPr>
            </a:lvl1pPr>
          </a:lstStyle>
          <a:p>
            <a:pPr>
              <a:defRPr/>
            </a:pPr>
            <a:r>
              <a:rPr lang="ru-RU"/>
              <a:t>Наименование мероприятия / название площадки</a:t>
            </a:r>
            <a:endParaRPr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587374" y="1376363"/>
            <a:ext cx="8216901" cy="3673475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00000"/>
              </a:lnSpc>
              <a:defRPr lang="en-US" sz="4200" b="1">
                <a:solidFill>
                  <a:schemeClr val="bg1"/>
                </a:solidFill>
                <a:latin typeface="Arial"/>
                <a:ea typeface="Rosatom Light"/>
                <a:cs typeface="Arial"/>
              </a:defRPr>
            </a:lvl1pPr>
          </a:lstStyle>
          <a:p>
            <a:pPr>
              <a:defRPr/>
            </a:pPr>
            <a:r>
              <a:rPr lang="ru-RU"/>
              <a:t>Тема презентации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87375" y="5526907"/>
            <a:ext cx="6337299" cy="27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lang="en-US" sz="1600" b="1">
                <a:solidFill>
                  <a:schemeClr val="bg1"/>
                </a:solidFill>
                <a:latin typeface="Arial"/>
                <a:ea typeface="Rosatom Light"/>
                <a:cs typeface="Arial"/>
              </a:defRPr>
            </a:lvl1pPr>
          </a:lstStyle>
          <a:p>
            <a:pPr>
              <a:defRPr/>
            </a:pPr>
            <a:r>
              <a:rPr lang="ru-RU"/>
              <a:t>ФИО</a:t>
            </a:r>
            <a:endParaRPr lang="en-US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87376" y="5693589"/>
            <a:ext cx="6337299" cy="27349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>
                <a:solidFill>
                  <a:schemeClr val="bg1"/>
                </a:solidFill>
                <a:latin typeface="Arial"/>
                <a:ea typeface="Rosatom Light"/>
                <a:cs typeface="Arial"/>
              </a:defRPr>
            </a:lvl1pPr>
          </a:lstStyle>
          <a:p>
            <a:pPr>
              <a:defRPr/>
            </a:pPr>
            <a:r>
              <a:rPr lang="ru-RU"/>
              <a:t>Должность</a:t>
            </a:r>
            <a:endParaRPr/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87376" y="6149263"/>
            <a:ext cx="5400673" cy="2516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600" b="1">
                <a:solidFill>
                  <a:schemeClr val="bg1"/>
                </a:solidFill>
                <a:latin typeface="Arial"/>
                <a:ea typeface="Rosatom Light"/>
                <a:cs typeface="Arial"/>
              </a:defRPr>
            </a:lvl1pPr>
          </a:lstStyle>
          <a:p>
            <a:pPr>
              <a:defRPr/>
            </a:pPr>
            <a:r>
              <a:rPr lang="ru-RU"/>
              <a:t>00.00.2023</a:t>
            </a:r>
            <a:endParaRPr lang="en-US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598391" y="518174"/>
            <a:ext cx="4295579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63972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Текст диаграмм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Text Placeholder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321732" y="1191364"/>
            <a:ext cx="5750984" cy="45775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 typeface="Arial"/>
              <a:buNone/>
              <a:defRPr lang="en-US" sz="1600">
                <a:solidFill>
                  <a:srgbClr val="333333"/>
                </a:solidFill>
                <a:latin typeface="Arial" panose="020B0604020202020204" pitchFamily="34" charset="0"/>
                <a:ea typeface="Rosatom"/>
                <a:cs typeface="Arial"/>
              </a:defRPr>
            </a:lvl1pPr>
          </a:lstStyle>
          <a:p>
            <a:pPr lvl="0">
              <a:defRPr/>
            </a:pPr>
            <a:r>
              <a:rPr lang="ru-RU" dirty="0"/>
              <a:t>Текст</a:t>
            </a:r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21732" y="6339291"/>
            <a:ext cx="5750984" cy="19727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1218072">
              <a:lnSpc>
                <a:spcPct val="90000"/>
              </a:lnSpc>
              <a:spcBef>
                <a:spcPts val="1332"/>
              </a:spcBef>
              <a:spcAft>
                <a:spcPts val="0"/>
              </a:spcAft>
              <a:buClrTx/>
              <a:buSzTx/>
              <a:buFontTx/>
              <a:buNone/>
              <a:defRPr sz="950">
                <a:solidFill>
                  <a:srgbClr val="333333"/>
                </a:solidFill>
                <a:latin typeface="Arial" panose="020B0604020202020204" pitchFamily="34" charset="0"/>
                <a:ea typeface="Rosatom"/>
                <a:cs typeface="Arial"/>
              </a:defRPr>
            </a:lvl1pPr>
          </a:lstStyle>
          <a:p>
            <a:pPr marL="0" marR="0" lvl="0" indent="0" algn="l" defTabSz="1218072">
              <a:lnSpc>
                <a:spcPct val="90000"/>
              </a:lnSpc>
              <a:spcBef>
                <a:spcPts val="133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dirty="0"/>
              <a:t>Место для указания источников и сносок</a:t>
            </a:r>
            <a:endParaRPr lang="en-US" dirty="0"/>
          </a:p>
        </p:txBody>
      </p:sp>
      <p:sp>
        <p:nvSpPr>
          <p:cNvPr id="13" name="Slide Number Placeholder 5"/>
          <p:cNvSpPr txBox="1"/>
          <p:nvPr userDrawn="1"/>
        </p:nvSpPr>
        <p:spPr bwMode="auto">
          <a:xfrm>
            <a:off x="11838517" y="6447049"/>
            <a:ext cx="749300" cy="182563"/>
          </a:xfrm>
          <a:prstGeom prst="rect">
            <a:avLst/>
          </a:prstGeom>
        </p:spPr>
        <p:txBody>
          <a:bodyPr lIns="0" tIns="0" rIns="0" bIns="0" anchor="b"/>
          <a:lstStyle>
            <a:defPPr>
              <a:defRPr lang="ru-RU"/>
            </a:defPPr>
            <a:lvl1pPr marL="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807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F24603-9A1B-F342-92E0-89DE32840F75}" type="slidenum"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Rosatom"/>
                <a:cs typeface="Arial"/>
              </a:rPr>
              <a:pPr marL="0" marR="0" lvl="0" indent="0" algn="l" defTabSz="12180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Rosatom"/>
              <a:cs typeface="Arial"/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13267" y="406024"/>
            <a:ext cx="8748184" cy="439859"/>
          </a:xfrm>
          <a:prstGeom prst="rect">
            <a:avLst/>
          </a:prstGeom>
        </p:spPr>
        <p:txBody>
          <a:bodyPr lIns="0" tIns="0" rIns="0" bIns="0"/>
          <a:lstStyle>
            <a:lvl1pPr>
              <a:defRPr sz="2650" b="1">
                <a:solidFill>
                  <a:srgbClr val="333333"/>
                </a:solidFill>
                <a:latin typeface="Arial" panose="020B0604020202020204" pitchFamily="34" charset="0"/>
                <a:ea typeface="Rosatom"/>
                <a:cs typeface="Arial"/>
              </a:defRPr>
            </a:lvl1pPr>
          </a:lstStyle>
          <a:p>
            <a:pPr>
              <a:defRPr/>
            </a:pPr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quarter" idx="18" hasCustomPrompt="1"/>
          </p:nvPr>
        </p:nvSpPr>
        <p:spPr bwMode="auto">
          <a:xfrm>
            <a:off x="6411384" y="1191364"/>
            <a:ext cx="5427133" cy="4577558"/>
          </a:xfrm>
          <a:prstGeom prst="rect">
            <a:avLst/>
          </a:prstGeom>
        </p:spPr>
        <p:txBody>
          <a:bodyPr/>
          <a:lstStyle>
            <a:lvl1pPr>
              <a:defRPr lang="ru-RU" sz="1850">
                <a:solidFill>
                  <a:srgbClr val="414042"/>
                </a:solidFill>
                <a:latin typeface="Arial" panose="020B0604020202020204" pitchFamily="34" charset="0"/>
                <a:ea typeface="Rosatom"/>
              </a:defRPr>
            </a:lvl1pPr>
            <a:lvl2pPr>
              <a:defRPr lang="ru-RU" sz="1850">
                <a:latin typeface="Rosatom"/>
                <a:ea typeface="Rosatom"/>
              </a:defRPr>
            </a:lvl2pPr>
            <a:lvl3pPr>
              <a:defRPr lang="ru-RU" sz="1850">
                <a:latin typeface="Rosatom"/>
                <a:ea typeface="Rosatom"/>
              </a:defRPr>
            </a:lvl3pPr>
            <a:lvl4pPr>
              <a:defRPr lang="ru-RU" sz="1850">
                <a:latin typeface="Rosatom"/>
                <a:ea typeface="Rosatom"/>
              </a:defRPr>
            </a:lvl4pPr>
            <a:lvl5pPr>
              <a:defRPr lang="ru-RU" sz="1850">
                <a:latin typeface="Rosatom"/>
                <a:ea typeface="Rosatom"/>
              </a:defRPr>
            </a:lvl5pPr>
          </a:lstStyle>
          <a:p>
            <a:pPr marL="356065" lvl="0" indent="-356065" defTabSz="1424261">
              <a:spcBef>
                <a:spcPts val="1559"/>
              </a:spcBef>
              <a:defRPr/>
            </a:pPr>
            <a:r>
              <a:rPr lang="ru-RU" dirty="0"/>
              <a:t>Контент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5712189"/>
      </p:ext>
    </p:extLst>
  </p:cSld>
  <p:clrMapOvr>
    <a:masterClrMapping/>
  </p:clrMapOvr>
  <p:hf hdr="0" ftr="0" dt="0"/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Контакты_синяя те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DFC6C19-753C-C62C-9B9A-8664545856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43DE59E-FD33-6A4B-9A75-608A77E0A9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5125" y="2356225"/>
            <a:ext cx="5402719" cy="18139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lang="en-US" sz="4800" b="1" kern="1200" dirty="0">
                <a:solidFill>
                  <a:schemeClr val="bg1"/>
                </a:solidFill>
                <a:latin typeface="Arial" pitchFamily="34" charset="0"/>
                <a:ea typeface="Rosatom Light" pitchFamily="34" charset="-52"/>
                <a:cs typeface="Arial" pitchFamily="34" charset="0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  <a:endParaRPr lang="en-US" dirty="0"/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18A9AAE9-5386-304D-95C8-EB339A387E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4580" y="6174183"/>
            <a:ext cx="5402347" cy="288567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ru-RU" dirty="0"/>
              <a:t>00.00.202</a:t>
            </a:r>
            <a:r>
              <a:rPr lang="en-US" dirty="0"/>
              <a:t>3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E406105-BD05-3646-87CE-583928B214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4208" y="5704782"/>
            <a:ext cx="5402719" cy="28856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ru-RU" dirty="0"/>
              <a:t>Контактная информация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FD927E3B-B22D-8240-914A-53B44FDA64B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4208" y="5256966"/>
            <a:ext cx="5402719" cy="247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ru-RU" dirty="0"/>
              <a:t>ФИО</a:t>
            </a:r>
          </a:p>
        </p:txBody>
      </p:sp>
    </p:spTree>
    <p:extLst>
      <p:ext uri="{BB962C8B-B14F-4D97-AF65-F5344CB8AC3E}">
        <p14:creationId xmlns:p14="http://schemas.microsoft.com/office/powerpoint/2010/main" val="37142210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286418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5AEA-DB6A-4B52-9FE3-25E2508D921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742456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Пользовательский маке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8"/>
          <p:cNvSpPr>
            <a:spLocks noGrp="1"/>
          </p:cNvSpPr>
          <p:nvPr>
            <p:ph type="title" idx="4294967295" hasCustomPrompt="1"/>
          </p:nvPr>
        </p:nvSpPr>
        <p:spPr>
          <a:xfrm>
            <a:off x="423512" y="228023"/>
            <a:ext cx="8423275" cy="431800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ru-RU" sz="2000" b="1" dirty="0" smtClean="0">
                <a:latin typeface="Arial" charset="0"/>
                <a:ea typeface="Arial" charset="0"/>
                <a:cs typeface="Arial" charset="0"/>
              </a:rPr>
              <a:t> </a:t>
            </a:r>
            <a:endParaRPr lang="ru-RU" sz="20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103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image" Target="../media/image5.png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image" Target="../media/image5.pn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theme" Target="../theme/theme9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57.xml"/><Relationship Id="rId7" Type="http://schemas.openxmlformats.org/officeDocument/2006/relationships/theme" Target="../theme/theme10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3.xml"/><Relationship Id="rId21" Type="http://schemas.openxmlformats.org/officeDocument/2006/relationships/slideLayout" Target="../slideLayouts/slideLayout81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2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24" Type="http://schemas.openxmlformats.org/officeDocument/2006/relationships/image" Target="../media/image5.png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23" Type="http://schemas.openxmlformats.org/officeDocument/2006/relationships/theme" Target="../theme/theme11.xml"/><Relationship Id="rId10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9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Relationship Id="rId22" Type="http://schemas.openxmlformats.org/officeDocument/2006/relationships/slideLayout" Target="../slideLayouts/slideLayout82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5.xml"/><Relationship Id="rId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83.xml"/><Relationship Id="rId6" Type="http://schemas.openxmlformats.org/officeDocument/2006/relationships/image" Target="../media/image5.png"/><Relationship Id="rId5" Type="http://schemas.openxmlformats.org/officeDocument/2006/relationships/theme" Target="../theme/theme12.xml"/><Relationship Id="rId4" Type="http://schemas.openxmlformats.org/officeDocument/2006/relationships/slideLayout" Target="../slideLayouts/slideLayout86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9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Relationship Id="rId6" Type="http://schemas.openxmlformats.org/officeDocument/2006/relationships/image" Target="../media/image5.png"/><Relationship Id="rId5" Type="http://schemas.openxmlformats.org/officeDocument/2006/relationships/theme" Target="../theme/theme13.xml"/><Relationship Id="rId4" Type="http://schemas.openxmlformats.org/officeDocument/2006/relationships/slideLayout" Target="../slideLayouts/slideLayout90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2.xml"/><Relationship Id="rId1" Type="http://schemas.openxmlformats.org/officeDocument/2006/relationships/slideLayout" Target="../slideLayouts/slideLayout91.xml"/><Relationship Id="rId5" Type="http://schemas.openxmlformats.org/officeDocument/2006/relationships/image" Target="../media/image5.png"/><Relationship Id="rId4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theme" Target="../theme/theme15.xml"/><Relationship Id="rId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94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96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theme" Target="../theme/theme17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100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theme" Target="../theme/theme18.xml"/><Relationship Id="rId2" Type="http://schemas.openxmlformats.org/officeDocument/2006/relationships/slideLayout" Target="../slideLayouts/slideLayout105.xml"/><Relationship Id="rId1" Type="http://schemas.openxmlformats.org/officeDocument/2006/relationships/slideLayout" Target="../slideLayouts/slideLayout104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12.xml"/><Relationship Id="rId12" Type="http://schemas.openxmlformats.org/officeDocument/2006/relationships/slideLayout" Target="../slideLayouts/slideLayout117.xml"/><Relationship Id="rId2" Type="http://schemas.openxmlformats.org/officeDocument/2006/relationships/slideLayout" Target="../slideLayouts/slideLayout107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0.xml"/><Relationship Id="rId15" Type="http://schemas.openxmlformats.org/officeDocument/2006/relationships/theme" Target="../theme/theme19.xml"/><Relationship Id="rId10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09.xml"/><Relationship Id="rId9" Type="http://schemas.openxmlformats.org/officeDocument/2006/relationships/slideLayout" Target="../slideLayouts/slideLayout114.xml"/><Relationship Id="rId14" Type="http://schemas.openxmlformats.org/officeDocument/2006/relationships/slideLayout" Target="../slideLayouts/slideLayout119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theme" Target="../theme/theme20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7.xml"/><Relationship Id="rId13" Type="http://schemas.openxmlformats.org/officeDocument/2006/relationships/slideLayout" Target="../slideLayouts/slideLayout132.xml"/><Relationship Id="rId18" Type="http://schemas.openxmlformats.org/officeDocument/2006/relationships/slideLayout" Target="../slideLayouts/slideLayout137.xml"/><Relationship Id="rId3" Type="http://schemas.openxmlformats.org/officeDocument/2006/relationships/slideLayout" Target="../slideLayouts/slideLayout122.xml"/><Relationship Id="rId7" Type="http://schemas.openxmlformats.org/officeDocument/2006/relationships/slideLayout" Target="../slideLayouts/slideLayout126.xml"/><Relationship Id="rId12" Type="http://schemas.openxmlformats.org/officeDocument/2006/relationships/slideLayout" Target="../slideLayouts/slideLayout131.xml"/><Relationship Id="rId17" Type="http://schemas.openxmlformats.org/officeDocument/2006/relationships/slideLayout" Target="../slideLayouts/slideLayout136.xml"/><Relationship Id="rId2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35.xml"/><Relationship Id="rId20" Type="http://schemas.openxmlformats.org/officeDocument/2006/relationships/image" Target="../media/image5.png"/><Relationship Id="rId1" Type="http://schemas.openxmlformats.org/officeDocument/2006/relationships/slideLayout" Target="../slideLayouts/slideLayout120.xml"/><Relationship Id="rId6" Type="http://schemas.openxmlformats.org/officeDocument/2006/relationships/slideLayout" Target="../slideLayouts/slideLayout125.xml"/><Relationship Id="rId11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4.xml"/><Relationship Id="rId15" Type="http://schemas.openxmlformats.org/officeDocument/2006/relationships/slideLayout" Target="../slideLayouts/slideLayout134.xml"/><Relationship Id="rId10" Type="http://schemas.openxmlformats.org/officeDocument/2006/relationships/slideLayout" Target="../slideLayouts/slideLayout129.xml"/><Relationship Id="rId19" Type="http://schemas.openxmlformats.org/officeDocument/2006/relationships/theme" Target="../theme/theme21.xml"/><Relationship Id="rId4" Type="http://schemas.openxmlformats.org/officeDocument/2006/relationships/slideLayout" Target="../slideLayouts/slideLayout123.xml"/><Relationship Id="rId9" Type="http://schemas.openxmlformats.org/officeDocument/2006/relationships/slideLayout" Target="../slideLayouts/slideLayout128.xml"/><Relationship Id="rId14" Type="http://schemas.openxmlformats.org/officeDocument/2006/relationships/slideLayout" Target="../slideLayouts/slideLayout1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8">
            <a:extLst>
              <a:ext uri="{FF2B5EF4-FFF2-40B4-BE49-F238E27FC236}">
                <a16:creationId xmlns:a16="http://schemas.microsoft.com/office/drawing/2014/main" id="{7C0AA731-DC63-EFDF-1AF8-E3B76680BA1A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9472339" y="311704"/>
            <a:ext cx="2156949" cy="62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119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73" r:id="rId2"/>
    <p:sldLayoutId id="2147483929" r:id="rId3"/>
    <p:sldLayoutId id="2147483930" r:id="rId4"/>
    <p:sldLayoutId id="2147483931" r:id="rId5"/>
    <p:sldLayoutId id="2147483933" r:id="rId6"/>
  </p:sldLayoutIdLst>
  <p:txStyles>
    <p:titleStyle>
      <a:lvl1pPr algn="l" defTabSz="1042690" rtl="0" eaLnBrk="1" latinLnBrk="0" hangingPunct="1">
        <a:lnSpc>
          <a:spcPct val="90000"/>
        </a:lnSpc>
        <a:spcBef>
          <a:spcPct val="0"/>
        </a:spcBef>
        <a:buNone/>
        <a:defRPr sz="50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673" indent="-260673" algn="l" defTabSz="1042690" rtl="0" eaLnBrk="1" latinLnBrk="0" hangingPunct="1">
        <a:lnSpc>
          <a:spcPct val="90000"/>
        </a:lnSpc>
        <a:spcBef>
          <a:spcPts val="1140"/>
        </a:spcBef>
        <a:buFont typeface="Arial" panose="020B0604020202020204" pitchFamily="34" charset="0"/>
        <a:buChar char="•"/>
        <a:defRPr sz="3193" kern="1200">
          <a:solidFill>
            <a:schemeClr val="tx1"/>
          </a:solidFill>
          <a:latin typeface="+mn-lt"/>
          <a:ea typeface="+mn-ea"/>
          <a:cs typeface="+mn-cs"/>
        </a:defRPr>
      </a:lvl1pPr>
      <a:lvl2pPr marL="78201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37" kern="1200">
          <a:solidFill>
            <a:schemeClr val="tx1"/>
          </a:solidFill>
          <a:latin typeface="+mn-lt"/>
          <a:ea typeface="+mn-ea"/>
          <a:cs typeface="+mn-cs"/>
        </a:defRPr>
      </a:lvl2pPr>
      <a:lvl3pPr marL="130336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281" kern="1200">
          <a:solidFill>
            <a:schemeClr val="tx1"/>
          </a:solidFill>
          <a:latin typeface="+mn-lt"/>
          <a:ea typeface="+mn-ea"/>
          <a:cs typeface="+mn-cs"/>
        </a:defRPr>
      </a:lvl3pPr>
      <a:lvl4pPr marL="182470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34605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86739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38874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910089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43143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2134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2pPr>
      <a:lvl3pPr marL="104269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3pPr>
      <a:lvl4pPr marL="156403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08538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60672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12807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64941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17076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 userDrawn="1">
          <p15:clr>
            <a:srgbClr val="F26B43"/>
          </p15:clr>
        </p15:guide>
        <p15:guide id="2" orient="horz" pos="867" userDrawn="1">
          <p15:clr>
            <a:srgbClr val="F26B43"/>
          </p15:clr>
        </p15:guide>
        <p15:guide id="3" orient="horz" pos="323" userDrawn="1">
          <p15:clr>
            <a:srgbClr val="F26B43"/>
          </p15:clr>
        </p15:guide>
        <p15:guide id="4" pos="5541" userDrawn="1">
          <p15:clr>
            <a:srgbClr val="F26B43"/>
          </p15:clr>
        </p15:guide>
        <p15:guide id="5" orient="horz" pos="3997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  <p15:guide id="7" orient="horz" pos="3725" userDrawn="1">
          <p15:clr>
            <a:srgbClr val="F26B43"/>
          </p15:clr>
        </p15:guide>
        <p15:guide id="8" orient="horz" pos="3589" userDrawn="1">
          <p15:clr>
            <a:srgbClr val="F26B43"/>
          </p15:clr>
        </p15:guide>
        <p15:guide id="9" orient="horz" pos="3453" userDrawn="1">
          <p15:clr>
            <a:srgbClr val="F26B43"/>
          </p15:clr>
        </p15:guide>
        <p15:guide id="10" orient="horz" pos="3317" userDrawn="1">
          <p15:clr>
            <a:srgbClr val="F26B43"/>
          </p15:clr>
        </p15:guide>
        <p15:guide id="11" orient="horz" pos="3181" userDrawn="1">
          <p15:clr>
            <a:srgbClr val="F26B43"/>
          </p15:clr>
        </p15:guide>
        <p15:guide id="12" orient="horz" pos="3045" userDrawn="1">
          <p15:clr>
            <a:srgbClr val="F26B43"/>
          </p15:clr>
        </p15:guide>
        <p15:guide id="19" pos="4362" userDrawn="1">
          <p15:clr>
            <a:srgbClr val="F26B43"/>
          </p15:clr>
        </p15:guide>
        <p15:guide id="20" pos="3772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4348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85" r:id="rId2"/>
    <p:sldLayoutId id="2147483955" r:id="rId3"/>
    <p:sldLayoutId id="2147483956" r:id="rId4"/>
    <p:sldLayoutId id="2147483957" r:id="rId5"/>
    <p:sldLayoutId id="2147483958" r:id="rId6"/>
  </p:sldLayoutIdLst>
  <p:txStyles>
    <p:titleStyle>
      <a:lvl1pPr algn="l" defTabSz="1042690" rtl="0" eaLnBrk="1" latinLnBrk="0" hangingPunct="1">
        <a:lnSpc>
          <a:spcPct val="90000"/>
        </a:lnSpc>
        <a:spcBef>
          <a:spcPct val="0"/>
        </a:spcBef>
        <a:buNone/>
        <a:defRPr sz="50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673" indent="-260673" algn="l" defTabSz="1042690" rtl="0" eaLnBrk="1" latinLnBrk="0" hangingPunct="1">
        <a:lnSpc>
          <a:spcPct val="90000"/>
        </a:lnSpc>
        <a:spcBef>
          <a:spcPts val="1140"/>
        </a:spcBef>
        <a:buFont typeface="Arial" panose="020B0604020202020204" pitchFamily="34" charset="0"/>
        <a:buChar char="•"/>
        <a:defRPr sz="3193" kern="1200">
          <a:solidFill>
            <a:schemeClr val="tx1"/>
          </a:solidFill>
          <a:latin typeface="+mn-lt"/>
          <a:ea typeface="+mn-ea"/>
          <a:cs typeface="+mn-cs"/>
        </a:defRPr>
      </a:lvl1pPr>
      <a:lvl2pPr marL="78201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37" kern="1200">
          <a:solidFill>
            <a:schemeClr val="tx1"/>
          </a:solidFill>
          <a:latin typeface="+mn-lt"/>
          <a:ea typeface="+mn-ea"/>
          <a:cs typeface="+mn-cs"/>
        </a:defRPr>
      </a:lvl2pPr>
      <a:lvl3pPr marL="130336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281" kern="1200">
          <a:solidFill>
            <a:schemeClr val="tx1"/>
          </a:solidFill>
          <a:latin typeface="+mn-lt"/>
          <a:ea typeface="+mn-ea"/>
          <a:cs typeface="+mn-cs"/>
        </a:defRPr>
      </a:lvl3pPr>
      <a:lvl4pPr marL="182470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34605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86739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38874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910089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43143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2134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2pPr>
      <a:lvl3pPr marL="104269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3pPr>
      <a:lvl4pPr marL="156403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08538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60672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12807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64941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17076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 userDrawn="1">
          <p15:clr>
            <a:srgbClr val="F26B43"/>
          </p15:clr>
        </p15:guide>
        <p15:guide id="2" orient="horz" pos="323" userDrawn="1">
          <p15:clr>
            <a:srgbClr val="F26B43"/>
          </p15:clr>
        </p15:guide>
        <p15:guide id="3" orient="horz" pos="867" userDrawn="1">
          <p15:clr>
            <a:srgbClr val="F26B43"/>
          </p15:clr>
        </p15:guide>
        <p15:guide id="4" pos="5541" userDrawn="1">
          <p15:clr>
            <a:srgbClr val="F26B43"/>
          </p15:clr>
        </p15:guide>
        <p15:guide id="5" orient="horz" pos="3997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  <p15:guide id="7" orient="horz" pos="3725" userDrawn="1">
          <p15:clr>
            <a:srgbClr val="F26B43"/>
          </p15:clr>
        </p15:guide>
        <p15:guide id="8" orient="horz" pos="3589" userDrawn="1">
          <p15:clr>
            <a:srgbClr val="F26B43"/>
          </p15:clr>
        </p15:guide>
        <p15:guide id="9" orient="horz" pos="3453" userDrawn="1">
          <p15:clr>
            <a:srgbClr val="F26B43"/>
          </p15:clr>
        </p15:guide>
        <p15:guide id="10" orient="horz" pos="3317" userDrawn="1">
          <p15:clr>
            <a:srgbClr val="F26B43"/>
          </p15:clr>
        </p15:guide>
        <p15:guide id="11" orient="horz" pos="3181" userDrawn="1">
          <p15:clr>
            <a:srgbClr val="F26B43"/>
          </p15:clr>
        </p15:guide>
        <p15:guide id="12" orient="horz" pos="3045" userDrawn="1">
          <p15:clr>
            <a:srgbClr val="F26B43"/>
          </p15:clr>
        </p15:guide>
        <p15:guide id="13" pos="4362" userDrawn="1">
          <p15:clr>
            <a:srgbClr val="F26B43"/>
          </p15:clr>
        </p15:guide>
        <p15:guide id="14" pos="3772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418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3" r:id="rId1"/>
    <p:sldLayoutId id="2147483864" r:id="rId2"/>
  </p:sldLayoutIdLst>
  <p:txStyles>
    <p:titleStyle>
      <a:lvl1pPr algn="l" defTabSz="1042690" rtl="0" eaLnBrk="1" latinLnBrk="0" hangingPunct="1">
        <a:lnSpc>
          <a:spcPct val="90000"/>
        </a:lnSpc>
        <a:spcBef>
          <a:spcPct val="0"/>
        </a:spcBef>
        <a:buNone/>
        <a:defRPr sz="50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673" indent="-260673" algn="l" defTabSz="1042690" rtl="0" eaLnBrk="1" latinLnBrk="0" hangingPunct="1">
        <a:lnSpc>
          <a:spcPct val="90000"/>
        </a:lnSpc>
        <a:spcBef>
          <a:spcPts val="1140"/>
        </a:spcBef>
        <a:buFont typeface="Arial" panose="020B0604020202020204" pitchFamily="34" charset="0"/>
        <a:buChar char="•"/>
        <a:defRPr sz="3193" kern="1200">
          <a:solidFill>
            <a:schemeClr val="tx1"/>
          </a:solidFill>
          <a:latin typeface="+mn-lt"/>
          <a:ea typeface="+mn-ea"/>
          <a:cs typeface="+mn-cs"/>
        </a:defRPr>
      </a:lvl1pPr>
      <a:lvl2pPr marL="78201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37" kern="1200">
          <a:solidFill>
            <a:schemeClr val="tx1"/>
          </a:solidFill>
          <a:latin typeface="+mn-lt"/>
          <a:ea typeface="+mn-ea"/>
          <a:cs typeface="+mn-cs"/>
        </a:defRPr>
      </a:lvl2pPr>
      <a:lvl3pPr marL="130336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281" kern="1200">
          <a:solidFill>
            <a:schemeClr val="tx1"/>
          </a:solidFill>
          <a:latin typeface="+mn-lt"/>
          <a:ea typeface="+mn-ea"/>
          <a:cs typeface="+mn-cs"/>
        </a:defRPr>
      </a:lvl3pPr>
      <a:lvl4pPr marL="182470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34605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86739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38874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910089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43143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2134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2pPr>
      <a:lvl3pPr marL="104269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3pPr>
      <a:lvl4pPr marL="156403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08538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60672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12807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64941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17076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 userDrawn="1">
          <p15:clr>
            <a:srgbClr val="F26B43"/>
          </p15:clr>
        </p15:guide>
        <p15:guide id="2" orient="horz" pos="867" userDrawn="1">
          <p15:clr>
            <a:srgbClr val="F26B43"/>
          </p15:clr>
        </p15:guide>
        <p15:guide id="3" orient="horz" pos="323" userDrawn="1">
          <p15:clr>
            <a:srgbClr val="F26B43"/>
          </p15:clr>
        </p15:guide>
        <p15:guide id="4" pos="5541" userDrawn="1">
          <p15:clr>
            <a:srgbClr val="F26B43"/>
          </p15:clr>
        </p15:guide>
        <p15:guide id="5" orient="horz" pos="3997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  <p15:guide id="7" orient="horz" pos="3725" userDrawn="1">
          <p15:clr>
            <a:srgbClr val="F26B43"/>
          </p15:clr>
        </p15:guide>
        <p15:guide id="8" orient="horz" pos="3589" userDrawn="1">
          <p15:clr>
            <a:srgbClr val="F26B43"/>
          </p15:clr>
        </p15:guide>
        <p15:guide id="9" orient="horz" pos="3453" userDrawn="1">
          <p15:clr>
            <a:srgbClr val="F26B43"/>
          </p15:clr>
        </p15:guide>
        <p15:guide id="10" orient="horz" pos="3317" userDrawn="1">
          <p15:clr>
            <a:srgbClr val="F26B43"/>
          </p15:clr>
        </p15:guide>
        <p15:guide id="11" orient="horz" pos="3181" userDrawn="1">
          <p15:clr>
            <a:srgbClr val="F26B43"/>
          </p15:clr>
        </p15:guide>
        <p15:guide id="12" orient="horz" pos="3045" userDrawn="1">
          <p15:clr>
            <a:srgbClr val="F26B43"/>
          </p15:clr>
        </p15:guide>
        <p15:guide id="13" pos="4362" userDrawn="1">
          <p15:clr>
            <a:srgbClr val="F26B43"/>
          </p15:clr>
        </p15:guide>
        <p15:guide id="14" pos="3772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8">
            <a:extLst>
              <a:ext uri="{FF2B5EF4-FFF2-40B4-BE49-F238E27FC236}">
                <a16:creationId xmlns:a16="http://schemas.microsoft.com/office/drawing/2014/main" id="{B0E3EB21-65A6-DF6A-1369-778975466A9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9456838" y="296663"/>
            <a:ext cx="2147787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67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</p:sldLayoutIdLst>
  <p:txStyles>
    <p:titleStyle>
      <a:lvl1pPr algn="l" defTabSz="1042690" rtl="0" eaLnBrk="1" latinLnBrk="0" hangingPunct="1">
        <a:lnSpc>
          <a:spcPct val="90000"/>
        </a:lnSpc>
        <a:spcBef>
          <a:spcPct val="0"/>
        </a:spcBef>
        <a:buNone/>
        <a:defRPr sz="50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673" indent="-260673" algn="l" defTabSz="1042690" rtl="0" eaLnBrk="1" latinLnBrk="0" hangingPunct="1">
        <a:lnSpc>
          <a:spcPct val="90000"/>
        </a:lnSpc>
        <a:spcBef>
          <a:spcPts val="1140"/>
        </a:spcBef>
        <a:buFont typeface="Arial" panose="020B0604020202020204" pitchFamily="34" charset="0"/>
        <a:buChar char="•"/>
        <a:defRPr sz="3193" kern="1200">
          <a:solidFill>
            <a:schemeClr val="tx1"/>
          </a:solidFill>
          <a:latin typeface="+mn-lt"/>
          <a:ea typeface="+mn-ea"/>
          <a:cs typeface="+mn-cs"/>
        </a:defRPr>
      </a:lvl1pPr>
      <a:lvl2pPr marL="78201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37" kern="1200">
          <a:solidFill>
            <a:schemeClr val="tx1"/>
          </a:solidFill>
          <a:latin typeface="+mn-lt"/>
          <a:ea typeface="+mn-ea"/>
          <a:cs typeface="+mn-cs"/>
        </a:defRPr>
      </a:lvl2pPr>
      <a:lvl3pPr marL="130336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281" kern="1200">
          <a:solidFill>
            <a:schemeClr val="tx1"/>
          </a:solidFill>
          <a:latin typeface="+mn-lt"/>
          <a:ea typeface="+mn-ea"/>
          <a:cs typeface="+mn-cs"/>
        </a:defRPr>
      </a:lvl3pPr>
      <a:lvl4pPr marL="182470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34605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86739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38874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910089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43143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2134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2pPr>
      <a:lvl3pPr marL="104269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3pPr>
      <a:lvl4pPr marL="156403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08538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60672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12807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64941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17076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>
          <p15:clr>
            <a:srgbClr val="F26B43"/>
          </p15:clr>
        </p15:guide>
        <p15:guide id="2" pos="824">
          <p15:clr>
            <a:srgbClr val="F26B43"/>
          </p15:clr>
        </p15:guide>
        <p15:guide id="3" pos="960">
          <p15:clr>
            <a:srgbClr val="F26B43"/>
          </p15:clr>
        </p15:guide>
        <p15:guide id="4" pos="1413">
          <p15:clr>
            <a:srgbClr val="F26B43"/>
          </p15:clr>
        </p15:guide>
        <p15:guide id="5" pos="1549">
          <p15:clr>
            <a:srgbClr val="F26B43"/>
          </p15:clr>
        </p15:guide>
        <p15:guide id="6" pos="2003">
          <p15:clr>
            <a:srgbClr val="F26B43"/>
          </p15:clr>
        </p15:guide>
        <p15:guide id="7" pos="2139">
          <p15:clr>
            <a:srgbClr val="F26B43"/>
          </p15:clr>
        </p15:guide>
        <p15:guide id="8" pos="2593">
          <p15:clr>
            <a:srgbClr val="F26B43"/>
          </p15:clr>
        </p15:guide>
        <p15:guide id="9" pos="2729">
          <p15:clr>
            <a:srgbClr val="F26B43"/>
          </p15:clr>
        </p15:guide>
        <p15:guide id="10" pos="3182">
          <p15:clr>
            <a:srgbClr val="F26B43"/>
          </p15:clr>
        </p15:guide>
        <p15:guide id="11" pos="3318">
          <p15:clr>
            <a:srgbClr val="F26B43"/>
          </p15:clr>
        </p15:guide>
        <p15:guide id="12" pos="3772">
          <p15:clr>
            <a:srgbClr val="F26B43"/>
          </p15:clr>
        </p15:guide>
        <p15:guide id="13" pos="3908">
          <p15:clr>
            <a:srgbClr val="F26B43"/>
          </p15:clr>
        </p15:guide>
        <p15:guide id="14" pos="4357">
          <p15:clr>
            <a:srgbClr val="F26B43"/>
          </p15:clr>
        </p15:guide>
        <p15:guide id="15" pos="4498">
          <p15:clr>
            <a:srgbClr val="F26B43"/>
          </p15:clr>
        </p15:guide>
        <p15:guide id="16" pos="4952">
          <p15:clr>
            <a:srgbClr val="F26B43"/>
          </p15:clr>
        </p15:guide>
        <p15:guide id="17" pos="5081">
          <p15:clr>
            <a:srgbClr val="F26B43"/>
          </p15:clr>
        </p15:guide>
        <p15:guide id="18" pos="5541">
          <p15:clr>
            <a:srgbClr val="F26B43"/>
          </p15:clr>
        </p15:guide>
        <p15:guide id="19" pos="5676">
          <p15:clr>
            <a:srgbClr val="F26B43"/>
          </p15:clr>
        </p15:guide>
        <p15:guide id="20" pos="6131">
          <p15:clr>
            <a:srgbClr val="F26B43"/>
          </p15:clr>
        </p15:guide>
        <p15:guide id="21" pos="6267">
          <p15:clr>
            <a:srgbClr val="F26B43"/>
          </p15:clr>
        </p15:guide>
        <p15:guide id="22" pos="6720">
          <p15:clr>
            <a:srgbClr val="F26B43"/>
          </p15:clr>
        </p15:guide>
        <p15:guide id="23" pos="6856">
          <p15:clr>
            <a:srgbClr val="F26B43"/>
          </p15:clr>
        </p15:guide>
        <p15:guide id="24" pos="7310">
          <p15:clr>
            <a:srgbClr val="F26B43"/>
          </p15:clr>
        </p15:guide>
        <p15:guide id="25" orient="horz" pos="187">
          <p15:clr>
            <a:srgbClr val="F26B43"/>
          </p15:clr>
        </p15:guide>
        <p15:guide id="26" orient="horz" pos="459">
          <p15:clr>
            <a:srgbClr val="F26B43"/>
          </p15:clr>
        </p15:guide>
        <p15:guide id="27" orient="horz" pos="595">
          <p15:clr>
            <a:srgbClr val="F26B43"/>
          </p15:clr>
        </p15:guide>
        <p15:guide id="28" orient="horz" pos="731">
          <p15:clr>
            <a:srgbClr val="F26B43"/>
          </p15:clr>
        </p15:guide>
        <p15:guide id="30" orient="horz" pos="864">
          <p15:clr>
            <a:srgbClr val="F26B43"/>
          </p15:clr>
        </p15:guide>
        <p15:guide id="31" orient="horz" pos="1003">
          <p15:clr>
            <a:srgbClr val="F26B43"/>
          </p15:clr>
        </p15:guide>
        <p15:guide id="32" orient="horz" pos="1139">
          <p15:clr>
            <a:srgbClr val="F26B43"/>
          </p15:clr>
        </p15:guide>
        <p15:guide id="34" orient="horz" pos="1275">
          <p15:clr>
            <a:srgbClr val="F26B43"/>
          </p15:clr>
        </p15:guide>
        <p15:guide id="35" orient="horz" pos="1412">
          <p15:clr>
            <a:srgbClr val="F26B43"/>
          </p15:clr>
        </p15:guide>
        <p15:guide id="37" orient="horz" pos="1548">
          <p15:clr>
            <a:srgbClr val="F26B43"/>
          </p15:clr>
        </p15:guide>
        <p15:guide id="39" orient="horz" pos="1820">
          <p15:clr>
            <a:srgbClr val="F26B43"/>
          </p15:clr>
        </p15:guide>
        <p15:guide id="40" orient="horz" pos="1956">
          <p15:clr>
            <a:srgbClr val="F26B43"/>
          </p15:clr>
        </p15:guide>
        <p15:guide id="42" orient="horz" pos="2092">
          <p15:clr>
            <a:srgbClr val="F26B43"/>
          </p15:clr>
        </p15:guide>
        <p15:guide id="43" orient="horz" pos="2228">
          <p15:clr>
            <a:srgbClr val="F26B43"/>
          </p15:clr>
        </p15:guide>
        <p15:guide id="44" orient="horz" pos="2364">
          <p15:clr>
            <a:srgbClr val="F26B43"/>
          </p15:clr>
        </p15:guide>
        <p15:guide id="46" orient="horz" pos="2500">
          <p15:clr>
            <a:srgbClr val="F26B43"/>
          </p15:clr>
        </p15:guide>
        <p15:guide id="48" orient="horz" pos="2636">
          <p15:clr>
            <a:srgbClr val="F26B43"/>
          </p15:clr>
        </p15:guide>
        <p15:guide id="49" orient="horz" pos="2772">
          <p15:clr>
            <a:srgbClr val="F26B43"/>
          </p15:clr>
        </p15:guide>
        <p15:guide id="50" orient="horz" pos="2908">
          <p15:clr>
            <a:srgbClr val="F26B43"/>
          </p15:clr>
        </p15:guide>
        <p15:guide id="51" orient="horz" pos="3317">
          <p15:clr>
            <a:srgbClr val="F26B43"/>
          </p15:clr>
        </p15:guide>
        <p15:guide id="52" orient="horz" pos="3045">
          <p15:clr>
            <a:srgbClr val="F26B43"/>
          </p15:clr>
        </p15:guide>
        <p15:guide id="53" orient="horz" pos="1684">
          <p15:clr>
            <a:srgbClr val="F26B43"/>
          </p15:clr>
        </p15:guide>
        <p15:guide id="55" orient="horz" pos="3181">
          <p15:clr>
            <a:srgbClr val="F26B43"/>
          </p15:clr>
        </p15:guide>
        <p15:guide id="56" orient="horz" pos="3453">
          <p15:clr>
            <a:srgbClr val="F26B43"/>
          </p15:clr>
        </p15:guide>
        <p15:guide id="57" orient="horz" pos="3589">
          <p15:clr>
            <a:srgbClr val="F26B43"/>
          </p15:clr>
        </p15:guide>
        <p15:guide id="58" orient="horz" pos="3725">
          <p15:clr>
            <a:srgbClr val="F26B43"/>
          </p15:clr>
        </p15:guide>
        <p15:guide id="59" orient="horz" pos="3861">
          <p15:clr>
            <a:srgbClr val="F26B43"/>
          </p15:clr>
        </p15:guide>
        <p15:guide id="60" orient="horz" pos="3997">
          <p15:clr>
            <a:srgbClr val="F26B43"/>
          </p15:clr>
        </p15:guide>
        <p15:guide id="61" orient="horz" pos="4133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988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75" r:id="rId2"/>
    <p:sldLayoutId id="2147483860" r:id="rId3"/>
  </p:sldLayoutIdLst>
  <p:txStyles>
    <p:titleStyle>
      <a:lvl1pPr algn="l" defTabSz="1042690" rtl="0" eaLnBrk="1" latinLnBrk="0" hangingPunct="1">
        <a:lnSpc>
          <a:spcPct val="90000"/>
        </a:lnSpc>
        <a:spcBef>
          <a:spcPct val="0"/>
        </a:spcBef>
        <a:buNone/>
        <a:defRPr sz="50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673" indent="-260673" algn="l" defTabSz="1042690" rtl="0" eaLnBrk="1" latinLnBrk="0" hangingPunct="1">
        <a:lnSpc>
          <a:spcPct val="90000"/>
        </a:lnSpc>
        <a:spcBef>
          <a:spcPts val="1140"/>
        </a:spcBef>
        <a:buFont typeface="Arial" panose="020B0604020202020204" pitchFamily="34" charset="0"/>
        <a:buChar char="•"/>
        <a:defRPr sz="3193" kern="1200">
          <a:solidFill>
            <a:schemeClr val="tx1"/>
          </a:solidFill>
          <a:latin typeface="+mn-lt"/>
          <a:ea typeface="+mn-ea"/>
          <a:cs typeface="+mn-cs"/>
        </a:defRPr>
      </a:lvl1pPr>
      <a:lvl2pPr marL="78201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37" kern="1200">
          <a:solidFill>
            <a:schemeClr val="tx1"/>
          </a:solidFill>
          <a:latin typeface="+mn-lt"/>
          <a:ea typeface="+mn-ea"/>
          <a:cs typeface="+mn-cs"/>
        </a:defRPr>
      </a:lvl2pPr>
      <a:lvl3pPr marL="130336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281" kern="1200">
          <a:solidFill>
            <a:schemeClr val="tx1"/>
          </a:solidFill>
          <a:latin typeface="+mn-lt"/>
          <a:ea typeface="+mn-ea"/>
          <a:cs typeface="+mn-cs"/>
        </a:defRPr>
      </a:lvl3pPr>
      <a:lvl4pPr marL="182470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34605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86739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38874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910089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43143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2134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2pPr>
      <a:lvl3pPr marL="104269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3pPr>
      <a:lvl4pPr marL="156403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08538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60672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12807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64941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17076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2386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739" r:id="rId3"/>
    <p:sldLayoutId id="2147483740" r:id="rId4"/>
    <p:sldLayoutId id="2147483741" r:id="rId5"/>
  </p:sldLayoutIdLst>
  <p:txStyles>
    <p:titleStyle>
      <a:lvl1pPr algn="l" defTabSz="1042690" rtl="0" eaLnBrk="1" latinLnBrk="0" hangingPunct="1">
        <a:lnSpc>
          <a:spcPct val="90000"/>
        </a:lnSpc>
        <a:spcBef>
          <a:spcPct val="0"/>
        </a:spcBef>
        <a:buNone/>
        <a:defRPr sz="50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673" indent="-260673" algn="l" defTabSz="1042690" rtl="0" eaLnBrk="1" latinLnBrk="0" hangingPunct="1">
        <a:lnSpc>
          <a:spcPct val="90000"/>
        </a:lnSpc>
        <a:spcBef>
          <a:spcPts val="1140"/>
        </a:spcBef>
        <a:buFont typeface="Arial" panose="020B0604020202020204" pitchFamily="34" charset="0"/>
        <a:buChar char="•"/>
        <a:defRPr sz="3193" kern="1200">
          <a:solidFill>
            <a:schemeClr val="tx1"/>
          </a:solidFill>
          <a:latin typeface="+mn-lt"/>
          <a:ea typeface="+mn-ea"/>
          <a:cs typeface="+mn-cs"/>
        </a:defRPr>
      </a:lvl1pPr>
      <a:lvl2pPr marL="78201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37" kern="1200">
          <a:solidFill>
            <a:schemeClr val="tx1"/>
          </a:solidFill>
          <a:latin typeface="+mn-lt"/>
          <a:ea typeface="+mn-ea"/>
          <a:cs typeface="+mn-cs"/>
        </a:defRPr>
      </a:lvl2pPr>
      <a:lvl3pPr marL="130336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281" kern="1200">
          <a:solidFill>
            <a:schemeClr val="tx1"/>
          </a:solidFill>
          <a:latin typeface="+mn-lt"/>
          <a:ea typeface="+mn-ea"/>
          <a:cs typeface="+mn-cs"/>
        </a:defRPr>
      </a:lvl3pPr>
      <a:lvl4pPr marL="182470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34605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86739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38874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910089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43143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2134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2pPr>
      <a:lvl3pPr marL="104269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3pPr>
      <a:lvl4pPr marL="156403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08538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60672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12807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64941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17076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 userDrawn="1">
          <p15:clr>
            <a:srgbClr val="F26B43"/>
          </p15:clr>
        </p15:guide>
        <p15:guide id="2" pos="824" userDrawn="1">
          <p15:clr>
            <a:srgbClr val="F26B43"/>
          </p15:clr>
        </p15:guide>
        <p15:guide id="3" pos="960" userDrawn="1">
          <p15:clr>
            <a:srgbClr val="F26B43"/>
          </p15:clr>
        </p15:guide>
        <p15:guide id="4" pos="1413" userDrawn="1">
          <p15:clr>
            <a:srgbClr val="F26B43"/>
          </p15:clr>
        </p15:guide>
        <p15:guide id="5" pos="1549" userDrawn="1">
          <p15:clr>
            <a:srgbClr val="F26B43"/>
          </p15:clr>
        </p15:guide>
        <p15:guide id="6" pos="2003" userDrawn="1">
          <p15:clr>
            <a:srgbClr val="F26B43"/>
          </p15:clr>
        </p15:guide>
        <p15:guide id="7" pos="2139" userDrawn="1">
          <p15:clr>
            <a:srgbClr val="F26B43"/>
          </p15:clr>
        </p15:guide>
        <p15:guide id="8" pos="2593" userDrawn="1">
          <p15:clr>
            <a:srgbClr val="F26B43"/>
          </p15:clr>
        </p15:guide>
        <p15:guide id="9" pos="2729" userDrawn="1">
          <p15:clr>
            <a:srgbClr val="F26B43"/>
          </p15:clr>
        </p15:guide>
        <p15:guide id="10" pos="3182" userDrawn="1">
          <p15:clr>
            <a:srgbClr val="F26B43"/>
          </p15:clr>
        </p15:guide>
        <p15:guide id="11" pos="3318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4362" userDrawn="1">
          <p15:clr>
            <a:srgbClr val="F26B43"/>
          </p15:clr>
        </p15:guide>
        <p15:guide id="15" pos="4498" userDrawn="1">
          <p15:clr>
            <a:srgbClr val="F26B43"/>
          </p15:clr>
        </p15:guide>
        <p15:guide id="16" pos="4952" userDrawn="1">
          <p15:clr>
            <a:srgbClr val="F26B43"/>
          </p15:clr>
        </p15:guide>
        <p15:guide id="17" pos="5087" userDrawn="1">
          <p15:clr>
            <a:srgbClr val="F26B43"/>
          </p15:clr>
        </p15:guide>
        <p15:guide id="18" pos="5541" userDrawn="1">
          <p15:clr>
            <a:srgbClr val="F26B43"/>
          </p15:clr>
        </p15:guide>
        <p15:guide id="19" pos="5676" userDrawn="1">
          <p15:clr>
            <a:srgbClr val="F26B43"/>
          </p15:clr>
        </p15:guide>
        <p15:guide id="20" pos="6131" userDrawn="1">
          <p15:clr>
            <a:srgbClr val="F26B43"/>
          </p15:clr>
        </p15:guide>
        <p15:guide id="21" pos="6267" userDrawn="1">
          <p15:clr>
            <a:srgbClr val="F26B43"/>
          </p15:clr>
        </p15:guide>
        <p15:guide id="22" pos="6720" userDrawn="1">
          <p15:clr>
            <a:srgbClr val="F26B43"/>
          </p15:clr>
        </p15:guide>
        <p15:guide id="23" pos="6856" userDrawn="1">
          <p15:clr>
            <a:srgbClr val="F26B43"/>
          </p15:clr>
        </p15:guide>
        <p15:guide id="24" pos="7310" userDrawn="1">
          <p15:clr>
            <a:srgbClr val="F26B43"/>
          </p15:clr>
        </p15:guide>
        <p15:guide id="25" orient="horz" pos="187" userDrawn="1">
          <p15:clr>
            <a:srgbClr val="F26B43"/>
          </p15:clr>
        </p15:guide>
        <p15:guide id="26" orient="horz" pos="459" userDrawn="1">
          <p15:clr>
            <a:srgbClr val="F26B43"/>
          </p15:clr>
        </p15:guide>
        <p15:guide id="30" orient="horz" pos="864" userDrawn="1">
          <p15:clr>
            <a:srgbClr val="F26B43"/>
          </p15:clr>
        </p15:guide>
        <p15:guide id="33" orient="horz" pos="1003" userDrawn="1">
          <p15:clr>
            <a:srgbClr val="F26B43"/>
          </p15:clr>
        </p15:guide>
        <p15:guide id="34" orient="horz" pos="1275" userDrawn="1">
          <p15:clr>
            <a:srgbClr val="F26B43"/>
          </p15:clr>
        </p15:guide>
        <p15:guide id="36" orient="horz" pos="595" userDrawn="1">
          <p15:clr>
            <a:srgbClr val="F26B43"/>
          </p15:clr>
        </p15:guide>
        <p15:guide id="37" orient="horz" pos="731" userDrawn="1">
          <p15:clr>
            <a:srgbClr val="F26B43"/>
          </p15:clr>
        </p15:guide>
        <p15:guide id="38" orient="horz" pos="1684" userDrawn="1">
          <p15:clr>
            <a:srgbClr val="F26B43"/>
          </p15:clr>
        </p15:guide>
        <p15:guide id="39" orient="horz" pos="1412" userDrawn="1">
          <p15:clr>
            <a:srgbClr val="F26B43"/>
          </p15:clr>
        </p15:guide>
        <p15:guide id="40" orient="horz" pos="1548" userDrawn="1">
          <p15:clr>
            <a:srgbClr val="F26B43"/>
          </p15:clr>
        </p15:guide>
        <p15:guide id="41" orient="horz" pos="1139" userDrawn="1">
          <p15:clr>
            <a:srgbClr val="F26B43"/>
          </p15:clr>
        </p15:guide>
        <p15:guide id="42" orient="horz" pos="2092" userDrawn="1">
          <p15:clr>
            <a:srgbClr val="F26B43"/>
          </p15:clr>
        </p15:guide>
        <p15:guide id="43" orient="horz" pos="1820" userDrawn="1">
          <p15:clr>
            <a:srgbClr val="F26B43"/>
          </p15:clr>
        </p15:guide>
        <p15:guide id="44" orient="horz" pos="2364" userDrawn="1">
          <p15:clr>
            <a:srgbClr val="F26B43"/>
          </p15:clr>
        </p15:guide>
        <p15:guide id="45" orient="horz" pos="1956" userDrawn="1">
          <p15:clr>
            <a:srgbClr val="F26B43"/>
          </p15:clr>
        </p15:guide>
        <p15:guide id="46" orient="horz" pos="2500" userDrawn="1">
          <p15:clr>
            <a:srgbClr val="F26B43"/>
          </p15:clr>
        </p15:guide>
        <p15:guide id="47" orient="horz" pos="2228" userDrawn="1">
          <p15:clr>
            <a:srgbClr val="F26B43"/>
          </p15:clr>
        </p15:guide>
        <p15:guide id="48" orient="horz" pos="2636" userDrawn="1">
          <p15:clr>
            <a:srgbClr val="F26B43"/>
          </p15:clr>
        </p15:guide>
        <p15:guide id="49" orient="horz" pos="2772" userDrawn="1">
          <p15:clr>
            <a:srgbClr val="F26B43"/>
          </p15:clr>
        </p15:guide>
        <p15:guide id="50" orient="horz" pos="2908" userDrawn="1">
          <p15:clr>
            <a:srgbClr val="F26B43"/>
          </p15:clr>
        </p15:guide>
        <p15:guide id="51" orient="horz" pos="3045" userDrawn="1">
          <p15:clr>
            <a:srgbClr val="F26B43"/>
          </p15:clr>
        </p15:guide>
        <p15:guide id="52" orient="horz" pos="3181" userDrawn="1">
          <p15:clr>
            <a:srgbClr val="F26B43"/>
          </p15:clr>
        </p15:guide>
        <p15:guide id="53" orient="horz" pos="3317" userDrawn="1">
          <p15:clr>
            <a:srgbClr val="F26B43"/>
          </p15:clr>
        </p15:guide>
        <p15:guide id="55" orient="horz" pos="3453" userDrawn="1">
          <p15:clr>
            <a:srgbClr val="F26B43"/>
          </p15:clr>
        </p15:guide>
        <p15:guide id="57" orient="horz" pos="3589" userDrawn="1">
          <p15:clr>
            <a:srgbClr val="F26B43"/>
          </p15:clr>
        </p15:guide>
        <p15:guide id="58" orient="horz" pos="3725" userDrawn="1">
          <p15:clr>
            <a:srgbClr val="F26B43"/>
          </p15:clr>
        </p15:guide>
        <p15:guide id="59" orient="horz" pos="3861" userDrawn="1">
          <p15:clr>
            <a:srgbClr val="F26B43"/>
          </p15:clr>
        </p15:guide>
        <p15:guide id="60" orient="horz" pos="3997" userDrawn="1">
          <p15:clr>
            <a:srgbClr val="F26B43"/>
          </p15:clr>
        </p15:guide>
        <p15:guide id="61" orient="horz" pos="4133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BB6BBE5-76A3-F388-AB14-BB234995751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489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72" r:id="rId3"/>
    <p:sldLayoutId id="2147483868" r:id="rId4"/>
    <p:sldLayoutId id="2147483869" r:id="rId5"/>
    <p:sldLayoutId id="2147483870" r:id="rId6"/>
    <p:sldLayoutId id="2147483871" r:id="rId7"/>
  </p:sldLayoutIdLst>
  <p:txStyles>
    <p:titleStyle>
      <a:lvl1pPr algn="l" defTabSz="1042690" rtl="0" eaLnBrk="1" latinLnBrk="0" hangingPunct="1">
        <a:lnSpc>
          <a:spcPct val="90000"/>
        </a:lnSpc>
        <a:spcBef>
          <a:spcPct val="0"/>
        </a:spcBef>
        <a:buNone/>
        <a:defRPr sz="50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673" indent="-260673" algn="l" defTabSz="1042690" rtl="0" eaLnBrk="1" latinLnBrk="0" hangingPunct="1">
        <a:lnSpc>
          <a:spcPct val="90000"/>
        </a:lnSpc>
        <a:spcBef>
          <a:spcPts val="1140"/>
        </a:spcBef>
        <a:buFont typeface="Arial" panose="020B0604020202020204" pitchFamily="34" charset="0"/>
        <a:buChar char="•"/>
        <a:defRPr sz="3193" kern="1200">
          <a:solidFill>
            <a:schemeClr val="tx1"/>
          </a:solidFill>
          <a:latin typeface="+mn-lt"/>
          <a:ea typeface="+mn-ea"/>
          <a:cs typeface="+mn-cs"/>
        </a:defRPr>
      </a:lvl1pPr>
      <a:lvl2pPr marL="78201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37" kern="1200">
          <a:solidFill>
            <a:schemeClr val="tx1"/>
          </a:solidFill>
          <a:latin typeface="+mn-lt"/>
          <a:ea typeface="+mn-ea"/>
          <a:cs typeface="+mn-cs"/>
        </a:defRPr>
      </a:lvl2pPr>
      <a:lvl3pPr marL="130336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281" kern="1200">
          <a:solidFill>
            <a:schemeClr val="tx1"/>
          </a:solidFill>
          <a:latin typeface="+mn-lt"/>
          <a:ea typeface="+mn-ea"/>
          <a:cs typeface="+mn-cs"/>
        </a:defRPr>
      </a:lvl3pPr>
      <a:lvl4pPr marL="182470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34605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86739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38874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910089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43143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2134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2pPr>
      <a:lvl3pPr marL="104269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3pPr>
      <a:lvl4pPr marL="156403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08538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60672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12807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64941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17076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 userDrawn="1">
          <p15:clr>
            <a:srgbClr val="F26B43"/>
          </p15:clr>
        </p15:guide>
        <p15:guide id="2" pos="824" userDrawn="1">
          <p15:clr>
            <a:srgbClr val="F26B43"/>
          </p15:clr>
        </p15:guide>
        <p15:guide id="3" pos="960" userDrawn="1">
          <p15:clr>
            <a:srgbClr val="F26B43"/>
          </p15:clr>
        </p15:guide>
        <p15:guide id="4" pos="1413" userDrawn="1">
          <p15:clr>
            <a:srgbClr val="F26B43"/>
          </p15:clr>
        </p15:guide>
        <p15:guide id="5" pos="1549" userDrawn="1">
          <p15:clr>
            <a:srgbClr val="F26B43"/>
          </p15:clr>
        </p15:guide>
        <p15:guide id="6" pos="2003" userDrawn="1">
          <p15:clr>
            <a:srgbClr val="F26B43"/>
          </p15:clr>
        </p15:guide>
        <p15:guide id="7" pos="2139" userDrawn="1">
          <p15:clr>
            <a:srgbClr val="F26B43"/>
          </p15:clr>
        </p15:guide>
        <p15:guide id="8" pos="2593" userDrawn="1">
          <p15:clr>
            <a:srgbClr val="F26B43"/>
          </p15:clr>
        </p15:guide>
        <p15:guide id="9" pos="2729" userDrawn="1">
          <p15:clr>
            <a:srgbClr val="F26B43"/>
          </p15:clr>
        </p15:guide>
        <p15:guide id="10" pos="3182" userDrawn="1">
          <p15:clr>
            <a:srgbClr val="F26B43"/>
          </p15:clr>
        </p15:guide>
        <p15:guide id="11" pos="3318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4362" userDrawn="1">
          <p15:clr>
            <a:srgbClr val="F26B43"/>
          </p15:clr>
        </p15:guide>
        <p15:guide id="15" pos="4498" userDrawn="1">
          <p15:clr>
            <a:srgbClr val="F26B43"/>
          </p15:clr>
        </p15:guide>
        <p15:guide id="16" pos="4952" userDrawn="1">
          <p15:clr>
            <a:srgbClr val="F26B43"/>
          </p15:clr>
        </p15:guide>
        <p15:guide id="17" pos="5087" userDrawn="1">
          <p15:clr>
            <a:srgbClr val="F26B43"/>
          </p15:clr>
        </p15:guide>
        <p15:guide id="18" pos="5541" userDrawn="1">
          <p15:clr>
            <a:srgbClr val="F26B43"/>
          </p15:clr>
        </p15:guide>
        <p15:guide id="19" pos="5676" userDrawn="1">
          <p15:clr>
            <a:srgbClr val="F26B43"/>
          </p15:clr>
        </p15:guide>
        <p15:guide id="20" pos="6131" userDrawn="1">
          <p15:clr>
            <a:srgbClr val="F26B43"/>
          </p15:clr>
        </p15:guide>
        <p15:guide id="21" pos="6267" userDrawn="1">
          <p15:clr>
            <a:srgbClr val="F26B43"/>
          </p15:clr>
        </p15:guide>
        <p15:guide id="22" pos="6720" userDrawn="1">
          <p15:clr>
            <a:srgbClr val="F26B43"/>
          </p15:clr>
        </p15:guide>
        <p15:guide id="23" pos="6856" userDrawn="1">
          <p15:clr>
            <a:srgbClr val="F26B43"/>
          </p15:clr>
        </p15:guide>
        <p15:guide id="24" pos="7310" userDrawn="1">
          <p15:clr>
            <a:srgbClr val="F26B43"/>
          </p15:clr>
        </p15:guide>
        <p15:guide id="25" orient="horz" pos="187" userDrawn="1">
          <p15:clr>
            <a:srgbClr val="F26B43"/>
          </p15:clr>
        </p15:guide>
        <p15:guide id="26" orient="horz" pos="459" userDrawn="1">
          <p15:clr>
            <a:srgbClr val="F26B43"/>
          </p15:clr>
        </p15:guide>
        <p15:guide id="30" orient="horz" pos="864" userDrawn="1">
          <p15:clr>
            <a:srgbClr val="F26B43"/>
          </p15:clr>
        </p15:guide>
        <p15:guide id="33" orient="horz" pos="1003" userDrawn="1">
          <p15:clr>
            <a:srgbClr val="F26B43"/>
          </p15:clr>
        </p15:guide>
        <p15:guide id="34" orient="horz" pos="1275" userDrawn="1">
          <p15:clr>
            <a:srgbClr val="F26B43"/>
          </p15:clr>
        </p15:guide>
        <p15:guide id="36" orient="horz" pos="595" userDrawn="1">
          <p15:clr>
            <a:srgbClr val="F26B43"/>
          </p15:clr>
        </p15:guide>
        <p15:guide id="37" orient="horz" pos="731" userDrawn="1">
          <p15:clr>
            <a:srgbClr val="F26B43"/>
          </p15:clr>
        </p15:guide>
        <p15:guide id="38" orient="horz" pos="1684" userDrawn="1">
          <p15:clr>
            <a:srgbClr val="F26B43"/>
          </p15:clr>
        </p15:guide>
        <p15:guide id="39" orient="horz" pos="1412" userDrawn="1">
          <p15:clr>
            <a:srgbClr val="F26B43"/>
          </p15:clr>
        </p15:guide>
        <p15:guide id="40" orient="horz" pos="1548" userDrawn="1">
          <p15:clr>
            <a:srgbClr val="F26B43"/>
          </p15:clr>
        </p15:guide>
        <p15:guide id="41" orient="horz" pos="1139" userDrawn="1">
          <p15:clr>
            <a:srgbClr val="F26B43"/>
          </p15:clr>
        </p15:guide>
        <p15:guide id="42" orient="horz" pos="2092" userDrawn="1">
          <p15:clr>
            <a:srgbClr val="F26B43"/>
          </p15:clr>
        </p15:guide>
        <p15:guide id="43" orient="horz" pos="1820" userDrawn="1">
          <p15:clr>
            <a:srgbClr val="F26B43"/>
          </p15:clr>
        </p15:guide>
        <p15:guide id="44" orient="horz" pos="2364" userDrawn="1">
          <p15:clr>
            <a:srgbClr val="F26B43"/>
          </p15:clr>
        </p15:guide>
        <p15:guide id="45" orient="horz" pos="1956" userDrawn="1">
          <p15:clr>
            <a:srgbClr val="F26B43"/>
          </p15:clr>
        </p15:guide>
        <p15:guide id="46" orient="horz" pos="2500" userDrawn="1">
          <p15:clr>
            <a:srgbClr val="F26B43"/>
          </p15:clr>
        </p15:guide>
        <p15:guide id="47" orient="horz" pos="2228" userDrawn="1">
          <p15:clr>
            <a:srgbClr val="F26B43"/>
          </p15:clr>
        </p15:guide>
        <p15:guide id="48" orient="horz" pos="2636" userDrawn="1">
          <p15:clr>
            <a:srgbClr val="F26B43"/>
          </p15:clr>
        </p15:guide>
        <p15:guide id="49" orient="horz" pos="2772" userDrawn="1">
          <p15:clr>
            <a:srgbClr val="F26B43"/>
          </p15:clr>
        </p15:guide>
        <p15:guide id="50" orient="horz" pos="2908" userDrawn="1">
          <p15:clr>
            <a:srgbClr val="F26B43"/>
          </p15:clr>
        </p15:guide>
        <p15:guide id="51" orient="horz" pos="3045" userDrawn="1">
          <p15:clr>
            <a:srgbClr val="F26B43"/>
          </p15:clr>
        </p15:guide>
        <p15:guide id="52" orient="horz" pos="3181" userDrawn="1">
          <p15:clr>
            <a:srgbClr val="F26B43"/>
          </p15:clr>
        </p15:guide>
        <p15:guide id="53" orient="horz" pos="3317" userDrawn="1">
          <p15:clr>
            <a:srgbClr val="F26B43"/>
          </p15:clr>
        </p15:guide>
        <p15:guide id="55" orient="horz" pos="3453" userDrawn="1">
          <p15:clr>
            <a:srgbClr val="F26B43"/>
          </p15:clr>
        </p15:guide>
        <p15:guide id="57" orient="horz" pos="3589" userDrawn="1">
          <p15:clr>
            <a:srgbClr val="F26B43"/>
          </p15:clr>
        </p15:guide>
        <p15:guide id="58" orient="horz" pos="3725" userDrawn="1">
          <p15:clr>
            <a:srgbClr val="F26B43"/>
          </p15:clr>
        </p15:guide>
        <p15:guide id="59" orient="horz" pos="3861" userDrawn="1">
          <p15:clr>
            <a:srgbClr val="F26B43"/>
          </p15:clr>
        </p15:guide>
        <p15:guide id="60" orient="horz" pos="3997" userDrawn="1">
          <p15:clr>
            <a:srgbClr val="F26B43"/>
          </p15:clr>
        </p15:guide>
        <p15:guide id="61" orient="horz" pos="4133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1">
            <a:extLst>
              <a:ext uri="{FF2B5EF4-FFF2-40B4-BE49-F238E27FC236}">
                <a16:creationId xmlns:a16="http://schemas.microsoft.com/office/drawing/2014/main" id="{6F46B38B-F396-1046-A6EF-5FCCA0D99DFC}"/>
              </a:ext>
            </a:extLst>
          </p:cNvPr>
          <p:cNvSpPr txBox="1">
            <a:spLocks/>
          </p:cNvSpPr>
          <p:nvPr userDrawn="1"/>
        </p:nvSpPr>
        <p:spPr>
          <a:xfrm>
            <a:off x="11158634" y="6382413"/>
            <a:ext cx="460059" cy="21495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4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9737D-88D3-4F40-A281-A12720D62BD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348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pic>
        <p:nvPicPr>
          <p:cNvPr id="3" name="Picture 18">
            <a:extLst>
              <a:ext uri="{FF2B5EF4-FFF2-40B4-BE49-F238E27FC236}">
                <a16:creationId xmlns:a16="http://schemas.microsoft.com/office/drawing/2014/main" id="{E92CC790-3434-799A-5951-065899FA843F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9456838" y="296663"/>
            <a:ext cx="2147787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650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0" r:id="rId2"/>
    <p:sldLayoutId id="2147483861" r:id="rId3"/>
    <p:sldLayoutId id="2147483691" r:id="rId4"/>
    <p:sldLayoutId id="2147483695" r:id="rId5"/>
    <p:sldLayoutId id="2147483694" r:id="rId6"/>
    <p:sldLayoutId id="2147483686" r:id="rId7"/>
    <p:sldLayoutId id="2147483692" r:id="rId8"/>
    <p:sldLayoutId id="2147483696" r:id="rId9"/>
    <p:sldLayoutId id="2147483698" r:id="rId10"/>
    <p:sldLayoutId id="2147483697" r:id="rId11"/>
    <p:sldLayoutId id="2147483693" r:id="rId12"/>
    <p:sldLayoutId id="2147483879" r:id="rId13"/>
  </p:sldLayoutIdLst>
  <p:txStyles>
    <p:titleStyle>
      <a:lvl1pPr algn="l" defTabSz="1042690" rtl="0" eaLnBrk="1" latinLnBrk="0" hangingPunct="1">
        <a:lnSpc>
          <a:spcPct val="90000"/>
        </a:lnSpc>
        <a:spcBef>
          <a:spcPct val="0"/>
        </a:spcBef>
        <a:buNone/>
        <a:defRPr sz="50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673" indent="-260673" algn="l" defTabSz="1042690" rtl="0" eaLnBrk="1" latinLnBrk="0" hangingPunct="1">
        <a:lnSpc>
          <a:spcPct val="90000"/>
        </a:lnSpc>
        <a:spcBef>
          <a:spcPts val="1140"/>
        </a:spcBef>
        <a:buFont typeface="Arial" panose="020B0604020202020204" pitchFamily="34" charset="0"/>
        <a:buChar char="•"/>
        <a:defRPr sz="3193" kern="1200">
          <a:solidFill>
            <a:schemeClr val="tx1"/>
          </a:solidFill>
          <a:latin typeface="+mn-lt"/>
          <a:ea typeface="+mn-ea"/>
          <a:cs typeface="+mn-cs"/>
        </a:defRPr>
      </a:lvl1pPr>
      <a:lvl2pPr marL="78201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37" kern="1200">
          <a:solidFill>
            <a:schemeClr val="tx1"/>
          </a:solidFill>
          <a:latin typeface="+mn-lt"/>
          <a:ea typeface="+mn-ea"/>
          <a:cs typeface="+mn-cs"/>
        </a:defRPr>
      </a:lvl2pPr>
      <a:lvl3pPr marL="130336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281" kern="1200">
          <a:solidFill>
            <a:schemeClr val="tx1"/>
          </a:solidFill>
          <a:latin typeface="+mn-lt"/>
          <a:ea typeface="+mn-ea"/>
          <a:cs typeface="+mn-cs"/>
        </a:defRPr>
      </a:lvl3pPr>
      <a:lvl4pPr marL="182470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34605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86739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38874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910089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43143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2134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2pPr>
      <a:lvl3pPr marL="104269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3pPr>
      <a:lvl4pPr marL="156403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08538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60672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12807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64941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17076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 userDrawn="1">
          <p15:clr>
            <a:srgbClr val="F26B43"/>
          </p15:clr>
        </p15:guide>
        <p15:guide id="2" pos="824" userDrawn="1">
          <p15:clr>
            <a:srgbClr val="F26B43"/>
          </p15:clr>
        </p15:guide>
        <p15:guide id="3" pos="960" userDrawn="1">
          <p15:clr>
            <a:srgbClr val="F26B43"/>
          </p15:clr>
        </p15:guide>
        <p15:guide id="4" pos="1413" userDrawn="1">
          <p15:clr>
            <a:srgbClr val="F26B43"/>
          </p15:clr>
        </p15:guide>
        <p15:guide id="5" pos="1549" userDrawn="1">
          <p15:clr>
            <a:srgbClr val="F26B43"/>
          </p15:clr>
        </p15:guide>
        <p15:guide id="6" pos="2003" userDrawn="1">
          <p15:clr>
            <a:srgbClr val="F26B43"/>
          </p15:clr>
        </p15:guide>
        <p15:guide id="7" pos="2139" userDrawn="1">
          <p15:clr>
            <a:srgbClr val="F26B43"/>
          </p15:clr>
        </p15:guide>
        <p15:guide id="8" pos="2593" userDrawn="1">
          <p15:clr>
            <a:srgbClr val="F26B43"/>
          </p15:clr>
        </p15:guide>
        <p15:guide id="9" pos="2729" userDrawn="1">
          <p15:clr>
            <a:srgbClr val="F26B43"/>
          </p15:clr>
        </p15:guide>
        <p15:guide id="10" pos="3182" userDrawn="1">
          <p15:clr>
            <a:srgbClr val="F26B43"/>
          </p15:clr>
        </p15:guide>
        <p15:guide id="11" pos="3318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4362" userDrawn="1">
          <p15:clr>
            <a:srgbClr val="F26B43"/>
          </p15:clr>
        </p15:guide>
        <p15:guide id="15" pos="4498" userDrawn="1">
          <p15:clr>
            <a:srgbClr val="F26B43"/>
          </p15:clr>
        </p15:guide>
        <p15:guide id="16" pos="4952" userDrawn="1">
          <p15:clr>
            <a:srgbClr val="F26B43"/>
          </p15:clr>
        </p15:guide>
        <p15:guide id="17" pos="5087" userDrawn="1">
          <p15:clr>
            <a:srgbClr val="F26B43"/>
          </p15:clr>
        </p15:guide>
        <p15:guide id="18" pos="5541" userDrawn="1">
          <p15:clr>
            <a:srgbClr val="F26B43"/>
          </p15:clr>
        </p15:guide>
        <p15:guide id="19" pos="5676" userDrawn="1">
          <p15:clr>
            <a:srgbClr val="F26B43"/>
          </p15:clr>
        </p15:guide>
        <p15:guide id="20" pos="6131" userDrawn="1">
          <p15:clr>
            <a:srgbClr val="F26B43"/>
          </p15:clr>
        </p15:guide>
        <p15:guide id="21" pos="6267" userDrawn="1">
          <p15:clr>
            <a:srgbClr val="F26B43"/>
          </p15:clr>
        </p15:guide>
        <p15:guide id="22" pos="6720" userDrawn="1">
          <p15:clr>
            <a:srgbClr val="F26B43"/>
          </p15:clr>
        </p15:guide>
        <p15:guide id="23" pos="6856" userDrawn="1">
          <p15:clr>
            <a:srgbClr val="F26B43"/>
          </p15:clr>
        </p15:guide>
        <p15:guide id="24" pos="7310" userDrawn="1">
          <p15:clr>
            <a:srgbClr val="F26B43"/>
          </p15:clr>
        </p15:guide>
        <p15:guide id="25" orient="horz" pos="187" userDrawn="1">
          <p15:clr>
            <a:srgbClr val="F26B43"/>
          </p15:clr>
        </p15:guide>
        <p15:guide id="26" orient="horz" pos="459" userDrawn="1">
          <p15:clr>
            <a:srgbClr val="F26B43"/>
          </p15:clr>
        </p15:guide>
        <p15:guide id="30" orient="horz" pos="864" userDrawn="1">
          <p15:clr>
            <a:srgbClr val="F26B43"/>
          </p15:clr>
        </p15:guide>
        <p15:guide id="33" orient="horz" pos="1003" userDrawn="1">
          <p15:clr>
            <a:srgbClr val="F26B43"/>
          </p15:clr>
        </p15:guide>
        <p15:guide id="34" orient="horz" pos="1275" userDrawn="1">
          <p15:clr>
            <a:srgbClr val="F26B43"/>
          </p15:clr>
        </p15:guide>
        <p15:guide id="36" orient="horz" pos="595" userDrawn="1">
          <p15:clr>
            <a:srgbClr val="F26B43"/>
          </p15:clr>
        </p15:guide>
        <p15:guide id="37" orient="horz" pos="731" userDrawn="1">
          <p15:clr>
            <a:srgbClr val="F26B43"/>
          </p15:clr>
        </p15:guide>
        <p15:guide id="38" orient="horz" pos="1684" userDrawn="1">
          <p15:clr>
            <a:srgbClr val="F26B43"/>
          </p15:clr>
        </p15:guide>
        <p15:guide id="39" orient="horz" pos="1412" userDrawn="1">
          <p15:clr>
            <a:srgbClr val="F26B43"/>
          </p15:clr>
        </p15:guide>
        <p15:guide id="40" orient="horz" pos="1548" userDrawn="1">
          <p15:clr>
            <a:srgbClr val="F26B43"/>
          </p15:clr>
        </p15:guide>
        <p15:guide id="41" orient="horz" pos="1139" userDrawn="1">
          <p15:clr>
            <a:srgbClr val="F26B43"/>
          </p15:clr>
        </p15:guide>
        <p15:guide id="42" orient="horz" pos="2092" userDrawn="1">
          <p15:clr>
            <a:srgbClr val="F26B43"/>
          </p15:clr>
        </p15:guide>
        <p15:guide id="43" orient="horz" pos="1820" userDrawn="1">
          <p15:clr>
            <a:srgbClr val="F26B43"/>
          </p15:clr>
        </p15:guide>
        <p15:guide id="44" orient="horz" pos="2364" userDrawn="1">
          <p15:clr>
            <a:srgbClr val="F26B43"/>
          </p15:clr>
        </p15:guide>
        <p15:guide id="45" orient="horz" pos="1956" userDrawn="1">
          <p15:clr>
            <a:srgbClr val="F26B43"/>
          </p15:clr>
        </p15:guide>
        <p15:guide id="46" orient="horz" pos="2500" userDrawn="1">
          <p15:clr>
            <a:srgbClr val="F26B43"/>
          </p15:clr>
        </p15:guide>
        <p15:guide id="47" orient="horz" pos="2228" userDrawn="1">
          <p15:clr>
            <a:srgbClr val="F26B43"/>
          </p15:clr>
        </p15:guide>
        <p15:guide id="48" orient="horz" pos="2636" userDrawn="1">
          <p15:clr>
            <a:srgbClr val="F26B43"/>
          </p15:clr>
        </p15:guide>
        <p15:guide id="49" orient="horz" pos="2772" userDrawn="1">
          <p15:clr>
            <a:srgbClr val="F26B43"/>
          </p15:clr>
        </p15:guide>
        <p15:guide id="50" orient="horz" pos="2908" userDrawn="1">
          <p15:clr>
            <a:srgbClr val="F26B43"/>
          </p15:clr>
        </p15:guide>
        <p15:guide id="51" orient="horz" pos="3045" userDrawn="1">
          <p15:clr>
            <a:srgbClr val="F26B43"/>
          </p15:clr>
        </p15:guide>
        <p15:guide id="52" orient="horz" pos="3181" userDrawn="1">
          <p15:clr>
            <a:srgbClr val="F26B43"/>
          </p15:clr>
        </p15:guide>
        <p15:guide id="53" orient="horz" pos="3317" userDrawn="1">
          <p15:clr>
            <a:srgbClr val="F26B43"/>
          </p15:clr>
        </p15:guide>
        <p15:guide id="55" orient="horz" pos="3453" userDrawn="1">
          <p15:clr>
            <a:srgbClr val="F26B43"/>
          </p15:clr>
        </p15:guide>
        <p15:guide id="57" orient="horz" pos="3589" userDrawn="1">
          <p15:clr>
            <a:srgbClr val="F26B43"/>
          </p15:clr>
        </p15:guide>
        <p15:guide id="58" orient="horz" pos="3725" userDrawn="1">
          <p15:clr>
            <a:srgbClr val="F26B43"/>
          </p15:clr>
        </p15:guide>
        <p15:guide id="59" orient="horz" pos="3861" userDrawn="1">
          <p15:clr>
            <a:srgbClr val="F26B43"/>
          </p15:clr>
        </p15:guide>
        <p15:guide id="60" orient="horz" pos="3997" userDrawn="1">
          <p15:clr>
            <a:srgbClr val="F26B43"/>
          </p15:clr>
        </p15:guide>
        <p15:guide id="61" orient="horz" pos="4133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1">
            <a:extLst>
              <a:ext uri="{FF2B5EF4-FFF2-40B4-BE49-F238E27FC236}">
                <a16:creationId xmlns:a16="http://schemas.microsoft.com/office/drawing/2014/main" id="{6F46B38B-F396-1046-A6EF-5FCCA0D99DFC}"/>
              </a:ext>
            </a:extLst>
          </p:cNvPr>
          <p:cNvSpPr txBox="1">
            <a:spLocks/>
          </p:cNvSpPr>
          <p:nvPr userDrawn="1"/>
        </p:nvSpPr>
        <p:spPr>
          <a:xfrm>
            <a:off x="11158634" y="6382413"/>
            <a:ext cx="460059" cy="21495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4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9737D-88D3-4F40-A281-A12720D62BD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348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B0191ADC-3EF3-FF88-B6C8-CC4E4D014779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rcRect/>
          <a:stretch/>
        </p:blipFill>
        <p:spPr>
          <a:xfrm>
            <a:off x="9456838" y="296663"/>
            <a:ext cx="2147787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960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43" r:id="rId7"/>
    <p:sldLayoutId id="2147483742" r:id="rId8"/>
    <p:sldLayoutId id="2147483744" r:id="rId9"/>
    <p:sldLayoutId id="2147483745" r:id="rId10"/>
  </p:sldLayoutIdLst>
  <p:txStyles>
    <p:titleStyle>
      <a:lvl1pPr algn="l" defTabSz="1042690" rtl="0" eaLnBrk="1" latinLnBrk="0" hangingPunct="1">
        <a:lnSpc>
          <a:spcPct val="90000"/>
        </a:lnSpc>
        <a:spcBef>
          <a:spcPct val="0"/>
        </a:spcBef>
        <a:buNone/>
        <a:defRPr sz="50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673" indent="-260673" algn="l" defTabSz="1042690" rtl="0" eaLnBrk="1" latinLnBrk="0" hangingPunct="1">
        <a:lnSpc>
          <a:spcPct val="90000"/>
        </a:lnSpc>
        <a:spcBef>
          <a:spcPts val="1140"/>
        </a:spcBef>
        <a:buFont typeface="Arial" panose="020B0604020202020204" pitchFamily="34" charset="0"/>
        <a:buChar char="•"/>
        <a:defRPr sz="3193" kern="1200">
          <a:solidFill>
            <a:schemeClr val="tx1"/>
          </a:solidFill>
          <a:latin typeface="+mn-lt"/>
          <a:ea typeface="+mn-ea"/>
          <a:cs typeface="+mn-cs"/>
        </a:defRPr>
      </a:lvl1pPr>
      <a:lvl2pPr marL="78201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37" kern="1200">
          <a:solidFill>
            <a:schemeClr val="tx1"/>
          </a:solidFill>
          <a:latin typeface="+mn-lt"/>
          <a:ea typeface="+mn-ea"/>
          <a:cs typeface="+mn-cs"/>
        </a:defRPr>
      </a:lvl2pPr>
      <a:lvl3pPr marL="130336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281" kern="1200">
          <a:solidFill>
            <a:schemeClr val="tx1"/>
          </a:solidFill>
          <a:latin typeface="+mn-lt"/>
          <a:ea typeface="+mn-ea"/>
          <a:cs typeface="+mn-cs"/>
        </a:defRPr>
      </a:lvl3pPr>
      <a:lvl4pPr marL="182470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34605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86739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38874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910089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43143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2134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2pPr>
      <a:lvl3pPr marL="104269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3pPr>
      <a:lvl4pPr marL="156403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08538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60672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12807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64941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17076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 userDrawn="1">
          <p15:clr>
            <a:srgbClr val="F26B43"/>
          </p15:clr>
        </p15:guide>
        <p15:guide id="2" pos="824" userDrawn="1">
          <p15:clr>
            <a:srgbClr val="F26B43"/>
          </p15:clr>
        </p15:guide>
        <p15:guide id="3" pos="960" userDrawn="1">
          <p15:clr>
            <a:srgbClr val="F26B43"/>
          </p15:clr>
        </p15:guide>
        <p15:guide id="4" pos="1413" userDrawn="1">
          <p15:clr>
            <a:srgbClr val="F26B43"/>
          </p15:clr>
        </p15:guide>
        <p15:guide id="5" pos="1549" userDrawn="1">
          <p15:clr>
            <a:srgbClr val="F26B43"/>
          </p15:clr>
        </p15:guide>
        <p15:guide id="6" pos="2003" userDrawn="1">
          <p15:clr>
            <a:srgbClr val="F26B43"/>
          </p15:clr>
        </p15:guide>
        <p15:guide id="7" pos="2139" userDrawn="1">
          <p15:clr>
            <a:srgbClr val="F26B43"/>
          </p15:clr>
        </p15:guide>
        <p15:guide id="8" pos="2593" userDrawn="1">
          <p15:clr>
            <a:srgbClr val="F26B43"/>
          </p15:clr>
        </p15:guide>
        <p15:guide id="9" pos="2729" userDrawn="1">
          <p15:clr>
            <a:srgbClr val="F26B43"/>
          </p15:clr>
        </p15:guide>
        <p15:guide id="10" pos="3182" userDrawn="1">
          <p15:clr>
            <a:srgbClr val="F26B43"/>
          </p15:clr>
        </p15:guide>
        <p15:guide id="11" pos="3318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4362" userDrawn="1">
          <p15:clr>
            <a:srgbClr val="F26B43"/>
          </p15:clr>
        </p15:guide>
        <p15:guide id="15" pos="4498" userDrawn="1">
          <p15:clr>
            <a:srgbClr val="F26B43"/>
          </p15:clr>
        </p15:guide>
        <p15:guide id="16" pos="4952" userDrawn="1">
          <p15:clr>
            <a:srgbClr val="F26B43"/>
          </p15:clr>
        </p15:guide>
        <p15:guide id="17" pos="5087" userDrawn="1">
          <p15:clr>
            <a:srgbClr val="F26B43"/>
          </p15:clr>
        </p15:guide>
        <p15:guide id="18" pos="5541" userDrawn="1">
          <p15:clr>
            <a:srgbClr val="F26B43"/>
          </p15:clr>
        </p15:guide>
        <p15:guide id="19" pos="5676" userDrawn="1">
          <p15:clr>
            <a:srgbClr val="F26B43"/>
          </p15:clr>
        </p15:guide>
        <p15:guide id="20" pos="6131" userDrawn="1">
          <p15:clr>
            <a:srgbClr val="F26B43"/>
          </p15:clr>
        </p15:guide>
        <p15:guide id="21" pos="6267" userDrawn="1">
          <p15:clr>
            <a:srgbClr val="F26B43"/>
          </p15:clr>
        </p15:guide>
        <p15:guide id="22" pos="6720" userDrawn="1">
          <p15:clr>
            <a:srgbClr val="F26B43"/>
          </p15:clr>
        </p15:guide>
        <p15:guide id="23" pos="6856" userDrawn="1">
          <p15:clr>
            <a:srgbClr val="F26B43"/>
          </p15:clr>
        </p15:guide>
        <p15:guide id="24" pos="7310" userDrawn="1">
          <p15:clr>
            <a:srgbClr val="F26B43"/>
          </p15:clr>
        </p15:guide>
        <p15:guide id="25" orient="horz" pos="187" userDrawn="1">
          <p15:clr>
            <a:srgbClr val="F26B43"/>
          </p15:clr>
        </p15:guide>
        <p15:guide id="26" orient="horz" pos="459" userDrawn="1">
          <p15:clr>
            <a:srgbClr val="F26B43"/>
          </p15:clr>
        </p15:guide>
        <p15:guide id="30" orient="horz" pos="864" userDrawn="1">
          <p15:clr>
            <a:srgbClr val="F26B43"/>
          </p15:clr>
        </p15:guide>
        <p15:guide id="33" orient="horz" pos="1003" userDrawn="1">
          <p15:clr>
            <a:srgbClr val="F26B43"/>
          </p15:clr>
        </p15:guide>
        <p15:guide id="34" orient="horz" pos="1275" userDrawn="1">
          <p15:clr>
            <a:srgbClr val="F26B43"/>
          </p15:clr>
        </p15:guide>
        <p15:guide id="36" orient="horz" pos="595" userDrawn="1">
          <p15:clr>
            <a:srgbClr val="F26B43"/>
          </p15:clr>
        </p15:guide>
        <p15:guide id="37" orient="horz" pos="731" userDrawn="1">
          <p15:clr>
            <a:srgbClr val="F26B43"/>
          </p15:clr>
        </p15:guide>
        <p15:guide id="38" orient="horz" pos="1684" userDrawn="1">
          <p15:clr>
            <a:srgbClr val="F26B43"/>
          </p15:clr>
        </p15:guide>
        <p15:guide id="39" orient="horz" pos="1412" userDrawn="1">
          <p15:clr>
            <a:srgbClr val="F26B43"/>
          </p15:clr>
        </p15:guide>
        <p15:guide id="40" orient="horz" pos="1548" userDrawn="1">
          <p15:clr>
            <a:srgbClr val="F26B43"/>
          </p15:clr>
        </p15:guide>
        <p15:guide id="41" orient="horz" pos="1139" userDrawn="1">
          <p15:clr>
            <a:srgbClr val="F26B43"/>
          </p15:clr>
        </p15:guide>
        <p15:guide id="42" orient="horz" pos="2092" userDrawn="1">
          <p15:clr>
            <a:srgbClr val="F26B43"/>
          </p15:clr>
        </p15:guide>
        <p15:guide id="43" orient="horz" pos="1820" userDrawn="1">
          <p15:clr>
            <a:srgbClr val="F26B43"/>
          </p15:clr>
        </p15:guide>
        <p15:guide id="44" orient="horz" pos="2364" userDrawn="1">
          <p15:clr>
            <a:srgbClr val="F26B43"/>
          </p15:clr>
        </p15:guide>
        <p15:guide id="45" orient="horz" pos="1956" userDrawn="1">
          <p15:clr>
            <a:srgbClr val="F26B43"/>
          </p15:clr>
        </p15:guide>
        <p15:guide id="46" orient="horz" pos="2500" userDrawn="1">
          <p15:clr>
            <a:srgbClr val="F26B43"/>
          </p15:clr>
        </p15:guide>
        <p15:guide id="47" orient="horz" pos="2228" userDrawn="1">
          <p15:clr>
            <a:srgbClr val="F26B43"/>
          </p15:clr>
        </p15:guide>
        <p15:guide id="48" orient="horz" pos="2636" userDrawn="1">
          <p15:clr>
            <a:srgbClr val="F26B43"/>
          </p15:clr>
        </p15:guide>
        <p15:guide id="49" orient="horz" pos="2772" userDrawn="1">
          <p15:clr>
            <a:srgbClr val="F26B43"/>
          </p15:clr>
        </p15:guide>
        <p15:guide id="50" orient="horz" pos="2908" userDrawn="1">
          <p15:clr>
            <a:srgbClr val="F26B43"/>
          </p15:clr>
        </p15:guide>
        <p15:guide id="51" orient="horz" pos="3045" userDrawn="1">
          <p15:clr>
            <a:srgbClr val="F26B43"/>
          </p15:clr>
        </p15:guide>
        <p15:guide id="52" orient="horz" pos="3181" userDrawn="1">
          <p15:clr>
            <a:srgbClr val="F26B43"/>
          </p15:clr>
        </p15:guide>
        <p15:guide id="53" orient="horz" pos="3317" userDrawn="1">
          <p15:clr>
            <a:srgbClr val="F26B43"/>
          </p15:clr>
        </p15:guide>
        <p15:guide id="55" orient="horz" pos="3453" userDrawn="1">
          <p15:clr>
            <a:srgbClr val="F26B43"/>
          </p15:clr>
        </p15:guide>
        <p15:guide id="57" orient="horz" pos="3589" userDrawn="1">
          <p15:clr>
            <a:srgbClr val="F26B43"/>
          </p15:clr>
        </p15:guide>
        <p15:guide id="58" orient="horz" pos="3725" userDrawn="1">
          <p15:clr>
            <a:srgbClr val="F26B43"/>
          </p15:clr>
        </p15:guide>
        <p15:guide id="59" orient="horz" pos="3861" userDrawn="1">
          <p15:clr>
            <a:srgbClr val="F26B43"/>
          </p15:clr>
        </p15:guide>
        <p15:guide id="60" orient="horz" pos="3997" userDrawn="1">
          <p15:clr>
            <a:srgbClr val="F26B43"/>
          </p15:clr>
        </p15:guide>
        <p15:guide id="61" orient="horz" pos="4133" userDrawn="1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1">
            <a:extLst>
              <a:ext uri="{FF2B5EF4-FFF2-40B4-BE49-F238E27FC236}">
                <a16:creationId xmlns:a16="http://schemas.microsoft.com/office/drawing/2014/main" id="{6F46B38B-F396-1046-A6EF-5FCCA0D99DFC}"/>
              </a:ext>
            </a:extLst>
          </p:cNvPr>
          <p:cNvSpPr txBox="1">
            <a:spLocks/>
          </p:cNvSpPr>
          <p:nvPr userDrawn="1"/>
        </p:nvSpPr>
        <p:spPr>
          <a:xfrm>
            <a:off x="11158634" y="6382413"/>
            <a:ext cx="460059" cy="21495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4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9737D-88D3-4F40-A281-A12720D62BD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348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B34B1C4A-B25F-DC53-B801-26154093363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9456838" y="296663"/>
            <a:ext cx="2147787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083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28" r:id="rId2"/>
    <p:sldLayoutId id="2147483731" r:id="rId3"/>
    <p:sldLayoutId id="2147483735" r:id="rId4"/>
    <p:sldLayoutId id="2147483734" r:id="rId5"/>
    <p:sldLayoutId id="2147483771" r:id="rId6"/>
  </p:sldLayoutIdLst>
  <p:txStyles>
    <p:titleStyle>
      <a:lvl1pPr algn="l" defTabSz="1042690" rtl="0" eaLnBrk="1" latinLnBrk="0" hangingPunct="1">
        <a:lnSpc>
          <a:spcPct val="90000"/>
        </a:lnSpc>
        <a:spcBef>
          <a:spcPct val="0"/>
        </a:spcBef>
        <a:buNone/>
        <a:defRPr sz="50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673" indent="-260673" algn="l" defTabSz="1042690" rtl="0" eaLnBrk="1" latinLnBrk="0" hangingPunct="1">
        <a:lnSpc>
          <a:spcPct val="90000"/>
        </a:lnSpc>
        <a:spcBef>
          <a:spcPts val="1140"/>
        </a:spcBef>
        <a:buFont typeface="Arial" panose="020B0604020202020204" pitchFamily="34" charset="0"/>
        <a:buChar char="•"/>
        <a:defRPr sz="3193" kern="1200">
          <a:solidFill>
            <a:schemeClr val="tx1"/>
          </a:solidFill>
          <a:latin typeface="+mn-lt"/>
          <a:ea typeface="+mn-ea"/>
          <a:cs typeface="+mn-cs"/>
        </a:defRPr>
      </a:lvl1pPr>
      <a:lvl2pPr marL="78201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37" kern="1200">
          <a:solidFill>
            <a:schemeClr val="tx1"/>
          </a:solidFill>
          <a:latin typeface="+mn-lt"/>
          <a:ea typeface="+mn-ea"/>
          <a:cs typeface="+mn-cs"/>
        </a:defRPr>
      </a:lvl2pPr>
      <a:lvl3pPr marL="130336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281" kern="1200">
          <a:solidFill>
            <a:schemeClr val="tx1"/>
          </a:solidFill>
          <a:latin typeface="+mn-lt"/>
          <a:ea typeface="+mn-ea"/>
          <a:cs typeface="+mn-cs"/>
        </a:defRPr>
      </a:lvl3pPr>
      <a:lvl4pPr marL="182470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34605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86739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38874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910089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43143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2134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2pPr>
      <a:lvl3pPr marL="104269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3pPr>
      <a:lvl4pPr marL="156403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08538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60672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12807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64941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17076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 userDrawn="1">
          <p15:clr>
            <a:srgbClr val="F26B43"/>
          </p15:clr>
        </p15:guide>
        <p15:guide id="2" pos="824" userDrawn="1">
          <p15:clr>
            <a:srgbClr val="F26B43"/>
          </p15:clr>
        </p15:guide>
        <p15:guide id="3" pos="960" userDrawn="1">
          <p15:clr>
            <a:srgbClr val="F26B43"/>
          </p15:clr>
        </p15:guide>
        <p15:guide id="4" pos="1413" userDrawn="1">
          <p15:clr>
            <a:srgbClr val="F26B43"/>
          </p15:clr>
        </p15:guide>
        <p15:guide id="5" pos="1549" userDrawn="1">
          <p15:clr>
            <a:srgbClr val="F26B43"/>
          </p15:clr>
        </p15:guide>
        <p15:guide id="6" pos="2003" userDrawn="1">
          <p15:clr>
            <a:srgbClr val="F26B43"/>
          </p15:clr>
        </p15:guide>
        <p15:guide id="7" pos="2139" userDrawn="1">
          <p15:clr>
            <a:srgbClr val="F26B43"/>
          </p15:clr>
        </p15:guide>
        <p15:guide id="8" pos="2593" userDrawn="1">
          <p15:clr>
            <a:srgbClr val="F26B43"/>
          </p15:clr>
        </p15:guide>
        <p15:guide id="9" pos="2729" userDrawn="1">
          <p15:clr>
            <a:srgbClr val="F26B43"/>
          </p15:clr>
        </p15:guide>
        <p15:guide id="10" pos="3182" userDrawn="1">
          <p15:clr>
            <a:srgbClr val="F26B43"/>
          </p15:clr>
        </p15:guide>
        <p15:guide id="11" pos="3318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4362" userDrawn="1">
          <p15:clr>
            <a:srgbClr val="F26B43"/>
          </p15:clr>
        </p15:guide>
        <p15:guide id="15" pos="4498" userDrawn="1">
          <p15:clr>
            <a:srgbClr val="F26B43"/>
          </p15:clr>
        </p15:guide>
        <p15:guide id="16" pos="4952" userDrawn="1">
          <p15:clr>
            <a:srgbClr val="F26B43"/>
          </p15:clr>
        </p15:guide>
        <p15:guide id="17" pos="5087" userDrawn="1">
          <p15:clr>
            <a:srgbClr val="F26B43"/>
          </p15:clr>
        </p15:guide>
        <p15:guide id="18" pos="5541" userDrawn="1">
          <p15:clr>
            <a:srgbClr val="F26B43"/>
          </p15:clr>
        </p15:guide>
        <p15:guide id="19" pos="5676" userDrawn="1">
          <p15:clr>
            <a:srgbClr val="F26B43"/>
          </p15:clr>
        </p15:guide>
        <p15:guide id="20" pos="6131" userDrawn="1">
          <p15:clr>
            <a:srgbClr val="F26B43"/>
          </p15:clr>
        </p15:guide>
        <p15:guide id="21" pos="6267" userDrawn="1">
          <p15:clr>
            <a:srgbClr val="F26B43"/>
          </p15:clr>
        </p15:guide>
        <p15:guide id="22" pos="6720" userDrawn="1">
          <p15:clr>
            <a:srgbClr val="F26B43"/>
          </p15:clr>
        </p15:guide>
        <p15:guide id="23" pos="6856" userDrawn="1">
          <p15:clr>
            <a:srgbClr val="F26B43"/>
          </p15:clr>
        </p15:guide>
        <p15:guide id="24" pos="7310" userDrawn="1">
          <p15:clr>
            <a:srgbClr val="F26B43"/>
          </p15:clr>
        </p15:guide>
        <p15:guide id="25" orient="horz" pos="187" userDrawn="1">
          <p15:clr>
            <a:srgbClr val="F26B43"/>
          </p15:clr>
        </p15:guide>
        <p15:guide id="26" orient="horz" pos="459" userDrawn="1">
          <p15:clr>
            <a:srgbClr val="F26B43"/>
          </p15:clr>
        </p15:guide>
        <p15:guide id="30" orient="horz" pos="845" userDrawn="1">
          <p15:clr>
            <a:srgbClr val="F26B43"/>
          </p15:clr>
        </p15:guide>
        <p15:guide id="33" orient="horz" pos="1003" userDrawn="1">
          <p15:clr>
            <a:srgbClr val="F26B43"/>
          </p15:clr>
        </p15:guide>
        <p15:guide id="34" orient="horz" pos="1275" userDrawn="1">
          <p15:clr>
            <a:srgbClr val="F26B43"/>
          </p15:clr>
        </p15:guide>
        <p15:guide id="36" orient="horz" pos="595" userDrawn="1">
          <p15:clr>
            <a:srgbClr val="F26B43"/>
          </p15:clr>
        </p15:guide>
        <p15:guide id="37" orient="horz" pos="731" userDrawn="1">
          <p15:clr>
            <a:srgbClr val="F26B43"/>
          </p15:clr>
        </p15:guide>
        <p15:guide id="38" orient="horz" pos="1684" userDrawn="1">
          <p15:clr>
            <a:srgbClr val="F26B43"/>
          </p15:clr>
        </p15:guide>
        <p15:guide id="39" orient="horz" pos="1412" userDrawn="1">
          <p15:clr>
            <a:srgbClr val="F26B43"/>
          </p15:clr>
        </p15:guide>
        <p15:guide id="40" orient="horz" pos="1548" userDrawn="1">
          <p15:clr>
            <a:srgbClr val="F26B43"/>
          </p15:clr>
        </p15:guide>
        <p15:guide id="41" orient="horz" pos="1139" userDrawn="1">
          <p15:clr>
            <a:srgbClr val="F26B43"/>
          </p15:clr>
        </p15:guide>
        <p15:guide id="42" orient="horz" pos="2092" userDrawn="1">
          <p15:clr>
            <a:srgbClr val="F26B43"/>
          </p15:clr>
        </p15:guide>
        <p15:guide id="43" orient="horz" pos="1820" userDrawn="1">
          <p15:clr>
            <a:srgbClr val="F26B43"/>
          </p15:clr>
        </p15:guide>
        <p15:guide id="44" orient="horz" pos="2364" userDrawn="1">
          <p15:clr>
            <a:srgbClr val="F26B43"/>
          </p15:clr>
        </p15:guide>
        <p15:guide id="45" orient="horz" pos="1956" userDrawn="1">
          <p15:clr>
            <a:srgbClr val="F26B43"/>
          </p15:clr>
        </p15:guide>
        <p15:guide id="46" orient="horz" pos="2500" userDrawn="1">
          <p15:clr>
            <a:srgbClr val="F26B43"/>
          </p15:clr>
        </p15:guide>
        <p15:guide id="47" orient="horz" pos="2228" userDrawn="1">
          <p15:clr>
            <a:srgbClr val="F26B43"/>
          </p15:clr>
        </p15:guide>
        <p15:guide id="48" orient="horz" pos="2636" userDrawn="1">
          <p15:clr>
            <a:srgbClr val="F26B43"/>
          </p15:clr>
        </p15:guide>
        <p15:guide id="49" orient="horz" pos="2772" userDrawn="1">
          <p15:clr>
            <a:srgbClr val="F26B43"/>
          </p15:clr>
        </p15:guide>
        <p15:guide id="50" orient="horz" pos="2908" userDrawn="1">
          <p15:clr>
            <a:srgbClr val="F26B43"/>
          </p15:clr>
        </p15:guide>
        <p15:guide id="51" orient="horz" pos="3045" userDrawn="1">
          <p15:clr>
            <a:srgbClr val="F26B43"/>
          </p15:clr>
        </p15:guide>
        <p15:guide id="52" orient="horz" pos="3181" userDrawn="1">
          <p15:clr>
            <a:srgbClr val="F26B43"/>
          </p15:clr>
        </p15:guide>
        <p15:guide id="53" orient="horz" pos="3317" userDrawn="1">
          <p15:clr>
            <a:srgbClr val="F26B43"/>
          </p15:clr>
        </p15:guide>
        <p15:guide id="55" orient="horz" pos="3453" userDrawn="1">
          <p15:clr>
            <a:srgbClr val="F26B43"/>
          </p15:clr>
        </p15:guide>
        <p15:guide id="57" orient="horz" pos="3589" userDrawn="1">
          <p15:clr>
            <a:srgbClr val="F26B43"/>
          </p15:clr>
        </p15:guide>
        <p15:guide id="58" orient="horz" pos="3725" userDrawn="1">
          <p15:clr>
            <a:srgbClr val="F26B43"/>
          </p15:clr>
        </p15:guide>
        <p15:guide id="59" orient="horz" pos="3861" userDrawn="1">
          <p15:clr>
            <a:srgbClr val="F26B43"/>
          </p15:clr>
        </p15:guide>
        <p15:guide id="60" orient="horz" pos="3997" userDrawn="1">
          <p15:clr>
            <a:srgbClr val="F26B43"/>
          </p15:clr>
        </p15:guide>
        <p15:guide id="61" orient="horz" pos="4133" userDrawn="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1">
            <a:extLst>
              <a:ext uri="{FF2B5EF4-FFF2-40B4-BE49-F238E27FC236}">
                <a16:creationId xmlns:a16="http://schemas.microsoft.com/office/drawing/2014/main" id="{6F46B38B-F396-1046-A6EF-5FCCA0D99DFC}"/>
              </a:ext>
            </a:extLst>
          </p:cNvPr>
          <p:cNvSpPr txBox="1">
            <a:spLocks/>
          </p:cNvSpPr>
          <p:nvPr userDrawn="1"/>
        </p:nvSpPr>
        <p:spPr>
          <a:xfrm>
            <a:off x="11158634" y="6382413"/>
            <a:ext cx="460059" cy="21495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4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9737D-88D3-4F40-A281-A12720D62BD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348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A3AD842F-C451-C88C-C609-F4E9D5425AC4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rcRect/>
          <a:stretch/>
        </p:blipFill>
        <p:spPr>
          <a:xfrm>
            <a:off x="9456838" y="296663"/>
            <a:ext cx="2147787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012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7" r:id="rId2"/>
    <p:sldLayoutId id="2147483760" r:id="rId3"/>
    <p:sldLayoutId id="2147483725" r:id="rId4"/>
    <p:sldLayoutId id="2147483726" r:id="rId5"/>
    <p:sldLayoutId id="2147483759" r:id="rId6"/>
    <p:sldLayoutId id="2147483752" r:id="rId7"/>
    <p:sldLayoutId id="2147483755" r:id="rId8"/>
    <p:sldLayoutId id="2147483716" r:id="rId9"/>
    <p:sldLayoutId id="2147483715" r:id="rId10"/>
    <p:sldLayoutId id="2147483859" r:id="rId11"/>
    <p:sldLayoutId id="2147483717" r:id="rId12"/>
    <p:sldLayoutId id="2147483718" r:id="rId13"/>
    <p:sldLayoutId id="2147483719" r:id="rId14"/>
    <p:sldLayoutId id="2147483754" r:id="rId15"/>
    <p:sldLayoutId id="2147483772" r:id="rId16"/>
    <p:sldLayoutId id="2147483756" r:id="rId17"/>
    <p:sldLayoutId id="2147483768" r:id="rId18"/>
    <p:sldLayoutId id="2147483757" r:id="rId19"/>
    <p:sldLayoutId id="2147483758" r:id="rId20"/>
    <p:sldLayoutId id="2147483769" r:id="rId21"/>
    <p:sldLayoutId id="2147483749" r:id="rId22"/>
  </p:sldLayoutIdLst>
  <p:txStyles>
    <p:titleStyle>
      <a:lvl1pPr algn="l" defTabSz="1042690" rtl="0" eaLnBrk="1" latinLnBrk="0" hangingPunct="1">
        <a:lnSpc>
          <a:spcPct val="90000"/>
        </a:lnSpc>
        <a:spcBef>
          <a:spcPct val="0"/>
        </a:spcBef>
        <a:buNone/>
        <a:defRPr sz="50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673" indent="-260673" algn="l" defTabSz="1042690" rtl="0" eaLnBrk="1" latinLnBrk="0" hangingPunct="1">
        <a:lnSpc>
          <a:spcPct val="90000"/>
        </a:lnSpc>
        <a:spcBef>
          <a:spcPts val="1140"/>
        </a:spcBef>
        <a:buFont typeface="Arial" panose="020B0604020202020204" pitchFamily="34" charset="0"/>
        <a:buChar char="•"/>
        <a:defRPr sz="3193" kern="1200">
          <a:solidFill>
            <a:schemeClr val="tx1"/>
          </a:solidFill>
          <a:latin typeface="+mn-lt"/>
          <a:ea typeface="+mn-ea"/>
          <a:cs typeface="+mn-cs"/>
        </a:defRPr>
      </a:lvl1pPr>
      <a:lvl2pPr marL="78201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37" kern="1200">
          <a:solidFill>
            <a:schemeClr val="tx1"/>
          </a:solidFill>
          <a:latin typeface="+mn-lt"/>
          <a:ea typeface="+mn-ea"/>
          <a:cs typeface="+mn-cs"/>
        </a:defRPr>
      </a:lvl2pPr>
      <a:lvl3pPr marL="130336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281" kern="1200">
          <a:solidFill>
            <a:schemeClr val="tx1"/>
          </a:solidFill>
          <a:latin typeface="+mn-lt"/>
          <a:ea typeface="+mn-ea"/>
          <a:cs typeface="+mn-cs"/>
        </a:defRPr>
      </a:lvl3pPr>
      <a:lvl4pPr marL="182470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34605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86739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38874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910089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43143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2134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2pPr>
      <a:lvl3pPr marL="104269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3pPr>
      <a:lvl4pPr marL="156403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08538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60672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12807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64941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17076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 userDrawn="1">
          <p15:clr>
            <a:srgbClr val="F26B43"/>
          </p15:clr>
        </p15:guide>
        <p15:guide id="2" pos="824" userDrawn="1">
          <p15:clr>
            <a:srgbClr val="F26B43"/>
          </p15:clr>
        </p15:guide>
        <p15:guide id="3" pos="960" userDrawn="1">
          <p15:clr>
            <a:srgbClr val="F26B43"/>
          </p15:clr>
        </p15:guide>
        <p15:guide id="4" pos="1413" userDrawn="1">
          <p15:clr>
            <a:srgbClr val="F26B43"/>
          </p15:clr>
        </p15:guide>
        <p15:guide id="5" pos="1549" userDrawn="1">
          <p15:clr>
            <a:srgbClr val="F26B43"/>
          </p15:clr>
        </p15:guide>
        <p15:guide id="6" pos="2003" userDrawn="1">
          <p15:clr>
            <a:srgbClr val="F26B43"/>
          </p15:clr>
        </p15:guide>
        <p15:guide id="7" pos="2139" userDrawn="1">
          <p15:clr>
            <a:srgbClr val="F26B43"/>
          </p15:clr>
        </p15:guide>
        <p15:guide id="8" pos="2593" userDrawn="1">
          <p15:clr>
            <a:srgbClr val="F26B43"/>
          </p15:clr>
        </p15:guide>
        <p15:guide id="9" pos="2729" userDrawn="1">
          <p15:clr>
            <a:srgbClr val="F26B43"/>
          </p15:clr>
        </p15:guide>
        <p15:guide id="10" pos="3182" userDrawn="1">
          <p15:clr>
            <a:srgbClr val="F26B43"/>
          </p15:clr>
        </p15:guide>
        <p15:guide id="11" pos="3318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4362" userDrawn="1">
          <p15:clr>
            <a:srgbClr val="F26B43"/>
          </p15:clr>
        </p15:guide>
        <p15:guide id="15" pos="4498" userDrawn="1">
          <p15:clr>
            <a:srgbClr val="F26B43"/>
          </p15:clr>
        </p15:guide>
        <p15:guide id="16" pos="4952" userDrawn="1">
          <p15:clr>
            <a:srgbClr val="F26B43"/>
          </p15:clr>
        </p15:guide>
        <p15:guide id="17" pos="5087" userDrawn="1">
          <p15:clr>
            <a:srgbClr val="F26B43"/>
          </p15:clr>
        </p15:guide>
        <p15:guide id="18" pos="5541" userDrawn="1">
          <p15:clr>
            <a:srgbClr val="F26B43"/>
          </p15:clr>
        </p15:guide>
        <p15:guide id="19" pos="5676" userDrawn="1">
          <p15:clr>
            <a:srgbClr val="F26B43"/>
          </p15:clr>
        </p15:guide>
        <p15:guide id="20" pos="6131" userDrawn="1">
          <p15:clr>
            <a:srgbClr val="F26B43"/>
          </p15:clr>
        </p15:guide>
        <p15:guide id="21" pos="6267" userDrawn="1">
          <p15:clr>
            <a:srgbClr val="F26B43"/>
          </p15:clr>
        </p15:guide>
        <p15:guide id="22" pos="6720" userDrawn="1">
          <p15:clr>
            <a:srgbClr val="F26B43"/>
          </p15:clr>
        </p15:guide>
        <p15:guide id="23" pos="6856" userDrawn="1">
          <p15:clr>
            <a:srgbClr val="F26B43"/>
          </p15:clr>
        </p15:guide>
        <p15:guide id="24" pos="7310" userDrawn="1">
          <p15:clr>
            <a:srgbClr val="F26B43"/>
          </p15:clr>
        </p15:guide>
        <p15:guide id="25" orient="horz" pos="187" userDrawn="1">
          <p15:clr>
            <a:srgbClr val="F26B43"/>
          </p15:clr>
        </p15:guide>
        <p15:guide id="26" orient="horz" pos="459" userDrawn="1">
          <p15:clr>
            <a:srgbClr val="F26B43"/>
          </p15:clr>
        </p15:guide>
        <p15:guide id="30" orient="horz" pos="864" userDrawn="1">
          <p15:clr>
            <a:srgbClr val="F26B43"/>
          </p15:clr>
        </p15:guide>
        <p15:guide id="33" orient="horz" pos="1003" userDrawn="1">
          <p15:clr>
            <a:srgbClr val="F26B43"/>
          </p15:clr>
        </p15:guide>
        <p15:guide id="34" orient="horz" pos="1275" userDrawn="1">
          <p15:clr>
            <a:srgbClr val="F26B43"/>
          </p15:clr>
        </p15:guide>
        <p15:guide id="36" orient="horz" pos="595" userDrawn="1">
          <p15:clr>
            <a:srgbClr val="F26B43"/>
          </p15:clr>
        </p15:guide>
        <p15:guide id="37" orient="horz" pos="731" userDrawn="1">
          <p15:clr>
            <a:srgbClr val="F26B43"/>
          </p15:clr>
        </p15:guide>
        <p15:guide id="38" orient="horz" pos="1684" userDrawn="1">
          <p15:clr>
            <a:srgbClr val="F26B43"/>
          </p15:clr>
        </p15:guide>
        <p15:guide id="39" orient="horz" pos="1412" userDrawn="1">
          <p15:clr>
            <a:srgbClr val="F26B43"/>
          </p15:clr>
        </p15:guide>
        <p15:guide id="40" orient="horz" pos="1548" userDrawn="1">
          <p15:clr>
            <a:srgbClr val="F26B43"/>
          </p15:clr>
        </p15:guide>
        <p15:guide id="41" orient="horz" pos="1139" userDrawn="1">
          <p15:clr>
            <a:srgbClr val="F26B43"/>
          </p15:clr>
        </p15:guide>
        <p15:guide id="42" orient="horz" pos="2092" userDrawn="1">
          <p15:clr>
            <a:srgbClr val="F26B43"/>
          </p15:clr>
        </p15:guide>
        <p15:guide id="43" orient="horz" pos="1820" userDrawn="1">
          <p15:clr>
            <a:srgbClr val="F26B43"/>
          </p15:clr>
        </p15:guide>
        <p15:guide id="44" orient="horz" pos="2364" userDrawn="1">
          <p15:clr>
            <a:srgbClr val="F26B43"/>
          </p15:clr>
        </p15:guide>
        <p15:guide id="45" orient="horz" pos="1956" userDrawn="1">
          <p15:clr>
            <a:srgbClr val="F26B43"/>
          </p15:clr>
        </p15:guide>
        <p15:guide id="46" orient="horz" pos="2500" userDrawn="1">
          <p15:clr>
            <a:srgbClr val="F26B43"/>
          </p15:clr>
        </p15:guide>
        <p15:guide id="47" orient="horz" pos="2228" userDrawn="1">
          <p15:clr>
            <a:srgbClr val="F26B43"/>
          </p15:clr>
        </p15:guide>
        <p15:guide id="48" orient="horz" pos="2636" userDrawn="1">
          <p15:clr>
            <a:srgbClr val="F26B43"/>
          </p15:clr>
        </p15:guide>
        <p15:guide id="49" orient="horz" pos="2772" userDrawn="1">
          <p15:clr>
            <a:srgbClr val="F26B43"/>
          </p15:clr>
        </p15:guide>
        <p15:guide id="50" orient="horz" pos="2908" userDrawn="1">
          <p15:clr>
            <a:srgbClr val="F26B43"/>
          </p15:clr>
        </p15:guide>
        <p15:guide id="51" orient="horz" pos="3045" userDrawn="1">
          <p15:clr>
            <a:srgbClr val="F26B43"/>
          </p15:clr>
        </p15:guide>
        <p15:guide id="52" orient="horz" pos="3181" userDrawn="1">
          <p15:clr>
            <a:srgbClr val="F26B43"/>
          </p15:clr>
        </p15:guide>
        <p15:guide id="53" orient="horz" pos="3317" userDrawn="1">
          <p15:clr>
            <a:srgbClr val="F26B43"/>
          </p15:clr>
        </p15:guide>
        <p15:guide id="55" orient="horz" pos="3453" userDrawn="1">
          <p15:clr>
            <a:srgbClr val="F26B43"/>
          </p15:clr>
        </p15:guide>
        <p15:guide id="57" orient="horz" pos="3589" userDrawn="1">
          <p15:clr>
            <a:srgbClr val="F26B43"/>
          </p15:clr>
        </p15:guide>
        <p15:guide id="58" orient="horz" pos="3725" userDrawn="1">
          <p15:clr>
            <a:srgbClr val="F26B43"/>
          </p15:clr>
        </p15:guide>
        <p15:guide id="59" orient="horz" pos="3861" userDrawn="1">
          <p15:clr>
            <a:srgbClr val="F26B43"/>
          </p15:clr>
        </p15:guide>
        <p15:guide id="60" orient="horz" pos="3997" userDrawn="1">
          <p15:clr>
            <a:srgbClr val="F26B43"/>
          </p15:clr>
        </p15:guide>
        <p15:guide id="61" orient="horz" pos="4133" userDrawn="1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1">
            <a:extLst>
              <a:ext uri="{FF2B5EF4-FFF2-40B4-BE49-F238E27FC236}">
                <a16:creationId xmlns:a16="http://schemas.microsoft.com/office/drawing/2014/main" id="{6F46B38B-F396-1046-A6EF-5FCCA0D99DFC}"/>
              </a:ext>
            </a:extLst>
          </p:cNvPr>
          <p:cNvSpPr txBox="1">
            <a:spLocks/>
          </p:cNvSpPr>
          <p:nvPr userDrawn="1"/>
        </p:nvSpPr>
        <p:spPr>
          <a:xfrm>
            <a:off x="11158634" y="6382413"/>
            <a:ext cx="460059" cy="21495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4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9737D-88D3-4F40-A281-A12720D62BD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348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FD04E43B-A10A-D1D7-B606-0E09549F61C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9456838" y="296663"/>
            <a:ext cx="2147787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407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51" r:id="rId3"/>
    <p:sldLayoutId id="2147483750" r:id="rId4"/>
  </p:sldLayoutIdLst>
  <p:txStyles>
    <p:titleStyle>
      <a:lvl1pPr algn="l" defTabSz="1042690" rtl="0" eaLnBrk="1" latinLnBrk="0" hangingPunct="1">
        <a:lnSpc>
          <a:spcPct val="90000"/>
        </a:lnSpc>
        <a:spcBef>
          <a:spcPct val="0"/>
        </a:spcBef>
        <a:buNone/>
        <a:defRPr sz="50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673" indent="-260673" algn="l" defTabSz="1042690" rtl="0" eaLnBrk="1" latinLnBrk="0" hangingPunct="1">
        <a:lnSpc>
          <a:spcPct val="90000"/>
        </a:lnSpc>
        <a:spcBef>
          <a:spcPts val="1140"/>
        </a:spcBef>
        <a:buFont typeface="Arial" panose="020B0604020202020204" pitchFamily="34" charset="0"/>
        <a:buChar char="•"/>
        <a:defRPr sz="3193" kern="1200">
          <a:solidFill>
            <a:schemeClr val="tx1"/>
          </a:solidFill>
          <a:latin typeface="+mn-lt"/>
          <a:ea typeface="+mn-ea"/>
          <a:cs typeface="+mn-cs"/>
        </a:defRPr>
      </a:lvl1pPr>
      <a:lvl2pPr marL="78201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37" kern="1200">
          <a:solidFill>
            <a:schemeClr val="tx1"/>
          </a:solidFill>
          <a:latin typeface="+mn-lt"/>
          <a:ea typeface="+mn-ea"/>
          <a:cs typeface="+mn-cs"/>
        </a:defRPr>
      </a:lvl2pPr>
      <a:lvl3pPr marL="130336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281" kern="1200">
          <a:solidFill>
            <a:schemeClr val="tx1"/>
          </a:solidFill>
          <a:latin typeface="+mn-lt"/>
          <a:ea typeface="+mn-ea"/>
          <a:cs typeface="+mn-cs"/>
        </a:defRPr>
      </a:lvl3pPr>
      <a:lvl4pPr marL="182470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34605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86739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38874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910089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43143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2134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2pPr>
      <a:lvl3pPr marL="104269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3pPr>
      <a:lvl4pPr marL="156403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08538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60672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12807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64941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17076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 userDrawn="1">
          <p15:clr>
            <a:srgbClr val="F26B43"/>
          </p15:clr>
        </p15:guide>
        <p15:guide id="2" pos="824" userDrawn="1">
          <p15:clr>
            <a:srgbClr val="F26B43"/>
          </p15:clr>
        </p15:guide>
        <p15:guide id="3" pos="960" userDrawn="1">
          <p15:clr>
            <a:srgbClr val="F26B43"/>
          </p15:clr>
        </p15:guide>
        <p15:guide id="4" pos="1413" userDrawn="1">
          <p15:clr>
            <a:srgbClr val="F26B43"/>
          </p15:clr>
        </p15:guide>
        <p15:guide id="5" pos="1549" userDrawn="1">
          <p15:clr>
            <a:srgbClr val="F26B43"/>
          </p15:clr>
        </p15:guide>
        <p15:guide id="6" pos="2003" userDrawn="1">
          <p15:clr>
            <a:srgbClr val="F26B43"/>
          </p15:clr>
        </p15:guide>
        <p15:guide id="7" pos="2139" userDrawn="1">
          <p15:clr>
            <a:srgbClr val="F26B43"/>
          </p15:clr>
        </p15:guide>
        <p15:guide id="8" pos="2593" userDrawn="1">
          <p15:clr>
            <a:srgbClr val="F26B43"/>
          </p15:clr>
        </p15:guide>
        <p15:guide id="9" pos="2729" userDrawn="1">
          <p15:clr>
            <a:srgbClr val="F26B43"/>
          </p15:clr>
        </p15:guide>
        <p15:guide id="10" pos="3182" userDrawn="1">
          <p15:clr>
            <a:srgbClr val="F26B43"/>
          </p15:clr>
        </p15:guide>
        <p15:guide id="11" pos="3318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4362" userDrawn="1">
          <p15:clr>
            <a:srgbClr val="F26B43"/>
          </p15:clr>
        </p15:guide>
        <p15:guide id="15" pos="4498" userDrawn="1">
          <p15:clr>
            <a:srgbClr val="F26B43"/>
          </p15:clr>
        </p15:guide>
        <p15:guide id="16" pos="4952" userDrawn="1">
          <p15:clr>
            <a:srgbClr val="F26B43"/>
          </p15:clr>
        </p15:guide>
        <p15:guide id="17" pos="5087" userDrawn="1">
          <p15:clr>
            <a:srgbClr val="F26B43"/>
          </p15:clr>
        </p15:guide>
        <p15:guide id="18" pos="5541" userDrawn="1">
          <p15:clr>
            <a:srgbClr val="F26B43"/>
          </p15:clr>
        </p15:guide>
        <p15:guide id="19" pos="5676" userDrawn="1">
          <p15:clr>
            <a:srgbClr val="F26B43"/>
          </p15:clr>
        </p15:guide>
        <p15:guide id="20" pos="6131" userDrawn="1">
          <p15:clr>
            <a:srgbClr val="F26B43"/>
          </p15:clr>
        </p15:guide>
        <p15:guide id="21" pos="6267" userDrawn="1">
          <p15:clr>
            <a:srgbClr val="F26B43"/>
          </p15:clr>
        </p15:guide>
        <p15:guide id="22" pos="6720" userDrawn="1">
          <p15:clr>
            <a:srgbClr val="F26B43"/>
          </p15:clr>
        </p15:guide>
        <p15:guide id="23" pos="6856" userDrawn="1">
          <p15:clr>
            <a:srgbClr val="F26B43"/>
          </p15:clr>
        </p15:guide>
        <p15:guide id="24" pos="7310" userDrawn="1">
          <p15:clr>
            <a:srgbClr val="F26B43"/>
          </p15:clr>
        </p15:guide>
        <p15:guide id="25" orient="horz" pos="187" userDrawn="1">
          <p15:clr>
            <a:srgbClr val="F26B43"/>
          </p15:clr>
        </p15:guide>
        <p15:guide id="26" orient="horz" pos="459" userDrawn="1">
          <p15:clr>
            <a:srgbClr val="F26B43"/>
          </p15:clr>
        </p15:guide>
        <p15:guide id="30" orient="horz" pos="864" userDrawn="1">
          <p15:clr>
            <a:srgbClr val="F26B43"/>
          </p15:clr>
        </p15:guide>
        <p15:guide id="33" orient="horz" pos="1003" userDrawn="1">
          <p15:clr>
            <a:srgbClr val="F26B43"/>
          </p15:clr>
        </p15:guide>
        <p15:guide id="34" orient="horz" pos="1275" userDrawn="1">
          <p15:clr>
            <a:srgbClr val="F26B43"/>
          </p15:clr>
        </p15:guide>
        <p15:guide id="36" orient="horz" pos="595" userDrawn="1">
          <p15:clr>
            <a:srgbClr val="F26B43"/>
          </p15:clr>
        </p15:guide>
        <p15:guide id="37" orient="horz" pos="731" userDrawn="1">
          <p15:clr>
            <a:srgbClr val="F26B43"/>
          </p15:clr>
        </p15:guide>
        <p15:guide id="38" orient="horz" pos="1684" userDrawn="1">
          <p15:clr>
            <a:srgbClr val="F26B43"/>
          </p15:clr>
        </p15:guide>
        <p15:guide id="39" orient="horz" pos="1412" userDrawn="1">
          <p15:clr>
            <a:srgbClr val="F26B43"/>
          </p15:clr>
        </p15:guide>
        <p15:guide id="40" orient="horz" pos="1548" userDrawn="1">
          <p15:clr>
            <a:srgbClr val="F26B43"/>
          </p15:clr>
        </p15:guide>
        <p15:guide id="41" orient="horz" pos="1139" userDrawn="1">
          <p15:clr>
            <a:srgbClr val="F26B43"/>
          </p15:clr>
        </p15:guide>
        <p15:guide id="42" orient="horz" pos="2092" userDrawn="1">
          <p15:clr>
            <a:srgbClr val="F26B43"/>
          </p15:clr>
        </p15:guide>
        <p15:guide id="43" orient="horz" pos="1820" userDrawn="1">
          <p15:clr>
            <a:srgbClr val="F26B43"/>
          </p15:clr>
        </p15:guide>
        <p15:guide id="44" orient="horz" pos="2364" userDrawn="1">
          <p15:clr>
            <a:srgbClr val="F26B43"/>
          </p15:clr>
        </p15:guide>
        <p15:guide id="45" orient="horz" pos="1956" userDrawn="1">
          <p15:clr>
            <a:srgbClr val="F26B43"/>
          </p15:clr>
        </p15:guide>
        <p15:guide id="46" orient="horz" pos="2500" userDrawn="1">
          <p15:clr>
            <a:srgbClr val="F26B43"/>
          </p15:clr>
        </p15:guide>
        <p15:guide id="47" orient="horz" pos="2228" userDrawn="1">
          <p15:clr>
            <a:srgbClr val="F26B43"/>
          </p15:clr>
        </p15:guide>
        <p15:guide id="48" orient="horz" pos="2636" userDrawn="1">
          <p15:clr>
            <a:srgbClr val="F26B43"/>
          </p15:clr>
        </p15:guide>
        <p15:guide id="49" orient="horz" pos="2772" userDrawn="1">
          <p15:clr>
            <a:srgbClr val="F26B43"/>
          </p15:clr>
        </p15:guide>
        <p15:guide id="50" orient="horz" pos="2908" userDrawn="1">
          <p15:clr>
            <a:srgbClr val="F26B43"/>
          </p15:clr>
        </p15:guide>
        <p15:guide id="51" orient="horz" pos="3045" userDrawn="1">
          <p15:clr>
            <a:srgbClr val="F26B43"/>
          </p15:clr>
        </p15:guide>
        <p15:guide id="52" orient="horz" pos="3181" userDrawn="1">
          <p15:clr>
            <a:srgbClr val="F26B43"/>
          </p15:clr>
        </p15:guide>
        <p15:guide id="53" orient="horz" pos="3317" userDrawn="1">
          <p15:clr>
            <a:srgbClr val="F26B43"/>
          </p15:clr>
        </p15:guide>
        <p15:guide id="55" orient="horz" pos="3453" userDrawn="1">
          <p15:clr>
            <a:srgbClr val="F26B43"/>
          </p15:clr>
        </p15:guide>
        <p15:guide id="57" orient="horz" pos="3589" userDrawn="1">
          <p15:clr>
            <a:srgbClr val="F26B43"/>
          </p15:clr>
        </p15:guide>
        <p15:guide id="58" orient="horz" pos="3725" userDrawn="1">
          <p15:clr>
            <a:srgbClr val="F26B43"/>
          </p15:clr>
        </p15:guide>
        <p15:guide id="59" orient="horz" pos="3861" userDrawn="1">
          <p15:clr>
            <a:srgbClr val="F26B43"/>
          </p15:clr>
        </p15:guide>
        <p15:guide id="60" orient="horz" pos="3997" userDrawn="1">
          <p15:clr>
            <a:srgbClr val="F26B43"/>
          </p15:clr>
        </p15:guide>
        <p15:guide id="61" orient="horz" pos="4133" userDrawn="1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1">
            <a:extLst>
              <a:ext uri="{FF2B5EF4-FFF2-40B4-BE49-F238E27FC236}">
                <a16:creationId xmlns:a16="http://schemas.microsoft.com/office/drawing/2014/main" id="{6F46B38B-F396-1046-A6EF-5FCCA0D99DFC}"/>
              </a:ext>
            </a:extLst>
          </p:cNvPr>
          <p:cNvSpPr txBox="1">
            <a:spLocks/>
          </p:cNvSpPr>
          <p:nvPr userDrawn="1"/>
        </p:nvSpPr>
        <p:spPr>
          <a:xfrm>
            <a:off x="11158634" y="6382413"/>
            <a:ext cx="460059" cy="21495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4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9737D-88D3-4F40-A281-A12720D62BD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348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1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charset="0"/>
              <a:cs typeface="Arial" charset="0"/>
            </a:endParaRP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B9640D36-A486-F052-8723-F05C6F879D0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9456838" y="296663"/>
            <a:ext cx="2147787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008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762" r:id="rId2"/>
    <p:sldLayoutId id="2147483763" r:id="rId3"/>
    <p:sldLayoutId id="2147483764" r:id="rId4"/>
  </p:sldLayoutIdLst>
  <p:txStyles>
    <p:titleStyle>
      <a:lvl1pPr algn="l" defTabSz="1042690" rtl="0" eaLnBrk="1" latinLnBrk="0" hangingPunct="1">
        <a:lnSpc>
          <a:spcPct val="90000"/>
        </a:lnSpc>
        <a:spcBef>
          <a:spcPct val="0"/>
        </a:spcBef>
        <a:buNone/>
        <a:defRPr sz="50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673" indent="-260673" algn="l" defTabSz="1042690" rtl="0" eaLnBrk="1" latinLnBrk="0" hangingPunct="1">
        <a:lnSpc>
          <a:spcPct val="90000"/>
        </a:lnSpc>
        <a:spcBef>
          <a:spcPts val="1140"/>
        </a:spcBef>
        <a:buFont typeface="Arial" panose="020B0604020202020204" pitchFamily="34" charset="0"/>
        <a:buChar char="•"/>
        <a:defRPr sz="3193" kern="1200">
          <a:solidFill>
            <a:schemeClr val="tx1"/>
          </a:solidFill>
          <a:latin typeface="+mn-lt"/>
          <a:ea typeface="+mn-ea"/>
          <a:cs typeface="+mn-cs"/>
        </a:defRPr>
      </a:lvl1pPr>
      <a:lvl2pPr marL="78201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37" kern="1200">
          <a:solidFill>
            <a:schemeClr val="tx1"/>
          </a:solidFill>
          <a:latin typeface="+mn-lt"/>
          <a:ea typeface="+mn-ea"/>
          <a:cs typeface="+mn-cs"/>
        </a:defRPr>
      </a:lvl2pPr>
      <a:lvl3pPr marL="130336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281" kern="1200">
          <a:solidFill>
            <a:schemeClr val="tx1"/>
          </a:solidFill>
          <a:latin typeface="+mn-lt"/>
          <a:ea typeface="+mn-ea"/>
          <a:cs typeface="+mn-cs"/>
        </a:defRPr>
      </a:lvl3pPr>
      <a:lvl4pPr marL="182470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34605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86739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38874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910089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43143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2134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2pPr>
      <a:lvl3pPr marL="104269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3pPr>
      <a:lvl4pPr marL="156403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08538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60672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12807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64941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17076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 userDrawn="1">
          <p15:clr>
            <a:srgbClr val="F26B43"/>
          </p15:clr>
        </p15:guide>
        <p15:guide id="2" pos="824" userDrawn="1">
          <p15:clr>
            <a:srgbClr val="F26B43"/>
          </p15:clr>
        </p15:guide>
        <p15:guide id="3" pos="960" userDrawn="1">
          <p15:clr>
            <a:srgbClr val="F26B43"/>
          </p15:clr>
        </p15:guide>
        <p15:guide id="4" pos="1413" userDrawn="1">
          <p15:clr>
            <a:srgbClr val="F26B43"/>
          </p15:clr>
        </p15:guide>
        <p15:guide id="5" pos="1549" userDrawn="1">
          <p15:clr>
            <a:srgbClr val="F26B43"/>
          </p15:clr>
        </p15:guide>
        <p15:guide id="6" pos="2003" userDrawn="1">
          <p15:clr>
            <a:srgbClr val="F26B43"/>
          </p15:clr>
        </p15:guide>
        <p15:guide id="7" pos="2139" userDrawn="1">
          <p15:clr>
            <a:srgbClr val="F26B43"/>
          </p15:clr>
        </p15:guide>
        <p15:guide id="8" pos="2593" userDrawn="1">
          <p15:clr>
            <a:srgbClr val="F26B43"/>
          </p15:clr>
        </p15:guide>
        <p15:guide id="9" pos="2729" userDrawn="1">
          <p15:clr>
            <a:srgbClr val="F26B43"/>
          </p15:clr>
        </p15:guide>
        <p15:guide id="10" pos="3182" userDrawn="1">
          <p15:clr>
            <a:srgbClr val="F26B43"/>
          </p15:clr>
        </p15:guide>
        <p15:guide id="11" pos="3318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4362" userDrawn="1">
          <p15:clr>
            <a:srgbClr val="F26B43"/>
          </p15:clr>
        </p15:guide>
        <p15:guide id="15" pos="4498" userDrawn="1">
          <p15:clr>
            <a:srgbClr val="F26B43"/>
          </p15:clr>
        </p15:guide>
        <p15:guide id="16" pos="4952" userDrawn="1">
          <p15:clr>
            <a:srgbClr val="F26B43"/>
          </p15:clr>
        </p15:guide>
        <p15:guide id="17" pos="5087" userDrawn="1">
          <p15:clr>
            <a:srgbClr val="F26B43"/>
          </p15:clr>
        </p15:guide>
        <p15:guide id="18" pos="5541" userDrawn="1">
          <p15:clr>
            <a:srgbClr val="F26B43"/>
          </p15:clr>
        </p15:guide>
        <p15:guide id="19" pos="5676" userDrawn="1">
          <p15:clr>
            <a:srgbClr val="F26B43"/>
          </p15:clr>
        </p15:guide>
        <p15:guide id="20" pos="6131" userDrawn="1">
          <p15:clr>
            <a:srgbClr val="F26B43"/>
          </p15:clr>
        </p15:guide>
        <p15:guide id="21" pos="6267" userDrawn="1">
          <p15:clr>
            <a:srgbClr val="F26B43"/>
          </p15:clr>
        </p15:guide>
        <p15:guide id="22" pos="6720" userDrawn="1">
          <p15:clr>
            <a:srgbClr val="F26B43"/>
          </p15:clr>
        </p15:guide>
        <p15:guide id="23" pos="6856" userDrawn="1">
          <p15:clr>
            <a:srgbClr val="F26B43"/>
          </p15:clr>
        </p15:guide>
        <p15:guide id="24" pos="7310" userDrawn="1">
          <p15:clr>
            <a:srgbClr val="F26B43"/>
          </p15:clr>
        </p15:guide>
        <p15:guide id="25" orient="horz" pos="187" userDrawn="1">
          <p15:clr>
            <a:srgbClr val="F26B43"/>
          </p15:clr>
        </p15:guide>
        <p15:guide id="26" orient="horz" pos="459" userDrawn="1">
          <p15:clr>
            <a:srgbClr val="F26B43"/>
          </p15:clr>
        </p15:guide>
        <p15:guide id="30" orient="horz" pos="864" userDrawn="1">
          <p15:clr>
            <a:srgbClr val="F26B43"/>
          </p15:clr>
        </p15:guide>
        <p15:guide id="33" orient="horz" pos="1003" userDrawn="1">
          <p15:clr>
            <a:srgbClr val="F26B43"/>
          </p15:clr>
        </p15:guide>
        <p15:guide id="34" orient="horz" pos="1275" userDrawn="1">
          <p15:clr>
            <a:srgbClr val="F26B43"/>
          </p15:clr>
        </p15:guide>
        <p15:guide id="36" orient="horz" pos="595" userDrawn="1">
          <p15:clr>
            <a:srgbClr val="F26B43"/>
          </p15:clr>
        </p15:guide>
        <p15:guide id="37" orient="horz" pos="731" userDrawn="1">
          <p15:clr>
            <a:srgbClr val="F26B43"/>
          </p15:clr>
        </p15:guide>
        <p15:guide id="38" orient="horz" pos="1684" userDrawn="1">
          <p15:clr>
            <a:srgbClr val="F26B43"/>
          </p15:clr>
        </p15:guide>
        <p15:guide id="39" orient="horz" pos="1412" userDrawn="1">
          <p15:clr>
            <a:srgbClr val="F26B43"/>
          </p15:clr>
        </p15:guide>
        <p15:guide id="40" orient="horz" pos="1548" userDrawn="1">
          <p15:clr>
            <a:srgbClr val="F26B43"/>
          </p15:clr>
        </p15:guide>
        <p15:guide id="41" orient="horz" pos="1139" userDrawn="1">
          <p15:clr>
            <a:srgbClr val="F26B43"/>
          </p15:clr>
        </p15:guide>
        <p15:guide id="42" orient="horz" pos="2092" userDrawn="1">
          <p15:clr>
            <a:srgbClr val="F26B43"/>
          </p15:clr>
        </p15:guide>
        <p15:guide id="43" orient="horz" pos="1820" userDrawn="1">
          <p15:clr>
            <a:srgbClr val="F26B43"/>
          </p15:clr>
        </p15:guide>
        <p15:guide id="44" orient="horz" pos="2364" userDrawn="1">
          <p15:clr>
            <a:srgbClr val="F26B43"/>
          </p15:clr>
        </p15:guide>
        <p15:guide id="45" orient="horz" pos="1956" userDrawn="1">
          <p15:clr>
            <a:srgbClr val="F26B43"/>
          </p15:clr>
        </p15:guide>
        <p15:guide id="46" orient="horz" pos="2500" userDrawn="1">
          <p15:clr>
            <a:srgbClr val="F26B43"/>
          </p15:clr>
        </p15:guide>
        <p15:guide id="47" orient="horz" pos="2228" userDrawn="1">
          <p15:clr>
            <a:srgbClr val="F26B43"/>
          </p15:clr>
        </p15:guide>
        <p15:guide id="48" orient="horz" pos="2636" userDrawn="1">
          <p15:clr>
            <a:srgbClr val="F26B43"/>
          </p15:clr>
        </p15:guide>
        <p15:guide id="49" orient="horz" pos="2772" userDrawn="1">
          <p15:clr>
            <a:srgbClr val="F26B43"/>
          </p15:clr>
        </p15:guide>
        <p15:guide id="50" orient="horz" pos="2908" userDrawn="1">
          <p15:clr>
            <a:srgbClr val="F26B43"/>
          </p15:clr>
        </p15:guide>
        <p15:guide id="51" orient="horz" pos="3045" userDrawn="1">
          <p15:clr>
            <a:srgbClr val="F26B43"/>
          </p15:clr>
        </p15:guide>
        <p15:guide id="52" orient="horz" pos="3181" userDrawn="1">
          <p15:clr>
            <a:srgbClr val="F26B43"/>
          </p15:clr>
        </p15:guide>
        <p15:guide id="53" orient="horz" pos="3317" userDrawn="1">
          <p15:clr>
            <a:srgbClr val="F26B43"/>
          </p15:clr>
        </p15:guide>
        <p15:guide id="55" orient="horz" pos="3453" userDrawn="1">
          <p15:clr>
            <a:srgbClr val="F26B43"/>
          </p15:clr>
        </p15:guide>
        <p15:guide id="57" orient="horz" pos="3589" userDrawn="1">
          <p15:clr>
            <a:srgbClr val="F26B43"/>
          </p15:clr>
        </p15:guide>
        <p15:guide id="58" orient="horz" pos="3725" userDrawn="1">
          <p15:clr>
            <a:srgbClr val="F26B43"/>
          </p15:clr>
        </p15:guide>
        <p15:guide id="59" orient="horz" pos="3861" userDrawn="1">
          <p15:clr>
            <a:srgbClr val="F26B43"/>
          </p15:clr>
        </p15:guide>
        <p15:guide id="60" orient="horz" pos="3997" userDrawn="1">
          <p15:clr>
            <a:srgbClr val="F26B43"/>
          </p15:clr>
        </p15:guide>
        <p15:guide id="61" orient="horz" pos="4133" userDrawn="1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1">
            <a:extLst>
              <a:ext uri="{FF2B5EF4-FFF2-40B4-BE49-F238E27FC236}">
                <a16:creationId xmlns:a16="http://schemas.microsoft.com/office/drawing/2014/main" id="{6F46B38B-F396-1046-A6EF-5FCCA0D99DFC}"/>
              </a:ext>
            </a:extLst>
          </p:cNvPr>
          <p:cNvSpPr txBox="1">
            <a:spLocks/>
          </p:cNvSpPr>
          <p:nvPr userDrawn="1"/>
        </p:nvSpPr>
        <p:spPr>
          <a:xfrm>
            <a:off x="11158634" y="6382413"/>
            <a:ext cx="460059" cy="21495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4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9737D-88D3-4F40-A281-A12720D62BD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348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3D494BBE-2667-7A25-26B6-1307DBE7AC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9456838" y="296663"/>
            <a:ext cx="2147787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033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</p:sldLayoutIdLst>
  <p:txStyles>
    <p:titleStyle>
      <a:lvl1pPr algn="l" defTabSz="1042690" rtl="0" eaLnBrk="1" latinLnBrk="0" hangingPunct="1">
        <a:lnSpc>
          <a:spcPct val="90000"/>
        </a:lnSpc>
        <a:spcBef>
          <a:spcPct val="0"/>
        </a:spcBef>
        <a:buNone/>
        <a:defRPr sz="50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673" indent="-260673" algn="l" defTabSz="1042690" rtl="0" eaLnBrk="1" latinLnBrk="0" hangingPunct="1">
        <a:lnSpc>
          <a:spcPct val="90000"/>
        </a:lnSpc>
        <a:spcBef>
          <a:spcPts val="1140"/>
        </a:spcBef>
        <a:buFont typeface="Arial" panose="020B0604020202020204" pitchFamily="34" charset="0"/>
        <a:buChar char="•"/>
        <a:defRPr sz="3193" kern="1200">
          <a:solidFill>
            <a:schemeClr val="tx1"/>
          </a:solidFill>
          <a:latin typeface="+mn-lt"/>
          <a:ea typeface="+mn-ea"/>
          <a:cs typeface="+mn-cs"/>
        </a:defRPr>
      </a:lvl1pPr>
      <a:lvl2pPr marL="78201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37" kern="1200">
          <a:solidFill>
            <a:schemeClr val="tx1"/>
          </a:solidFill>
          <a:latin typeface="+mn-lt"/>
          <a:ea typeface="+mn-ea"/>
          <a:cs typeface="+mn-cs"/>
        </a:defRPr>
      </a:lvl2pPr>
      <a:lvl3pPr marL="130336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281" kern="1200">
          <a:solidFill>
            <a:schemeClr val="tx1"/>
          </a:solidFill>
          <a:latin typeface="+mn-lt"/>
          <a:ea typeface="+mn-ea"/>
          <a:cs typeface="+mn-cs"/>
        </a:defRPr>
      </a:lvl3pPr>
      <a:lvl4pPr marL="182470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34605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86739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38874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910089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43143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2134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2pPr>
      <a:lvl3pPr marL="104269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3pPr>
      <a:lvl4pPr marL="156403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08538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60672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12807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64941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17076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 userDrawn="1">
          <p15:clr>
            <a:srgbClr val="F26B43"/>
          </p15:clr>
        </p15:guide>
        <p15:guide id="2" pos="824" userDrawn="1">
          <p15:clr>
            <a:srgbClr val="F26B43"/>
          </p15:clr>
        </p15:guide>
        <p15:guide id="3" pos="960" userDrawn="1">
          <p15:clr>
            <a:srgbClr val="F26B43"/>
          </p15:clr>
        </p15:guide>
        <p15:guide id="4" pos="1413" userDrawn="1">
          <p15:clr>
            <a:srgbClr val="F26B43"/>
          </p15:clr>
        </p15:guide>
        <p15:guide id="5" pos="1549" userDrawn="1">
          <p15:clr>
            <a:srgbClr val="F26B43"/>
          </p15:clr>
        </p15:guide>
        <p15:guide id="6" pos="2003" userDrawn="1">
          <p15:clr>
            <a:srgbClr val="F26B43"/>
          </p15:clr>
        </p15:guide>
        <p15:guide id="7" pos="2139" userDrawn="1">
          <p15:clr>
            <a:srgbClr val="F26B43"/>
          </p15:clr>
        </p15:guide>
        <p15:guide id="8" pos="2593" userDrawn="1">
          <p15:clr>
            <a:srgbClr val="F26B43"/>
          </p15:clr>
        </p15:guide>
        <p15:guide id="9" pos="2729" userDrawn="1">
          <p15:clr>
            <a:srgbClr val="F26B43"/>
          </p15:clr>
        </p15:guide>
        <p15:guide id="10" pos="3182" userDrawn="1">
          <p15:clr>
            <a:srgbClr val="F26B43"/>
          </p15:clr>
        </p15:guide>
        <p15:guide id="11" pos="3318" userDrawn="1">
          <p15:clr>
            <a:srgbClr val="F26B43"/>
          </p15:clr>
        </p15:guide>
        <p15:guide id="12" pos="3772" userDrawn="1">
          <p15:clr>
            <a:srgbClr val="F26B43"/>
          </p15:clr>
        </p15:guide>
        <p15:guide id="13" pos="3908" userDrawn="1">
          <p15:clr>
            <a:srgbClr val="F26B43"/>
          </p15:clr>
        </p15:guide>
        <p15:guide id="14" pos="4362" userDrawn="1">
          <p15:clr>
            <a:srgbClr val="F26B43"/>
          </p15:clr>
        </p15:guide>
        <p15:guide id="15" pos="4498" userDrawn="1">
          <p15:clr>
            <a:srgbClr val="F26B43"/>
          </p15:clr>
        </p15:guide>
        <p15:guide id="16" pos="4952" userDrawn="1">
          <p15:clr>
            <a:srgbClr val="F26B43"/>
          </p15:clr>
        </p15:guide>
        <p15:guide id="17" pos="5087" userDrawn="1">
          <p15:clr>
            <a:srgbClr val="F26B43"/>
          </p15:clr>
        </p15:guide>
        <p15:guide id="18" pos="5541" userDrawn="1">
          <p15:clr>
            <a:srgbClr val="F26B43"/>
          </p15:clr>
        </p15:guide>
        <p15:guide id="19" pos="5676" userDrawn="1">
          <p15:clr>
            <a:srgbClr val="F26B43"/>
          </p15:clr>
        </p15:guide>
        <p15:guide id="20" pos="6131" userDrawn="1">
          <p15:clr>
            <a:srgbClr val="F26B43"/>
          </p15:clr>
        </p15:guide>
        <p15:guide id="21" pos="6267" userDrawn="1">
          <p15:clr>
            <a:srgbClr val="F26B43"/>
          </p15:clr>
        </p15:guide>
        <p15:guide id="22" pos="6720" userDrawn="1">
          <p15:clr>
            <a:srgbClr val="F26B43"/>
          </p15:clr>
        </p15:guide>
        <p15:guide id="23" pos="6856" userDrawn="1">
          <p15:clr>
            <a:srgbClr val="F26B43"/>
          </p15:clr>
        </p15:guide>
        <p15:guide id="24" pos="7310" userDrawn="1">
          <p15:clr>
            <a:srgbClr val="F26B43"/>
          </p15:clr>
        </p15:guide>
        <p15:guide id="25" orient="horz" pos="187" userDrawn="1">
          <p15:clr>
            <a:srgbClr val="F26B43"/>
          </p15:clr>
        </p15:guide>
        <p15:guide id="26" orient="horz" pos="459" userDrawn="1">
          <p15:clr>
            <a:srgbClr val="F26B43"/>
          </p15:clr>
        </p15:guide>
        <p15:guide id="30" orient="horz" pos="864" userDrawn="1">
          <p15:clr>
            <a:srgbClr val="F26B43"/>
          </p15:clr>
        </p15:guide>
        <p15:guide id="33" orient="horz" pos="1003" userDrawn="1">
          <p15:clr>
            <a:srgbClr val="F26B43"/>
          </p15:clr>
        </p15:guide>
        <p15:guide id="34" orient="horz" pos="1275" userDrawn="1">
          <p15:clr>
            <a:srgbClr val="F26B43"/>
          </p15:clr>
        </p15:guide>
        <p15:guide id="36" orient="horz" pos="595" userDrawn="1">
          <p15:clr>
            <a:srgbClr val="F26B43"/>
          </p15:clr>
        </p15:guide>
        <p15:guide id="37" orient="horz" pos="731" userDrawn="1">
          <p15:clr>
            <a:srgbClr val="F26B43"/>
          </p15:clr>
        </p15:guide>
        <p15:guide id="38" orient="horz" pos="1684" userDrawn="1">
          <p15:clr>
            <a:srgbClr val="F26B43"/>
          </p15:clr>
        </p15:guide>
        <p15:guide id="39" orient="horz" pos="1412" userDrawn="1">
          <p15:clr>
            <a:srgbClr val="F26B43"/>
          </p15:clr>
        </p15:guide>
        <p15:guide id="40" orient="horz" pos="1548" userDrawn="1">
          <p15:clr>
            <a:srgbClr val="F26B43"/>
          </p15:clr>
        </p15:guide>
        <p15:guide id="41" orient="horz" pos="1139" userDrawn="1">
          <p15:clr>
            <a:srgbClr val="F26B43"/>
          </p15:clr>
        </p15:guide>
        <p15:guide id="42" orient="horz" pos="2092" userDrawn="1">
          <p15:clr>
            <a:srgbClr val="F26B43"/>
          </p15:clr>
        </p15:guide>
        <p15:guide id="43" orient="horz" pos="1820" userDrawn="1">
          <p15:clr>
            <a:srgbClr val="F26B43"/>
          </p15:clr>
        </p15:guide>
        <p15:guide id="44" orient="horz" pos="2364" userDrawn="1">
          <p15:clr>
            <a:srgbClr val="F26B43"/>
          </p15:clr>
        </p15:guide>
        <p15:guide id="45" orient="horz" pos="1956" userDrawn="1">
          <p15:clr>
            <a:srgbClr val="F26B43"/>
          </p15:clr>
        </p15:guide>
        <p15:guide id="46" orient="horz" pos="2500" userDrawn="1">
          <p15:clr>
            <a:srgbClr val="F26B43"/>
          </p15:clr>
        </p15:guide>
        <p15:guide id="47" orient="horz" pos="2228" userDrawn="1">
          <p15:clr>
            <a:srgbClr val="F26B43"/>
          </p15:clr>
        </p15:guide>
        <p15:guide id="48" orient="horz" pos="2636" userDrawn="1">
          <p15:clr>
            <a:srgbClr val="F26B43"/>
          </p15:clr>
        </p15:guide>
        <p15:guide id="49" orient="horz" pos="2772" userDrawn="1">
          <p15:clr>
            <a:srgbClr val="F26B43"/>
          </p15:clr>
        </p15:guide>
        <p15:guide id="50" orient="horz" pos="2908" userDrawn="1">
          <p15:clr>
            <a:srgbClr val="F26B43"/>
          </p15:clr>
        </p15:guide>
        <p15:guide id="51" orient="horz" pos="3045" userDrawn="1">
          <p15:clr>
            <a:srgbClr val="F26B43"/>
          </p15:clr>
        </p15:guide>
        <p15:guide id="52" orient="horz" pos="3181" userDrawn="1">
          <p15:clr>
            <a:srgbClr val="F26B43"/>
          </p15:clr>
        </p15:guide>
        <p15:guide id="53" orient="horz" pos="3317" userDrawn="1">
          <p15:clr>
            <a:srgbClr val="F26B43"/>
          </p15:clr>
        </p15:guide>
        <p15:guide id="55" orient="horz" pos="3453" userDrawn="1">
          <p15:clr>
            <a:srgbClr val="F26B43"/>
          </p15:clr>
        </p15:guide>
        <p15:guide id="57" orient="horz" pos="3589" userDrawn="1">
          <p15:clr>
            <a:srgbClr val="F26B43"/>
          </p15:clr>
        </p15:guide>
        <p15:guide id="58" orient="horz" pos="3725" userDrawn="1">
          <p15:clr>
            <a:srgbClr val="F26B43"/>
          </p15:clr>
        </p15:guide>
        <p15:guide id="59" orient="horz" pos="3861" userDrawn="1">
          <p15:clr>
            <a:srgbClr val="F26B43"/>
          </p15:clr>
        </p15:guide>
        <p15:guide id="60" orient="horz" pos="3997" userDrawn="1">
          <p15:clr>
            <a:srgbClr val="F26B43"/>
          </p15:clr>
        </p15:guide>
        <p15:guide id="61" orient="horz" pos="4133" userDrawn="1">
          <p15:clr>
            <a:srgbClr val="F26B43"/>
          </p15:clr>
        </p15:guide>
      </p15:sldGuideLst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6833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76" r:id="rId2"/>
  </p:sldLayoutIdLst>
  <p:txStyles>
    <p:titleStyle>
      <a:lvl1pPr algn="l" defTabSz="1042690" rtl="0" eaLnBrk="1" latinLnBrk="0" hangingPunct="1">
        <a:lnSpc>
          <a:spcPct val="90000"/>
        </a:lnSpc>
        <a:spcBef>
          <a:spcPct val="0"/>
        </a:spcBef>
        <a:buNone/>
        <a:defRPr sz="50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673" indent="-260673" algn="l" defTabSz="1042690" rtl="0" eaLnBrk="1" latinLnBrk="0" hangingPunct="1">
        <a:lnSpc>
          <a:spcPct val="90000"/>
        </a:lnSpc>
        <a:spcBef>
          <a:spcPts val="1140"/>
        </a:spcBef>
        <a:buFont typeface="Arial" panose="020B0604020202020204" pitchFamily="34" charset="0"/>
        <a:buChar char="•"/>
        <a:defRPr sz="3193" kern="1200">
          <a:solidFill>
            <a:schemeClr val="tx1"/>
          </a:solidFill>
          <a:latin typeface="+mn-lt"/>
          <a:ea typeface="+mn-ea"/>
          <a:cs typeface="+mn-cs"/>
        </a:defRPr>
      </a:lvl1pPr>
      <a:lvl2pPr marL="78201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37" kern="1200">
          <a:solidFill>
            <a:schemeClr val="tx1"/>
          </a:solidFill>
          <a:latin typeface="+mn-lt"/>
          <a:ea typeface="+mn-ea"/>
          <a:cs typeface="+mn-cs"/>
        </a:defRPr>
      </a:lvl2pPr>
      <a:lvl3pPr marL="130336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281" kern="1200">
          <a:solidFill>
            <a:schemeClr val="tx1"/>
          </a:solidFill>
          <a:latin typeface="+mn-lt"/>
          <a:ea typeface="+mn-ea"/>
          <a:cs typeface="+mn-cs"/>
        </a:defRPr>
      </a:lvl3pPr>
      <a:lvl4pPr marL="182470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34605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86739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38874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910089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43143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2134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2pPr>
      <a:lvl3pPr marL="104269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3pPr>
      <a:lvl4pPr marL="156403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08538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60672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12807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64941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17076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 userDrawn="1">
          <p15:clr>
            <a:srgbClr val="F26B43"/>
          </p15:clr>
        </p15:guide>
        <p15:guide id="2" orient="horz" pos="3997" userDrawn="1">
          <p15:clr>
            <a:srgbClr val="F26B43"/>
          </p15:clr>
        </p15:guide>
        <p15:guide id="3" orient="horz" pos="323" userDrawn="1">
          <p15:clr>
            <a:srgbClr val="F26B43"/>
          </p15:clr>
        </p15:guide>
        <p15:guide id="4" orient="horz" pos="1820" userDrawn="1">
          <p15:clr>
            <a:srgbClr val="F26B43"/>
          </p15:clr>
        </p15:guide>
        <p15:guide id="5" orient="horz" pos="1956" userDrawn="1">
          <p15:clr>
            <a:srgbClr val="F26B43"/>
          </p15:clr>
        </p15:guide>
        <p15:guide id="6" orient="horz" pos="2092" userDrawn="1">
          <p15:clr>
            <a:srgbClr val="F26B43"/>
          </p15:clr>
        </p15:guide>
        <p15:guide id="7" orient="horz" pos="2228" userDrawn="1">
          <p15:clr>
            <a:srgbClr val="F26B43"/>
          </p15:clr>
        </p15:guide>
        <p15:guide id="8" orient="horz" pos="2364" userDrawn="1">
          <p15:clr>
            <a:srgbClr val="F26B43"/>
          </p15:clr>
        </p15:guide>
        <p15:guide id="9" orient="horz" pos="2500" userDrawn="1">
          <p15:clr>
            <a:srgbClr val="F26B43"/>
          </p15:clr>
        </p15:guide>
        <p15:guide id="10" orient="horz" pos="2636" userDrawn="1">
          <p15:clr>
            <a:srgbClr val="F26B43"/>
          </p15:clr>
        </p15:guide>
        <p15:guide id="11" orient="horz" pos="2772" userDrawn="1">
          <p15:clr>
            <a:srgbClr val="F26B43"/>
          </p15:clr>
        </p15:guide>
        <p15:guide id="12" orient="horz" pos="2908" userDrawn="1">
          <p15:clr>
            <a:srgbClr val="F26B43"/>
          </p15:clr>
        </p15:guide>
        <p15:guide id="13" orient="horz" pos="3045" userDrawn="1">
          <p15:clr>
            <a:srgbClr val="F26B43"/>
          </p15:clr>
        </p15:guide>
        <p15:guide id="14" orient="horz" pos="3181" userDrawn="1">
          <p15:clr>
            <a:srgbClr val="F26B43"/>
          </p15:clr>
        </p15:guide>
        <p15:guide id="15" orient="horz" pos="3317" userDrawn="1">
          <p15:clr>
            <a:srgbClr val="F26B43"/>
          </p15:clr>
        </p15:guide>
        <p15:guide id="16" orient="horz" pos="3453" userDrawn="1">
          <p15:clr>
            <a:srgbClr val="F26B43"/>
          </p15:clr>
        </p15:guide>
        <p15:guide id="17" orient="horz" pos="3589" userDrawn="1">
          <p15:clr>
            <a:srgbClr val="F26B43"/>
          </p15:clr>
        </p15:guide>
        <p15:guide id="18" orient="horz" pos="3725" userDrawn="1">
          <p15:clr>
            <a:srgbClr val="F26B43"/>
          </p15:clr>
        </p15:guide>
        <p15:guide id="19" orient="horz" pos="3861" userDrawn="1">
          <p15:clr>
            <a:srgbClr val="F26B43"/>
          </p15:clr>
        </p15:guide>
      </p15:sldGuideLst>
    </p:ext>
  </p:extLst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"/>
            <a:ext cx="121811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99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</p:sldLayoutIdLst>
  <p:txStyles>
    <p:titleStyle>
      <a:lvl1pPr algn="l" defTabSz="1218072" rtl="0" eaLnBrk="1" latinLnBrk="0" hangingPunct="1">
        <a:lnSpc>
          <a:spcPct val="90000"/>
        </a:lnSpc>
        <a:spcBef>
          <a:spcPct val="0"/>
        </a:spcBef>
        <a:buNone/>
        <a:defRPr sz="586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518" indent="-304518" algn="l" defTabSz="1218072" rtl="0" eaLnBrk="1" latinLnBrk="0" hangingPunct="1">
        <a:lnSpc>
          <a:spcPct val="90000"/>
        </a:lnSpc>
        <a:spcBef>
          <a:spcPts val="1332"/>
        </a:spcBef>
        <a:buFont typeface="Arial" panose="020B0604020202020204"/>
        <a:buChar char="•"/>
        <a:defRPr sz="3730" kern="1200">
          <a:solidFill>
            <a:schemeClr val="tx1"/>
          </a:solidFill>
          <a:latin typeface="+mn-lt"/>
          <a:ea typeface="+mn-ea"/>
          <a:cs typeface="+mn-cs"/>
        </a:defRPr>
      </a:lvl1pPr>
      <a:lvl2pPr marL="913554" indent="-304518" algn="l" defTabSz="1218072" rtl="0" eaLnBrk="1" latinLnBrk="0" hangingPunct="1">
        <a:lnSpc>
          <a:spcPct val="90000"/>
        </a:lnSpc>
        <a:spcBef>
          <a:spcPts val="666"/>
        </a:spcBef>
        <a:buFont typeface="Arial" panose="020B0604020202020204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2pPr>
      <a:lvl3pPr marL="1522590" indent="-304518" algn="l" defTabSz="1218072" rtl="0" eaLnBrk="1" latinLnBrk="0" hangingPunct="1">
        <a:lnSpc>
          <a:spcPct val="90000"/>
        </a:lnSpc>
        <a:spcBef>
          <a:spcPts val="666"/>
        </a:spcBef>
        <a:buFont typeface="Arial" panose="020B0604020202020204"/>
        <a:buChar char="•"/>
        <a:defRPr sz="2664" kern="1200">
          <a:solidFill>
            <a:schemeClr val="tx1"/>
          </a:solidFill>
          <a:latin typeface="+mn-lt"/>
          <a:ea typeface="+mn-ea"/>
          <a:cs typeface="+mn-cs"/>
        </a:defRPr>
      </a:lvl3pPr>
      <a:lvl4pPr marL="2131626" indent="-304518" algn="l" defTabSz="1218072" rtl="0" eaLnBrk="1" latinLnBrk="0" hangingPunct="1">
        <a:lnSpc>
          <a:spcPct val="90000"/>
        </a:lnSpc>
        <a:spcBef>
          <a:spcPts val="666"/>
        </a:spcBef>
        <a:buFont typeface="Arial" panose="020B0604020202020204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740663" indent="-304518" algn="l" defTabSz="1218072" rtl="0" eaLnBrk="1" latinLnBrk="0" hangingPunct="1">
        <a:lnSpc>
          <a:spcPct val="90000"/>
        </a:lnSpc>
        <a:spcBef>
          <a:spcPts val="666"/>
        </a:spcBef>
        <a:buFont typeface="Arial" panose="020B0604020202020204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349699" indent="-304518" algn="l" defTabSz="1218072" rtl="0" eaLnBrk="1" latinLnBrk="0" hangingPunct="1">
        <a:lnSpc>
          <a:spcPct val="90000"/>
        </a:lnSpc>
        <a:spcBef>
          <a:spcPts val="666"/>
        </a:spcBef>
        <a:buFont typeface="Arial" panose="020B0604020202020204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958735" indent="-304518" algn="l" defTabSz="1218072" rtl="0" eaLnBrk="1" latinLnBrk="0" hangingPunct="1">
        <a:lnSpc>
          <a:spcPct val="90000"/>
        </a:lnSpc>
        <a:spcBef>
          <a:spcPts val="666"/>
        </a:spcBef>
        <a:buFont typeface="Arial" panose="020B0604020202020204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567771" indent="-304518" algn="l" defTabSz="1218072" rtl="0" eaLnBrk="1" latinLnBrk="0" hangingPunct="1">
        <a:lnSpc>
          <a:spcPct val="90000"/>
        </a:lnSpc>
        <a:spcBef>
          <a:spcPts val="666"/>
        </a:spcBef>
        <a:buFont typeface="Arial" panose="020B0604020202020204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5176807" indent="-304518" algn="l" defTabSz="1218072" rtl="0" eaLnBrk="1" latinLnBrk="0" hangingPunct="1">
        <a:lnSpc>
          <a:spcPct val="90000"/>
        </a:lnSpc>
        <a:spcBef>
          <a:spcPts val="666"/>
        </a:spcBef>
        <a:buFont typeface="Arial" panose="020B0604020202020204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036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072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108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144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5181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4217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3253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2289" algn="l" defTabSz="1218072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460A4D0-629B-4A6A-A402-BE01FAAC8FE8}"/>
              </a:ext>
            </a:extLst>
          </p:cNvPr>
          <p:cNvSpPr txBox="1">
            <a:spLocks/>
          </p:cNvSpPr>
          <p:nvPr userDrawn="1"/>
        </p:nvSpPr>
        <p:spPr>
          <a:xfrm>
            <a:off x="11856000" y="6570509"/>
            <a:ext cx="336000" cy="2874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DF24603-9A1B-F342-92E0-89DE32840F75}" type="slidenum">
              <a:rPr lang="en-US" sz="932" b="1" smtClean="0">
                <a:solidFill>
                  <a:schemeClr val="tx2"/>
                </a:solidFill>
                <a:latin typeface="Arial" panose="020B0604020202020204" pitchFamily="34" charset="0"/>
                <a:ea typeface="Rosatom" panose="020B0503040504020204" pitchFamily="34" charset="-52"/>
                <a:cs typeface="Arial" charset="0"/>
              </a:rPr>
              <a:pPr algn="ctr"/>
              <a:t>‹#›</a:t>
            </a:fld>
            <a:endParaRPr lang="en-US" sz="932" b="1" dirty="0">
              <a:solidFill>
                <a:schemeClr val="tx2"/>
              </a:solidFill>
              <a:latin typeface="Arial" panose="020B0604020202020204" pitchFamily="34" charset="0"/>
              <a:ea typeface="Rosatom" panose="020B0503040504020204" pitchFamily="34" charset="-5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863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907" r:id="rId7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526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0" r:id="rId1"/>
    <p:sldLayoutId id="2147483891" r:id="rId2"/>
  </p:sldLayoutIdLst>
  <p:txStyles>
    <p:titleStyle>
      <a:lvl1pPr algn="l" defTabSz="1042690" rtl="0" eaLnBrk="1" latinLnBrk="0" hangingPunct="1">
        <a:lnSpc>
          <a:spcPct val="90000"/>
        </a:lnSpc>
        <a:spcBef>
          <a:spcPct val="0"/>
        </a:spcBef>
        <a:buNone/>
        <a:defRPr sz="50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673" indent="-260673" algn="l" defTabSz="1042690" rtl="0" eaLnBrk="1" latinLnBrk="0" hangingPunct="1">
        <a:lnSpc>
          <a:spcPct val="90000"/>
        </a:lnSpc>
        <a:spcBef>
          <a:spcPts val="1140"/>
        </a:spcBef>
        <a:buFont typeface="Arial" panose="020B0604020202020204" pitchFamily="34" charset="0"/>
        <a:buChar char="•"/>
        <a:defRPr sz="3193" kern="1200">
          <a:solidFill>
            <a:schemeClr val="tx1"/>
          </a:solidFill>
          <a:latin typeface="+mn-lt"/>
          <a:ea typeface="+mn-ea"/>
          <a:cs typeface="+mn-cs"/>
        </a:defRPr>
      </a:lvl1pPr>
      <a:lvl2pPr marL="78201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37" kern="1200">
          <a:solidFill>
            <a:schemeClr val="tx1"/>
          </a:solidFill>
          <a:latin typeface="+mn-lt"/>
          <a:ea typeface="+mn-ea"/>
          <a:cs typeface="+mn-cs"/>
        </a:defRPr>
      </a:lvl2pPr>
      <a:lvl3pPr marL="130336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281" kern="1200">
          <a:solidFill>
            <a:schemeClr val="tx1"/>
          </a:solidFill>
          <a:latin typeface="+mn-lt"/>
          <a:ea typeface="+mn-ea"/>
          <a:cs typeface="+mn-cs"/>
        </a:defRPr>
      </a:lvl3pPr>
      <a:lvl4pPr marL="182470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34605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86739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38874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910089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43143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2134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2pPr>
      <a:lvl3pPr marL="104269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3pPr>
      <a:lvl4pPr marL="156403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08538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60672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12807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64941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17076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>
          <p15:clr>
            <a:srgbClr val="F26B43"/>
          </p15:clr>
        </p15:guide>
        <p15:guide id="2" orient="horz" pos="867">
          <p15:clr>
            <a:srgbClr val="F26B43"/>
          </p15:clr>
        </p15:guide>
        <p15:guide id="3" orient="horz" pos="323">
          <p15:clr>
            <a:srgbClr val="F26B43"/>
          </p15:clr>
        </p15:guide>
        <p15:guide id="4" pos="5541">
          <p15:clr>
            <a:srgbClr val="F26B43"/>
          </p15:clr>
        </p15:guide>
        <p15:guide id="5" orient="horz" pos="3997">
          <p15:clr>
            <a:srgbClr val="F26B43"/>
          </p15:clr>
        </p15:guide>
        <p15:guide id="6" orient="horz" pos="3861">
          <p15:clr>
            <a:srgbClr val="F26B43"/>
          </p15:clr>
        </p15:guide>
        <p15:guide id="7" orient="horz" pos="3725">
          <p15:clr>
            <a:srgbClr val="F26B43"/>
          </p15:clr>
        </p15:guide>
        <p15:guide id="8" orient="horz" pos="3589">
          <p15:clr>
            <a:srgbClr val="F26B43"/>
          </p15:clr>
        </p15:guide>
        <p15:guide id="9" orient="horz" pos="3453">
          <p15:clr>
            <a:srgbClr val="F26B43"/>
          </p15:clr>
        </p15:guide>
        <p15:guide id="10" orient="horz" pos="3317">
          <p15:clr>
            <a:srgbClr val="F26B43"/>
          </p15:clr>
        </p15:guide>
        <p15:guide id="11" orient="horz" pos="3181">
          <p15:clr>
            <a:srgbClr val="F26B43"/>
          </p15:clr>
        </p15:guide>
        <p15:guide id="12" orient="horz" pos="3045">
          <p15:clr>
            <a:srgbClr val="F26B43"/>
          </p15:clr>
        </p15:guide>
        <p15:guide id="19" pos="4362">
          <p15:clr>
            <a:srgbClr val="F26B43"/>
          </p15:clr>
        </p15:guide>
        <p15:guide id="20" pos="3772">
          <p15:clr>
            <a:srgbClr val="F26B43"/>
          </p15:clr>
        </p15:guide>
      </p15:sldGuideLst>
    </p:ext>
  </p:extLst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1">
            <a:extLst>
              <a:ext uri="{FF2B5EF4-FFF2-40B4-BE49-F238E27FC236}">
                <a16:creationId xmlns:a16="http://schemas.microsoft.com/office/drawing/2014/main" id="{6F46B38B-F396-1046-A6EF-5FCCA0D99DFC}"/>
              </a:ext>
            </a:extLst>
          </p:cNvPr>
          <p:cNvSpPr txBox="1">
            <a:spLocks/>
          </p:cNvSpPr>
          <p:nvPr userDrawn="1"/>
        </p:nvSpPr>
        <p:spPr>
          <a:xfrm>
            <a:off x="11158634" y="6382413"/>
            <a:ext cx="460059" cy="21495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 kern="1200">
                <a:solidFill>
                  <a:srgbClr val="333333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48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9737D-88D3-4F40-A281-A12720D62BD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348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pic>
        <p:nvPicPr>
          <p:cNvPr id="9" name="Picture 18">
            <a:extLst>
              <a:ext uri="{FF2B5EF4-FFF2-40B4-BE49-F238E27FC236}">
                <a16:creationId xmlns:a16="http://schemas.microsoft.com/office/drawing/2014/main" id="{C7ECA0F0-E22C-9CEA-A295-E16F00554645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rcRect/>
          <a:stretch/>
        </p:blipFill>
        <p:spPr>
          <a:xfrm>
            <a:off x="9472339" y="311704"/>
            <a:ext cx="2156949" cy="627032"/>
          </a:xfrm>
          <a:prstGeom prst="rect">
            <a:avLst/>
          </a:prstGeom>
        </p:spPr>
      </p:pic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F2CDE5BD-FD73-4BFA-8AC4-492CB32607DF}"/>
              </a:ext>
            </a:extLst>
          </p:cNvPr>
          <p:cNvGrpSpPr/>
          <p:nvPr userDrawn="1"/>
        </p:nvGrpSpPr>
        <p:grpSpPr>
          <a:xfrm>
            <a:off x="-1843920" y="2078736"/>
            <a:ext cx="1720929" cy="4779264"/>
            <a:chOff x="-1843920" y="2078736"/>
            <a:chExt cx="1720929" cy="4779264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E142E14-B324-4BE9-BE02-0CD9BA42C129}"/>
                </a:ext>
              </a:extLst>
            </p:cNvPr>
            <p:cNvSpPr/>
            <p:nvPr userDrawn="1"/>
          </p:nvSpPr>
          <p:spPr>
            <a:xfrm>
              <a:off x="-1843920" y="2078736"/>
              <a:ext cx="1685178" cy="47792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09A435A-DB3C-44AD-A52A-FA2DB954A5C2}"/>
                </a:ext>
              </a:extLst>
            </p:cNvPr>
            <p:cNvSpPr txBox="1"/>
            <p:nvPr userDrawn="1"/>
          </p:nvSpPr>
          <p:spPr>
            <a:xfrm>
              <a:off x="-1808169" y="2147180"/>
              <a:ext cx="16514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6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  <a:t>Палитра</a:t>
              </a:r>
              <a:r>
                <a:rPr kumimoji="0" lang="ru-RU" sz="6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  <a:t> </a:t>
              </a:r>
              <a:r>
                <a:rPr kumimoji="0" lang="ru-RU" sz="6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  <a:t>для использования </a:t>
              </a:r>
              <a:br>
                <a:rPr kumimoji="0" lang="ru-RU" sz="6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</a:br>
              <a:r>
                <a:rPr kumimoji="0" lang="ru-RU" sz="6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2"/>
                  </a:solidFill>
                  <a:effectLst/>
                  <a:uLnTx/>
                  <a:uFillTx/>
                </a:rPr>
                <a:t>инструментами </a:t>
              </a:r>
              <a:r>
                <a:rPr kumimoji="0" lang="ru-RU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25EA1"/>
                  </a:solidFill>
                  <a:effectLst/>
                  <a:uLnTx/>
                  <a:uFillTx/>
                </a:rPr>
                <a:t>«пипетка» и «формат </a:t>
              </a:r>
              <a:br>
                <a:rPr kumimoji="0" lang="ru-RU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25EA1"/>
                  </a:solidFill>
                  <a:effectLst/>
                  <a:uLnTx/>
                  <a:uFillTx/>
                </a:rPr>
              </a:br>
              <a:r>
                <a:rPr kumimoji="0" lang="ru-RU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025EA1"/>
                  </a:solidFill>
                  <a:effectLst/>
                  <a:uLnTx/>
                  <a:uFillTx/>
                </a:rPr>
                <a:t>по образцу»</a:t>
              </a:r>
            </a:p>
          </p:txBody>
        </p: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FE108426-CC45-4F03-A2B2-E955F41C9E70}"/>
                </a:ext>
              </a:extLst>
            </p:cNvPr>
            <p:cNvGrpSpPr/>
            <p:nvPr userDrawn="1"/>
          </p:nvGrpSpPr>
          <p:grpSpPr>
            <a:xfrm>
              <a:off x="-1802753" y="3061367"/>
              <a:ext cx="469527" cy="344038"/>
              <a:chOff x="-3912639" y="1756859"/>
              <a:chExt cx="1073320" cy="786457"/>
            </a:xfrm>
          </p:grpSpPr>
          <p:sp>
            <p:nvSpPr>
              <p:cNvPr id="66" name="Прямоугольник 65">
                <a:extLst>
                  <a:ext uri="{FF2B5EF4-FFF2-40B4-BE49-F238E27FC236}">
                    <a16:creationId xmlns:a16="http://schemas.microsoft.com/office/drawing/2014/main" id="{77EFCC3B-77A2-4D38-990D-96DEB84AC42E}"/>
                  </a:ext>
                </a:extLst>
              </p:cNvPr>
              <p:cNvSpPr/>
              <p:nvPr userDrawn="1"/>
            </p:nvSpPr>
            <p:spPr>
              <a:xfrm>
                <a:off x="-3699347" y="1756859"/>
                <a:ext cx="445168" cy="445168"/>
              </a:xfrm>
              <a:prstGeom prst="rect">
                <a:avLst/>
              </a:prstGeom>
              <a:solidFill>
                <a:srgbClr val="025EA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2AC106EE-08B0-4DAB-BED0-8AC8A31FD015}"/>
                  </a:ext>
                </a:extLst>
              </p:cNvPr>
              <p:cNvSpPr txBox="1"/>
              <p:nvPr userDrawn="1"/>
            </p:nvSpPr>
            <p:spPr>
              <a:xfrm>
                <a:off x="-3912639" y="2121177"/>
                <a:ext cx="1041423" cy="422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</a:rPr>
                  <a:t>2 цвета</a:t>
                </a:r>
              </a:p>
            </p:txBody>
          </p:sp>
          <p:sp>
            <p:nvSpPr>
              <p:cNvPr id="68" name="Прямоугольник 67">
                <a:extLst>
                  <a:ext uri="{FF2B5EF4-FFF2-40B4-BE49-F238E27FC236}">
                    <a16:creationId xmlns:a16="http://schemas.microsoft.com/office/drawing/2014/main" id="{11E7CE55-A46B-4A1A-8646-653510E66D30}"/>
                  </a:ext>
                </a:extLst>
              </p:cNvPr>
              <p:cNvSpPr/>
              <p:nvPr userDrawn="1"/>
            </p:nvSpPr>
            <p:spPr>
              <a:xfrm>
                <a:off x="-3284487" y="1756859"/>
                <a:ext cx="445168" cy="445168"/>
              </a:xfrm>
              <a:prstGeom prst="rect">
                <a:avLst/>
              </a:prstGeom>
              <a:solidFill>
                <a:srgbClr val="6CACE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DFBC9C06-8AC2-42BB-9254-539A5B10A828}"/>
                </a:ext>
              </a:extLst>
            </p:cNvPr>
            <p:cNvGrpSpPr/>
            <p:nvPr userDrawn="1"/>
          </p:nvGrpSpPr>
          <p:grpSpPr>
            <a:xfrm>
              <a:off x="-1800709" y="3427848"/>
              <a:ext cx="675031" cy="344038"/>
              <a:chOff x="-3912639" y="2584995"/>
              <a:chExt cx="1543093" cy="786457"/>
            </a:xfrm>
          </p:grpSpPr>
          <p:sp>
            <p:nvSpPr>
              <p:cNvPr id="62" name="Прямоугольник 61">
                <a:extLst>
                  <a:ext uri="{FF2B5EF4-FFF2-40B4-BE49-F238E27FC236}">
                    <a16:creationId xmlns:a16="http://schemas.microsoft.com/office/drawing/2014/main" id="{3E5B4826-23CB-4D3A-8C52-AD2374C3EA16}"/>
                  </a:ext>
                </a:extLst>
              </p:cNvPr>
              <p:cNvSpPr/>
              <p:nvPr userDrawn="1"/>
            </p:nvSpPr>
            <p:spPr>
              <a:xfrm>
                <a:off x="-3699347" y="2584995"/>
                <a:ext cx="445168" cy="445168"/>
              </a:xfrm>
              <a:prstGeom prst="rect">
                <a:avLst/>
              </a:prstGeom>
              <a:solidFill>
                <a:srgbClr val="025EA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981CCCFE-07F7-4C75-810B-6078C657B475}"/>
                  </a:ext>
                </a:extLst>
              </p:cNvPr>
              <p:cNvSpPr txBox="1"/>
              <p:nvPr userDrawn="1"/>
            </p:nvSpPr>
            <p:spPr>
              <a:xfrm>
                <a:off x="-3912639" y="2949313"/>
                <a:ext cx="1041423" cy="422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600" b="0" i="0" u="none" strike="noStrike" kern="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</a:rPr>
                  <a:t>3 цвета</a:t>
                </a:r>
              </a:p>
            </p:txBody>
          </p:sp>
          <p:sp>
            <p:nvSpPr>
              <p:cNvPr id="64" name="Прямоугольник 63">
                <a:extLst>
                  <a:ext uri="{FF2B5EF4-FFF2-40B4-BE49-F238E27FC236}">
                    <a16:creationId xmlns:a16="http://schemas.microsoft.com/office/drawing/2014/main" id="{AC52574C-BE2F-4217-9CEE-4C35EA77C3A3}"/>
                  </a:ext>
                </a:extLst>
              </p:cNvPr>
              <p:cNvSpPr/>
              <p:nvPr userDrawn="1"/>
            </p:nvSpPr>
            <p:spPr>
              <a:xfrm>
                <a:off x="-3258032" y="2584995"/>
                <a:ext cx="445168" cy="445167"/>
              </a:xfrm>
              <a:prstGeom prst="rect">
                <a:avLst/>
              </a:prstGeom>
              <a:solidFill>
                <a:srgbClr val="FFFFFF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65" name="Прямоугольник 64">
                <a:extLst>
                  <a:ext uri="{FF2B5EF4-FFF2-40B4-BE49-F238E27FC236}">
                    <a16:creationId xmlns:a16="http://schemas.microsoft.com/office/drawing/2014/main" id="{07FC2BEB-24AC-4AD6-9945-B378CD5F57BD}"/>
                  </a:ext>
                </a:extLst>
              </p:cNvPr>
              <p:cNvSpPr/>
              <p:nvPr userDrawn="1"/>
            </p:nvSpPr>
            <p:spPr>
              <a:xfrm>
                <a:off x="-2814714" y="2584995"/>
                <a:ext cx="445168" cy="445167"/>
              </a:xfrm>
              <a:prstGeom prst="rect">
                <a:avLst/>
              </a:prstGeom>
              <a:solidFill>
                <a:srgbClr val="6CACE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5E86ECBC-1352-4070-BDBE-06BACBCED95B}"/>
                </a:ext>
              </a:extLst>
            </p:cNvPr>
            <p:cNvGrpSpPr/>
            <p:nvPr userDrawn="1"/>
          </p:nvGrpSpPr>
          <p:grpSpPr>
            <a:xfrm>
              <a:off x="-1797595" y="3795577"/>
              <a:ext cx="864126" cy="344038"/>
              <a:chOff x="-3912639" y="3482142"/>
              <a:chExt cx="1975357" cy="786457"/>
            </a:xfrm>
          </p:grpSpPr>
          <p:sp>
            <p:nvSpPr>
              <p:cNvPr id="57" name="Прямоугольник 56">
                <a:extLst>
                  <a:ext uri="{FF2B5EF4-FFF2-40B4-BE49-F238E27FC236}">
                    <a16:creationId xmlns:a16="http://schemas.microsoft.com/office/drawing/2014/main" id="{0DBDFAA4-EE82-492E-9D46-872E3A6E90A2}"/>
                  </a:ext>
                </a:extLst>
              </p:cNvPr>
              <p:cNvSpPr/>
              <p:nvPr userDrawn="1"/>
            </p:nvSpPr>
            <p:spPr>
              <a:xfrm>
                <a:off x="-3699347" y="3482142"/>
                <a:ext cx="445168" cy="445168"/>
              </a:xfrm>
              <a:prstGeom prst="rect">
                <a:avLst/>
              </a:prstGeom>
              <a:solidFill>
                <a:srgbClr val="00327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580C259-A006-45A2-92A3-D885EE41568C}"/>
                  </a:ext>
                </a:extLst>
              </p:cNvPr>
              <p:cNvSpPr txBox="1"/>
              <p:nvPr userDrawn="1"/>
            </p:nvSpPr>
            <p:spPr>
              <a:xfrm>
                <a:off x="-3912639" y="3846460"/>
                <a:ext cx="1041424" cy="422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600" b="0" i="0" u="none" strike="noStrike" kern="0" cap="none" spc="0" normalizeH="0" baseline="0" noProof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</a:rPr>
                  <a:t>4 цвета</a:t>
                </a:r>
              </a:p>
            </p:txBody>
          </p:sp>
          <p:sp>
            <p:nvSpPr>
              <p:cNvPr id="59" name="Прямоугольник 58">
                <a:extLst>
                  <a:ext uri="{FF2B5EF4-FFF2-40B4-BE49-F238E27FC236}">
                    <a16:creationId xmlns:a16="http://schemas.microsoft.com/office/drawing/2014/main" id="{10E6CC3C-FD8D-4940-A9FB-4F43A26A3C43}"/>
                  </a:ext>
                </a:extLst>
              </p:cNvPr>
              <p:cNvSpPr/>
              <p:nvPr userDrawn="1"/>
            </p:nvSpPr>
            <p:spPr>
              <a:xfrm>
                <a:off x="-3272340" y="3482142"/>
                <a:ext cx="445168" cy="445167"/>
              </a:xfrm>
              <a:prstGeom prst="rect">
                <a:avLst/>
              </a:prstGeom>
              <a:solidFill>
                <a:srgbClr val="025EA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60" name="Прямоугольник 59">
                <a:extLst>
                  <a:ext uri="{FF2B5EF4-FFF2-40B4-BE49-F238E27FC236}">
                    <a16:creationId xmlns:a16="http://schemas.microsoft.com/office/drawing/2014/main" id="{1C91EF2E-1C60-489D-BD2F-E9592FFB46B4}"/>
                  </a:ext>
                </a:extLst>
              </p:cNvPr>
              <p:cNvSpPr/>
              <p:nvPr userDrawn="1"/>
            </p:nvSpPr>
            <p:spPr>
              <a:xfrm>
                <a:off x="-2831024" y="3482142"/>
                <a:ext cx="445168" cy="445167"/>
              </a:xfrm>
              <a:prstGeom prst="rect">
                <a:avLst/>
              </a:prstGeom>
              <a:solidFill>
                <a:srgbClr val="FFFFFF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61" name="Прямоугольник 60">
                <a:extLst>
                  <a:ext uri="{FF2B5EF4-FFF2-40B4-BE49-F238E27FC236}">
                    <a16:creationId xmlns:a16="http://schemas.microsoft.com/office/drawing/2014/main" id="{C9D65E78-0C4A-4C27-AB72-BA7A21EE69F8}"/>
                  </a:ext>
                </a:extLst>
              </p:cNvPr>
              <p:cNvSpPr/>
              <p:nvPr userDrawn="1"/>
            </p:nvSpPr>
            <p:spPr>
              <a:xfrm>
                <a:off x="-2382450" y="3482142"/>
                <a:ext cx="445168" cy="445167"/>
              </a:xfrm>
              <a:prstGeom prst="rect">
                <a:avLst/>
              </a:prstGeom>
              <a:solidFill>
                <a:srgbClr val="6CACE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31229F68-D4A6-48FB-8242-00EAE9C3C1CE}"/>
                </a:ext>
              </a:extLst>
            </p:cNvPr>
            <p:cNvGrpSpPr/>
            <p:nvPr userDrawn="1"/>
          </p:nvGrpSpPr>
          <p:grpSpPr>
            <a:xfrm>
              <a:off x="-1797595" y="4162025"/>
              <a:ext cx="1060355" cy="344038"/>
              <a:chOff x="-3912639" y="4344783"/>
              <a:chExt cx="2423929" cy="786457"/>
            </a:xfrm>
          </p:grpSpPr>
          <p:sp>
            <p:nvSpPr>
              <p:cNvPr id="51" name="Прямоугольник 50">
                <a:extLst>
                  <a:ext uri="{FF2B5EF4-FFF2-40B4-BE49-F238E27FC236}">
                    <a16:creationId xmlns:a16="http://schemas.microsoft.com/office/drawing/2014/main" id="{CA22D58E-DC15-48C4-A176-9B0E35AA6C1E}"/>
                  </a:ext>
                </a:extLst>
              </p:cNvPr>
              <p:cNvSpPr/>
              <p:nvPr userDrawn="1"/>
            </p:nvSpPr>
            <p:spPr>
              <a:xfrm>
                <a:off x="-3699347" y="4344783"/>
                <a:ext cx="445168" cy="445168"/>
              </a:xfrm>
              <a:prstGeom prst="rect">
                <a:avLst/>
              </a:prstGeom>
              <a:solidFill>
                <a:srgbClr val="00327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9AA91F9-D797-4EDA-B95E-197B47E301FF}"/>
                  </a:ext>
                </a:extLst>
              </p:cNvPr>
              <p:cNvSpPr txBox="1"/>
              <p:nvPr userDrawn="1"/>
            </p:nvSpPr>
            <p:spPr>
              <a:xfrm>
                <a:off x="-3912639" y="4709101"/>
                <a:ext cx="1136698" cy="422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</a:rPr>
                  <a:t>5 цветов</a:t>
                </a:r>
              </a:p>
            </p:txBody>
          </p:sp>
          <p:sp>
            <p:nvSpPr>
              <p:cNvPr id="53" name="Прямоугольник 52">
                <a:extLst>
                  <a:ext uri="{FF2B5EF4-FFF2-40B4-BE49-F238E27FC236}">
                    <a16:creationId xmlns:a16="http://schemas.microsoft.com/office/drawing/2014/main" id="{1DB47066-C9B5-4064-91AB-6DCC05E389B0}"/>
                  </a:ext>
                </a:extLst>
              </p:cNvPr>
              <p:cNvSpPr/>
              <p:nvPr userDrawn="1"/>
            </p:nvSpPr>
            <p:spPr>
              <a:xfrm>
                <a:off x="-3272340" y="4344783"/>
                <a:ext cx="445167" cy="445167"/>
              </a:xfrm>
              <a:prstGeom prst="rect">
                <a:avLst/>
              </a:prstGeom>
              <a:solidFill>
                <a:srgbClr val="025EA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4" name="Прямоугольник 53">
                <a:extLst>
                  <a:ext uri="{FF2B5EF4-FFF2-40B4-BE49-F238E27FC236}">
                    <a16:creationId xmlns:a16="http://schemas.microsoft.com/office/drawing/2014/main" id="{F540AB4B-179F-4049-9A33-31E8F042C5C7}"/>
                  </a:ext>
                </a:extLst>
              </p:cNvPr>
              <p:cNvSpPr/>
              <p:nvPr userDrawn="1"/>
            </p:nvSpPr>
            <p:spPr>
              <a:xfrm>
                <a:off x="-2831023" y="4344783"/>
                <a:ext cx="445168" cy="445167"/>
              </a:xfrm>
              <a:prstGeom prst="rect">
                <a:avLst/>
              </a:prstGeom>
              <a:solidFill>
                <a:srgbClr val="FFFFFF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5" name="Прямоугольник 54">
                <a:extLst>
                  <a:ext uri="{FF2B5EF4-FFF2-40B4-BE49-F238E27FC236}">
                    <a16:creationId xmlns:a16="http://schemas.microsoft.com/office/drawing/2014/main" id="{871214A7-0CE5-4A98-B64A-568B0A2A2857}"/>
                  </a:ext>
                </a:extLst>
              </p:cNvPr>
              <p:cNvSpPr/>
              <p:nvPr userDrawn="1"/>
            </p:nvSpPr>
            <p:spPr>
              <a:xfrm>
                <a:off x="-2382452" y="4344783"/>
                <a:ext cx="445168" cy="445167"/>
              </a:xfrm>
              <a:prstGeom prst="rect">
                <a:avLst/>
              </a:prstGeom>
              <a:solidFill>
                <a:srgbClr val="6CACE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6" name="Прямоугольник 55">
                <a:extLst>
                  <a:ext uri="{FF2B5EF4-FFF2-40B4-BE49-F238E27FC236}">
                    <a16:creationId xmlns:a16="http://schemas.microsoft.com/office/drawing/2014/main" id="{429F9B13-BFE5-4A0F-BD25-05455AFEF971}"/>
                  </a:ext>
                </a:extLst>
              </p:cNvPr>
              <p:cNvSpPr/>
              <p:nvPr userDrawn="1"/>
            </p:nvSpPr>
            <p:spPr>
              <a:xfrm>
                <a:off x="-1933878" y="4344783"/>
                <a:ext cx="445168" cy="445167"/>
              </a:xfrm>
              <a:prstGeom prst="rect">
                <a:avLst/>
              </a:prstGeom>
              <a:solidFill>
                <a:srgbClr val="24978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Группа 12">
              <a:extLst>
                <a:ext uri="{FF2B5EF4-FFF2-40B4-BE49-F238E27FC236}">
                  <a16:creationId xmlns:a16="http://schemas.microsoft.com/office/drawing/2014/main" id="{F26C6EE2-996B-4796-8D9E-120206999ECB}"/>
                </a:ext>
              </a:extLst>
            </p:cNvPr>
            <p:cNvGrpSpPr/>
            <p:nvPr userDrawn="1"/>
          </p:nvGrpSpPr>
          <p:grpSpPr>
            <a:xfrm>
              <a:off x="-1800770" y="4528472"/>
              <a:ext cx="1253709" cy="344038"/>
              <a:chOff x="-3919897" y="5172919"/>
              <a:chExt cx="2865928" cy="786457"/>
            </a:xfrm>
          </p:grpSpPr>
          <p:sp>
            <p:nvSpPr>
              <p:cNvPr id="44" name="Прямоугольник 43">
                <a:extLst>
                  <a:ext uri="{FF2B5EF4-FFF2-40B4-BE49-F238E27FC236}">
                    <a16:creationId xmlns:a16="http://schemas.microsoft.com/office/drawing/2014/main" id="{ABFF3032-35E7-409A-8E70-C0149164D3B7}"/>
                  </a:ext>
                </a:extLst>
              </p:cNvPr>
              <p:cNvSpPr/>
              <p:nvPr userDrawn="1"/>
            </p:nvSpPr>
            <p:spPr>
              <a:xfrm>
                <a:off x="-3699347" y="5172919"/>
                <a:ext cx="445168" cy="445168"/>
              </a:xfrm>
              <a:prstGeom prst="rect">
                <a:avLst/>
              </a:prstGeom>
              <a:solidFill>
                <a:srgbClr val="00327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EBDE804-D6E0-49C7-B4C0-3EA6E925E6B6}"/>
                  </a:ext>
                </a:extLst>
              </p:cNvPr>
              <p:cNvSpPr txBox="1"/>
              <p:nvPr userDrawn="1"/>
            </p:nvSpPr>
            <p:spPr>
              <a:xfrm>
                <a:off x="-3919897" y="5537237"/>
                <a:ext cx="1136698" cy="422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</a:rPr>
                  <a:t>6 цветов</a:t>
                </a:r>
              </a:p>
            </p:txBody>
          </p:sp>
          <p:sp>
            <p:nvSpPr>
              <p:cNvPr id="46" name="Прямоугольник 45">
                <a:extLst>
                  <a:ext uri="{FF2B5EF4-FFF2-40B4-BE49-F238E27FC236}">
                    <a16:creationId xmlns:a16="http://schemas.microsoft.com/office/drawing/2014/main" id="{57F79B67-FFD3-42D2-AD86-9269EE9FDC8D}"/>
                  </a:ext>
                </a:extLst>
              </p:cNvPr>
              <p:cNvSpPr/>
              <p:nvPr userDrawn="1"/>
            </p:nvSpPr>
            <p:spPr>
              <a:xfrm>
                <a:off x="-3272339" y="5172919"/>
                <a:ext cx="445168" cy="445167"/>
              </a:xfrm>
              <a:prstGeom prst="rect">
                <a:avLst/>
              </a:prstGeom>
              <a:solidFill>
                <a:srgbClr val="025EA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7" name="Прямоугольник 46">
                <a:extLst>
                  <a:ext uri="{FF2B5EF4-FFF2-40B4-BE49-F238E27FC236}">
                    <a16:creationId xmlns:a16="http://schemas.microsoft.com/office/drawing/2014/main" id="{DEBB1C6A-8D47-4809-91ED-56325DBE01FB}"/>
                  </a:ext>
                </a:extLst>
              </p:cNvPr>
              <p:cNvSpPr/>
              <p:nvPr userDrawn="1"/>
            </p:nvSpPr>
            <p:spPr>
              <a:xfrm>
                <a:off x="-2831026" y="5172919"/>
                <a:ext cx="445168" cy="445167"/>
              </a:xfrm>
              <a:prstGeom prst="rect">
                <a:avLst/>
              </a:prstGeom>
              <a:solidFill>
                <a:srgbClr val="FFFFFF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8" name="Прямоугольник 47">
                <a:extLst>
                  <a:ext uri="{FF2B5EF4-FFF2-40B4-BE49-F238E27FC236}">
                    <a16:creationId xmlns:a16="http://schemas.microsoft.com/office/drawing/2014/main" id="{068DBF5E-2A56-4A18-9430-ECA74B8FB59C}"/>
                  </a:ext>
                </a:extLst>
              </p:cNvPr>
              <p:cNvSpPr/>
              <p:nvPr userDrawn="1"/>
            </p:nvSpPr>
            <p:spPr>
              <a:xfrm>
                <a:off x="-2382452" y="5172919"/>
                <a:ext cx="445168" cy="445167"/>
              </a:xfrm>
              <a:prstGeom prst="rect">
                <a:avLst/>
              </a:prstGeom>
              <a:solidFill>
                <a:srgbClr val="6CACE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9" name="Прямоугольник 48">
                <a:extLst>
                  <a:ext uri="{FF2B5EF4-FFF2-40B4-BE49-F238E27FC236}">
                    <a16:creationId xmlns:a16="http://schemas.microsoft.com/office/drawing/2014/main" id="{2BD7864E-7721-42DF-A6B7-63304789B28C}"/>
                  </a:ext>
                </a:extLst>
              </p:cNvPr>
              <p:cNvSpPr/>
              <p:nvPr userDrawn="1"/>
            </p:nvSpPr>
            <p:spPr>
              <a:xfrm>
                <a:off x="-1933878" y="5172919"/>
                <a:ext cx="445168" cy="445167"/>
              </a:xfrm>
              <a:prstGeom prst="rect">
                <a:avLst/>
              </a:prstGeom>
              <a:solidFill>
                <a:srgbClr val="24978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50" name="Прямоугольник 49">
                <a:extLst>
                  <a:ext uri="{FF2B5EF4-FFF2-40B4-BE49-F238E27FC236}">
                    <a16:creationId xmlns:a16="http://schemas.microsoft.com/office/drawing/2014/main" id="{BB784DE6-22B8-48BD-A234-BD3362651C3D}"/>
                  </a:ext>
                </a:extLst>
              </p:cNvPr>
              <p:cNvSpPr/>
              <p:nvPr userDrawn="1"/>
            </p:nvSpPr>
            <p:spPr>
              <a:xfrm>
                <a:off x="-1499137" y="5172919"/>
                <a:ext cx="445168" cy="445167"/>
              </a:xfrm>
              <a:prstGeom prst="rect">
                <a:avLst/>
              </a:prstGeom>
              <a:solidFill>
                <a:srgbClr val="FD692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0FB4ECD2-3567-4D7C-8E2F-11EB9C5D6832}"/>
                </a:ext>
              </a:extLst>
            </p:cNvPr>
            <p:cNvGrpSpPr/>
            <p:nvPr userDrawn="1"/>
          </p:nvGrpSpPr>
          <p:grpSpPr>
            <a:xfrm>
              <a:off x="-1797595" y="4894920"/>
              <a:ext cx="1445274" cy="344038"/>
              <a:chOff x="-3912639" y="6035560"/>
              <a:chExt cx="3303838" cy="786457"/>
            </a:xfrm>
          </p:grpSpPr>
          <p:sp>
            <p:nvSpPr>
              <p:cNvPr id="36" name="Прямоугольник 35">
                <a:extLst>
                  <a:ext uri="{FF2B5EF4-FFF2-40B4-BE49-F238E27FC236}">
                    <a16:creationId xmlns:a16="http://schemas.microsoft.com/office/drawing/2014/main" id="{C7457DE6-6FE8-414B-BD4C-54D3233A2847}"/>
                  </a:ext>
                </a:extLst>
              </p:cNvPr>
              <p:cNvSpPr/>
              <p:nvPr userDrawn="1"/>
            </p:nvSpPr>
            <p:spPr>
              <a:xfrm>
                <a:off x="-3699347" y="6035560"/>
                <a:ext cx="445168" cy="445168"/>
              </a:xfrm>
              <a:prstGeom prst="rect">
                <a:avLst/>
              </a:prstGeom>
              <a:solidFill>
                <a:srgbClr val="00327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E1AB5B3-99DC-4913-8A60-613666BEF52D}"/>
                  </a:ext>
                </a:extLst>
              </p:cNvPr>
              <p:cNvSpPr txBox="1"/>
              <p:nvPr userDrawn="1"/>
            </p:nvSpPr>
            <p:spPr>
              <a:xfrm>
                <a:off x="-3912639" y="6399878"/>
                <a:ext cx="1136698" cy="422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</a:rPr>
                  <a:t>7 цветов</a:t>
                </a:r>
              </a:p>
            </p:txBody>
          </p:sp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AB9B25B4-0268-43EF-BC89-8ACAC81E9B45}"/>
                  </a:ext>
                </a:extLst>
              </p:cNvPr>
              <p:cNvSpPr/>
              <p:nvPr userDrawn="1"/>
            </p:nvSpPr>
            <p:spPr>
              <a:xfrm>
                <a:off x="-3272339" y="6035560"/>
                <a:ext cx="445168" cy="445167"/>
              </a:xfrm>
              <a:prstGeom prst="rect">
                <a:avLst/>
              </a:prstGeom>
              <a:solidFill>
                <a:srgbClr val="025EA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264EFE68-8EE6-4412-AEFD-9B75BC803351}"/>
                  </a:ext>
                </a:extLst>
              </p:cNvPr>
              <p:cNvSpPr/>
              <p:nvPr userDrawn="1"/>
            </p:nvSpPr>
            <p:spPr>
              <a:xfrm>
                <a:off x="-2831023" y="6035560"/>
                <a:ext cx="445168" cy="445167"/>
              </a:xfrm>
              <a:prstGeom prst="rect">
                <a:avLst/>
              </a:prstGeom>
              <a:solidFill>
                <a:srgbClr val="FFFFFF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5A5CBB8B-A321-424F-9C5B-33562BB7DFEE}"/>
                  </a:ext>
                </a:extLst>
              </p:cNvPr>
              <p:cNvSpPr/>
              <p:nvPr userDrawn="1"/>
            </p:nvSpPr>
            <p:spPr>
              <a:xfrm>
                <a:off x="-2382450" y="6035560"/>
                <a:ext cx="445168" cy="445167"/>
              </a:xfrm>
              <a:prstGeom prst="rect">
                <a:avLst/>
              </a:prstGeom>
              <a:solidFill>
                <a:srgbClr val="6CACE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1" name="Прямоугольник 40">
                <a:extLst>
                  <a:ext uri="{FF2B5EF4-FFF2-40B4-BE49-F238E27FC236}">
                    <a16:creationId xmlns:a16="http://schemas.microsoft.com/office/drawing/2014/main" id="{D8B01A36-9EB1-49C0-B55D-5A0425B491F8}"/>
                  </a:ext>
                </a:extLst>
              </p:cNvPr>
              <p:cNvSpPr/>
              <p:nvPr userDrawn="1"/>
            </p:nvSpPr>
            <p:spPr>
              <a:xfrm>
                <a:off x="-1933878" y="6035560"/>
                <a:ext cx="445168" cy="445167"/>
              </a:xfrm>
              <a:prstGeom prst="rect">
                <a:avLst/>
              </a:prstGeom>
              <a:solidFill>
                <a:srgbClr val="24978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2" name="Прямоугольник 41">
                <a:extLst>
                  <a:ext uri="{FF2B5EF4-FFF2-40B4-BE49-F238E27FC236}">
                    <a16:creationId xmlns:a16="http://schemas.microsoft.com/office/drawing/2014/main" id="{5D0DA003-A30B-4E29-880F-759621374F1D}"/>
                  </a:ext>
                </a:extLst>
              </p:cNvPr>
              <p:cNvSpPr/>
              <p:nvPr userDrawn="1"/>
            </p:nvSpPr>
            <p:spPr>
              <a:xfrm>
                <a:off x="-1497459" y="6035560"/>
                <a:ext cx="445168" cy="445167"/>
              </a:xfrm>
              <a:prstGeom prst="rect">
                <a:avLst/>
              </a:prstGeom>
              <a:solidFill>
                <a:srgbClr val="FD692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43" name="Прямоугольник 42">
                <a:extLst>
                  <a:ext uri="{FF2B5EF4-FFF2-40B4-BE49-F238E27FC236}">
                    <a16:creationId xmlns:a16="http://schemas.microsoft.com/office/drawing/2014/main" id="{87B502B7-1494-4AC2-9E84-0F14D160D3FE}"/>
                  </a:ext>
                </a:extLst>
              </p:cNvPr>
              <p:cNvSpPr/>
              <p:nvPr userDrawn="1"/>
            </p:nvSpPr>
            <p:spPr>
              <a:xfrm>
                <a:off x="-1053969" y="6035560"/>
                <a:ext cx="445168" cy="445167"/>
              </a:xfrm>
              <a:prstGeom prst="rect">
                <a:avLst/>
              </a:prstGeom>
              <a:solidFill>
                <a:srgbClr val="E20079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99FA22B-3F9E-4C90-B9CE-37BB45404FCF}"/>
                </a:ext>
              </a:extLst>
            </p:cNvPr>
            <p:cNvSpPr txBox="1"/>
            <p:nvPr userDrawn="1"/>
          </p:nvSpPr>
          <p:spPr>
            <a:xfrm>
              <a:off x="-1528236" y="5408433"/>
              <a:ext cx="11544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</a:rPr>
                <a:t>положительная динамика/</a:t>
              </a:r>
              <a:br>
                <a:rPr kumimoji="0" lang="ru-RU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</a:rPr>
              </a:br>
              <a:r>
                <a:rPr kumimoji="0" lang="ru-RU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</a:rPr>
                <a:t>результат</a:t>
              </a:r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E1C2D364-E747-4911-AE23-A009D16B9FB6}"/>
                </a:ext>
              </a:extLst>
            </p:cNvPr>
            <p:cNvSpPr/>
            <p:nvPr userDrawn="1"/>
          </p:nvSpPr>
          <p:spPr>
            <a:xfrm>
              <a:off x="-1721626" y="5456606"/>
              <a:ext cx="194740" cy="194740"/>
            </a:xfrm>
            <a:prstGeom prst="rect">
              <a:avLst/>
            </a:prstGeom>
            <a:solidFill>
              <a:srgbClr val="56C02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AE3C008E-90E7-469E-894A-7E599FEB4850}"/>
                </a:ext>
              </a:extLst>
            </p:cNvPr>
            <p:cNvSpPr/>
            <p:nvPr userDrawn="1"/>
          </p:nvSpPr>
          <p:spPr>
            <a:xfrm>
              <a:off x="-1721626" y="5719722"/>
              <a:ext cx="194740" cy="194740"/>
            </a:xfrm>
            <a:prstGeom prst="rect">
              <a:avLst/>
            </a:prstGeom>
            <a:solidFill>
              <a:srgbClr val="FCC30B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AB6E1658-FE24-47AE-B11F-8771BEA664FD}"/>
                </a:ext>
              </a:extLst>
            </p:cNvPr>
            <p:cNvSpPr/>
            <p:nvPr userDrawn="1"/>
          </p:nvSpPr>
          <p:spPr>
            <a:xfrm>
              <a:off x="-1721626" y="5982838"/>
              <a:ext cx="194740" cy="194740"/>
            </a:xfrm>
            <a:prstGeom prst="rect">
              <a:avLst/>
            </a:prstGeom>
            <a:solidFill>
              <a:srgbClr val="FF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A07CF203-1C26-4053-9518-2D655D428D42}"/>
                </a:ext>
              </a:extLst>
            </p:cNvPr>
            <p:cNvGrpSpPr/>
            <p:nvPr userDrawn="1"/>
          </p:nvGrpSpPr>
          <p:grpSpPr>
            <a:xfrm>
              <a:off x="-1805942" y="6456996"/>
              <a:ext cx="381836" cy="352028"/>
              <a:chOff x="-3928293" y="865121"/>
              <a:chExt cx="872862" cy="804722"/>
            </a:xfrm>
          </p:grpSpPr>
          <p:sp>
            <p:nvSpPr>
              <p:cNvPr id="34" name="Прямоугольник 33">
                <a:extLst>
                  <a:ext uri="{FF2B5EF4-FFF2-40B4-BE49-F238E27FC236}">
                    <a16:creationId xmlns:a16="http://schemas.microsoft.com/office/drawing/2014/main" id="{0DF6FA12-F87E-43CE-8757-AE5F68D8766B}"/>
                  </a:ext>
                </a:extLst>
              </p:cNvPr>
              <p:cNvSpPr/>
              <p:nvPr userDrawn="1"/>
            </p:nvSpPr>
            <p:spPr>
              <a:xfrm>
                <a:off x="-3699347" y="865121"/>
                <a:ext cx="445168" cy="445167"/>
              </a:xfrm>
              <a:prstGeom prst="rect">
                <a:avLst/>
              </a:prstGeom>
              <a:solidFill>
                <a:srgbClr val="33333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F2B2CD8-8BBF-4056-97A2-75EFDAA82A71}"/>
                  </a:ext>
                </a:extLst>
              </p:cNvPr>
              <p:cNvSpPr txBox="1"/>
              <p:nvPr userDrawn="1"/>
            </p:nvSpPr>
            <p:spPr>
              <a:xfrm>
                <a:off x="-3928293" y="1247704"/>
                <a:ext cx="872862" cy="422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</a:rPr>
                  <a:t>Текст</a:t>
                </a:r>
              </a:p>
            </p:txBody>
          </p:sp>
        </p:grpSp>
        <p:grpSp>
          <p:nvGrpSpPr>
            <p:cNvPr id="20" name="Группа 19">
              <a:extLst>
                <a:ext uri="{FF2B5EF4-FFF2-40B4-BE49-F238E27FC236}">
                  <a16:creationId xmlns:a16="http://schemas.microsoft.com/office/drawing/2014/main" id="{8D813E73-4BE7-4E4A-846B-A160575359AD}"/>
                </a:ext>
              </a:extLst>
            </p:cNvPr>
            <p:cNvGrpSpPr/>
            <p:nvPr userDrawn="1"/>
          </p:nvGrpSpPr>
          <p:grpSpPr>
            <a:xfrm>
              <a:off x="-1422344" y="6457150"/>
              <a:ext cx="442750" cy="352029"/>
              <a:chOff x="-3931913" y="865121"/>
              <a:chExt cx="1012108" cy="804724"/>
            </a:xfrm>
          </p:grpSpPr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D1BB6A09-8EF7-4AA5-B3E9-7F826E39E691}"/>
                  </a:ext>
                </a:extLst>
              </p:cNvPr>
              <p:cNvSpPr/>
              <p:nvPr userDrawn="1"/>
            </p:nvSpPr>
            <p:spPr>
              <a:xfrm>
                <a:off x="-3699347" y="865121"/>
                <a:ext cx="445167" cy="445168"/>
              </a:xfrm>
              <a:prstGeom prst="rect">
                <a:avLst/>
              </a:prstGeom>
              <a:solidFill>
                <a:srgbClr val="FFFFFF">
                  <a:lumMod val="5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A7AC9DE-9081-4960-81CA-A8CB8C4B24B9}"/>
                  </a:ext>
                </a:extLst>
              </p:cNvPr>
              <p:cNvSpPr txBox="1"/>
              <p:nvPr userDrawn="1"/>
            </p:nvSpPr>
            <p:spPr>
              <a:xfrm>
                <a:off x="-3931913" y="1247706"/>
                <a:ext cx="1012108" cy="422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</a:rPr>
                  <a:t>Сноска</a:t>
                </a:r>
              </a:p>
            </p:txBody>
          </p:sp>
        </p:grpSp>
        <p:grpSp>
          <p:nvGrpSpPr>
            <p:cNvPr id="21" name="Группа 20">
              <a:extLst>
                <a:ext uri="{FF2B5EF4-FFF2-40B4-BE49-F238E27FC236}">
                  <a16:creationId xmlns:a16="http://schemas.microsoft.com/office/drawing/2014/main" id="{CC1E13AC-9A99-4111-A1F7-A586BB3D18B3}"/>
                </a:ext>
              </a:extLst>
            </p:cNvPr>
            <p:cNvGrpSpPr/>
            <p:nvPr userDrawn="1"/>
          </p:nvGrpSpPr>
          <p:grpSpPr>
            <a:xfrm>
              <a:off x="-1802754" y="2701940"/>
              <a:ext cx="412292" cy="344038"/>
              <a:chOff x="-3912639" y="1756859"/>
              <a:chExt cx="942484" cy="786457"/>
            </a:xfrm>
          </p:grpSpPr>
          <p:sp>
            <p:nvSpPr>
              <p:cNvPr id="30" name="Прямоугольник 29">
                <a:extLst>
                  <a:ext uri="{FF2B5EF4-FFF2-40B4-BE49-F238E27FC236}">
                    <a16:creationId xmlns:a16="http://schemas.microsoft.com/office/drawing/2014/main" id="{0A33D4C8-8194-49E6-9408-78DD4F30C998}"/>
                  </a:ext>
                </a:extLst>
              </p:cNvPr>
              <p:cNvSpPr/>
              <p:nvPr userDrawn="1"/>
            </p:nvSpPr>
            <p:spPr>
              <a:xfrm>
                <a:off x="-3699347" y="1756859"/>
                <a:ext cx="445168" cy="445168"/>
              </a:xfrm>
              <a:prstGeom prst="rect">
                <a:avLst/>
              </a:prstGeom>
              <a:solidFill>
                <a:srgbClr val="025EA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DE718B6-B555-496F-811D-EF91A6CEF92B}"/>
                  </a:ext>
                </a:extLst>
              </p:cNvPr>
              <p:cNvSpPr txBox="1"/>
              <p:nvPr userDrawn="1"/>
            </p:nvSpPr>
            <p:spPr>
              <a:xfrm>
                <a:off x="-3912639" y="2121177"/>
                <a:ext cx="942484" cy="422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</a:rPr>
                  <a:t>1 цвет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AE0EB03-FD24-4EF9-9222-726FAD5919C4}"/>
                </a:ext>
              </a:extLst>
            </p:cNvPr>
            <p:cNvSpPr txBox="1"/>
            <p:nvPr userDrawn="1"/>
          </p:nvSpPr>
          <p:spPr>
            <a:xfrm>
              <a:off x="-1808169" y="2489382"/>
              <a:ext cx="1685178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</a:rPr>
                <a:t>Рекомендуемые сочетания цветов </a:t>
              </a:r>
              <a:endParaRPr kumimoji="0" lang="ru-RU" sz="6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DAC7EC2-548D-43F0-9524-56F943C5CF64}"/>
                </a:ext>
              </a:extLst>
            </p:cNvPr>
            <p:cNvSpPr txBox="1"/>
            <p:nvPr userDrawn="1"/>
          </p:nvSpPr>
          <p:spPr>
            <a:xfrm>
              <a:off x="-1817694" y="5233360"/>
              <a:ext cx="90922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</a:rPr>
                <a:t>Цвета-индикаторы</a:t>
              </a:r>
              <a:endParaRPr kumimoji="0" lang="ru-RU" sz="6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0DFEBA6-FB91-4BF4-A906-87B938AFC512}"/>
                </a:ext>
              </a:extLst>
            </p:cNvPr>
            <p:cNvSpPr txBox="1"/>
            <p:nvPr userDrawn="1"/>
          </p:nvSpPr>
          <p:spPr>
            <a:xfrm>
              <a:off x="-1811344" y="6230913"/>
              <a:ext cx="63671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600" b="1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</a:rPr>
                <a:t>Цвет текста</a:t>
              </a:r>
              <a:endParaRPr kumimoji="0" lang="ru-RU" sz="600" b="0" i="0" u="none" strike="noStrike" kern="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</a:endParaRPr>
            </a:p>
          </p:txBody>
        </p:sp>
        <p:grpSp>
          <p:nvGrpSpPr>
            <p:cNvPr id="25" name="Группа 24">
              <a:extLst>
                <a:ext uri="{FF2B5EF4-FFF2-40B4-BE49-F238E27FC236}">
                  <a16:creationId xmlns:a16="http://schemas.microsoft.com/office/drawing/2014/main" id="{27806CBD-0592-4C7C-BE22-021791B1DB50}"/>
                </a:ext>
              </a:extLst>
            </p:cNvPr>
            <p:cNvGrpSpPr/>
            <p:nvPr userDrawn="1"/>
          </p:nvGrpSpPr>
          <p:grpSpPr>
            <a:xfrm>
              <a:off x="-1032778" y="6457150"/>
              <a:ext cx="598241" cy="352029"/>
              <a:chOff x="-3931913" y="865121"/>
              <a:chExt cx="1367552" cy="804724"/>
            </a:xfrm>
          </p:grpSpPr>
          <p:sp>
            <p:nvSpPr>
              <p:cNvPr id="28" name="Прямоугольник 27">
                <a:extLst>
                  <a:ext uri="{FF2B5EF4-FFF2-40B4-BE49-F238E27FC236}">
                    <a16:creationId xmlns:a16="http://schemas.microsoft.com/office/drawing/2014/main" id="{E5684712-17E5-46F4-844A-D04C8CF28FE5}"/>
                  </a:ext>
                </a:extLst>
              </p:cNvPr>
              <p:cNvSpPr/>
              <p:nvPr userDrawn="1"/>
            </p:nvSpPr>
            <p:spPr>
              <a:xfrm>
                <a:off x="-3699347" y="865121"/>
                <a:ext cx="445167" cy="445168"/>
              </a:xfrm>
              <a:prstGeom prst="rect">
                <a:avLst/>
              </a:prstGeom>
              <a:solidFill>
                <a:srgbClr val="025EA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E5C1B71-8DCF-4E6C-8A4A-ECA7BC2E7697}"/>
                  </a:ext>
                </a:extLst>
              </p:cNvPr>
              <p:cNvSpPr txBox="1"/>
              <p:nvPr userDrawn="1"/>
            </p:nvSpPr>
            <p:spPr>
              <a:xfrm>
                <a:off x="-3931913" y="1247706"/>
                <a:ext cx="1367552" cy="42213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33333"/>
                    </a:solidFill>
                    <a:effectLst/>
                    <a:uLnTx/>
                    <a:uFillTx/>
                  </a:rPr>
                  <a:t>Выделение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3622748-D6AF-4D97-A3F2-30FCC1F6EFD2}"/>
                </a:ext>
              </a:extLst>
            </p:cNvPr>
            <p:cNvSpPr txBox="1"/>
            <p:nvPr userDrawn="1"/>
          </p:nvSpPr>
          <p:spPr>
            <a:xfrm>
              <a:off x="-1528236" y="5721247"/>
              <a:ext cx="90762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</a:rPr>
                <a:t>обратить внимание!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4EA6E7F-92BB-408C-A6D6-DB072A5A9745}"/>
                </a:ext>
              </a:extLst>
            </p:cNvPr>
            <p:cNvSpPr txBox="1"/>
            <p:nvPr userDrawn="1"/>
          </p:nvSpPr>
          <p:spPr>
            <a:xfrm>
              <a:off x="-1528236" y="5939956"/>
              <a:ext cx="113845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</a:rPr>
                <a:t>отрицательная динамика/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</a:rPr>
                <a:t>результат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275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  <p:sldLayoutId id="2147483904" r:id="rId12"/>
    <p:sldLayoutId id="2147483924" r:id="rId13"/>
    <p:sldLayoutId id="2147483932" r:id="rId14"/>
  </p:sldLayoutIdLst>
  <p:txStyles>
    <p:titleStyle>
      <a:lvl1pPr algn="l" defTabSz="1042690" rtl="0" eaLnBrk="1" latinLnBrk="0" hangingPunct="1">
        <a:lnSpc>
          <a:spcPct val="90000"/>
        </a:lnSpc>
        <a:spcBef>
          <a:spcPct val="0"/>
        </a:spcBef>
        <a:buNone/>
        <a:defRPr sz="50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673" indent="-260673" algn="l" defTabSz="1042690" rtl="0" eaLnBrk="1" latinLnBrk="0" hangingPunct="1">
        <a:lnSpc>
          <a:spcPct val="90000"/>
        </a:lnSpc>
        <a:spcBef>
          <a:spcPts val="1140"/>
        </a:spcBef>
        <a:buFont typeface="Arial" panose="020B0604020202020204" pitchFamily="34" charset="0"/>
        <a:buChar char="•"/>
        <a:defRPr sz="3193" kern="1200">
          <a:solidFill>
            <a:schemeClr val="tx1"/>
          </a:solidFill>
          <a:latin typeface="+mn-lt"/>
          <a:ea typeface="+mn-ea"/>
          <a:cs typeface="+mn-cs"/>
        </a:defRPr>
      </a:lvl1pPr>
      <a:lvl2pPr marL="78201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37" kern="1200">
          <a:solidFill>
            <a:schemeClr val="tx1"/>
          </a:solidFill>
          <a:latin typeface="+mn-lt"/>
          <a:ea typeface="+mn-ea"/>
          <a:cs typeface="+mn-cs"/>
        </a:defRPr>
      </a:lvl2pPr>
      <a:lvl3pPr marL="130336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281" kern="1200">
          <a:solidFill>
            <a:schemeClr val="tx1"/>
          </a:solidFill>
          <a:latin typeface="+mn-lt"/>
          <a:ea typeface="+mn-ea"/>
          <a:cs typeface="+mn-cs"/>
        </a:defRPr>
      </a:lvl3pPr>
      <a:lvl4pPr marL="182470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346053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867398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38874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910089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431434" indent="-260673" algn="l" defTabSz="1042690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2134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2pPr>
      <a:lvl3pPr marL="1042690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3pPr>
      <a:lvl4pPr marL="1564035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4pPr>
      <a:lvl5pPr marL="208538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5pPr>
      <a:lvl6pPr marL="260672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6pPr>
      <a:lvl7pPr marL="312807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7pPr>
      <a:lvl8pPr marL="3649416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8pPr>
      <a:lvl9pPr marL="4170761" algn="l" defTabSz="1042690" rtl="0" eaLnBrk="1" latinLnBrk="0" hangingPunct="1">
        <a:defRPr sz="20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70">
          <p15:clr>
            <a:srgbClr val="F26B43"/>
          </p15:clr>
        </p15:guide>
        <p15:guide id="2" pos="824">
          <p15:clr>
            <a:srgbClr val="F26B43"/>
          </p15:clr>
        </p15:guide>
        <p15:guide id="3" pos="960">
          <p15:clr>
            <a:srgbClr val="F26B43"/>
          </p15:clr>
        </p15:guide>
        <p15:guide id="4" pos="1413">
          <p15:clr>
            <a:srgbClr val="F26B43"/>
          </p15:clr>
        </p15:guide>
        <p15:guide id="5" pos="1549">
          <p15:clr>
            <a:srgbClr val="F26B43"/>
          </p15:clr>
        </p15:guide>
        <p15:guide id="6" pos="2003">
          <p15:clr>
            <a:srgbClr val="F26B43"/>
          </p15:clr>
        </p15:guide>
        <p15:guide id="7" pos="2139">
          <p15:clr>
            <a:srgbClr val="F26B43"/>
          </p15:clr>
        </p15:guide>
        <p15:guide id="8" pos="2593">
          <p15:clr>
            <a:srgbClr val="F26B43"/>
          </p15:clr>
        </p15:guide>
        <p15:guide id="9" pos="2729">
          <p15:clr>
            <a:srgbClr val="F26B43"/>
          </p15:clr>
        </p15:guide>
        <p15:guide id="10" pos="3182">
          <p15:clr>
            <a:srgbClr val="F26B43"/>
          </p15:clr>
        </p15:guide>
        <p15:guide id="11" pos="3318">
          <p15:clr>
            <a:srgbClr val="F26B43"/>
          </p15:clr>
        </p15:guide>
        <p15:guide id="12" pos="3772">
          <p15:clr>
            <a:srgbClr val="F26B43"/>
          </p15:clr>
        </p15:guide>
        <p15:guide id="13" pos="3908">
          <p15:clr>
            <a:srgbClr val="F26B43"/>
          </p15:clr>
        </p15:guide>
        <p15:guide id="14" pos="4362">
          <p15:clr>
            <a:srgbClr val="F26B43"/>
          </p15:clr>
        </p15:guide>
        <p15:guide id="15" pos="4498">
          <p15:clr>
            <a:srgbClr val="F26B43"/>
          </p15:clr>
        </p15:guide>
        <p15:guide id="16" pos="4952">
          <p15:clr>
            <a:srgbClr val="F26B43"/>
          </p15:clr>
        </p15:guide>
        <p15:guide id="17" pos="5087">
          <p15:clr>
            <a:srgbClr val="F26B43"/>
          </p15:clr>
        </p15:guide>
        <p15:guide id="18" pos="5541">
          <p15:clr>
            <a:srgbClr val="F26B43"/>
          </p15:clr>
        </p15:guide>
        <p15:guide id="19" pos="5676">
          <p15:clr>
            <a:srgbClr val="F26B43"/>
          </p15:clr>
        </p15:guide>
        <p15:guide id="20" pos="6131">
          <p15:clr>
            <a:srgbClr val="F26B43"/>
          </p15:clr>
        </p15:guide>
        <p15:guide id="21" pos="6267">
          <p15:clr>
            <a:srgbClr val="F26B43"/>
          </p15:clr>
        </p15:guide>
        <p15:guide id="22" pos="6720">
          <p15:clr>
            <a:srgbClr val="F26B43"/>
          </p15:clr>
        </p15:guide>
        <p15:guide id="23" pos="6856">
          <p15:clr>
            <a:srgbClr val="F26B43"/>
          </p15:clr>
        </p15:guide>
        <p15:guide id="24" pos="7310">
          <p15:clr>
            <a:srgbClr val="F26B43"/>
          </p15:clr>
        </p15:guide>
        <p15:guide id="25" orient="horz" pos="187">
          <p15:clr>
            <a:srgbClr val="F26B43"/>
          </p15:clr>
        </p15:guide>
        <p15:guide id="26" orient="horz" pos="459">
          <p15:clr>
            <a:srgbClr val="F26B43"/>
          </p15:clr>
        </p15:guide>
        <p15:guide id="30" orient="horz" pos="864">
          <p15:clr>
            <a:srgbClr val="F26B43"/>
          </p15:clr>
        </p15:guide>
        <p15:guide id="33" orient="horz" pos="1003">
          <p15:clr>
            <a:srgbClr val="F26B43"/>
          </p15:clr>
        </p15:guide>
        <p15:guide id="34" orient="horz" pos="1275">
          <p15:clr>
            <a:srgbClr val="F26B43"/>
          </p15:clr>
        </p15:guide>
        <p15:guide id="36" orient="horz" pos="595">
          <p15:clr>
            <a:srgbClr val="F26B43"/>
          </p15:clr>
        </p15:guide>
        <p15:guide id="37" orient="horz" pos="731">
          <p15:clr>
            <a:srgbClr val="F26B43"/>
          </p15:clr>
        </p15:guide>
        <p15:guide id="38" orient="horz" pos="1684">
          <p15:clr>
            <a:srgbClr val="F26B43"/>
          </p15:clr>
        </p15:guide>
        <p15:guide id="39" orient="horz" pos="1412">
          <p15:clr>
            <a:srgbClr val="F26B43"/>
          </p15:clr>
        </p15:guide>
        <p15:guide id="40" orient="horz" pos="1548">
          <p15:clr>
            <a:srgbClr val="F26B43"/>
          </p15:clr>
        </p15:guide>
        <p15:guide id="41" orient="horz" pos="1139">
          <p15:clr>
            <a:srgbClr val="F26B43"/>
          </p15:clr>
        </p15:guide>
        <p15:guide id="42" orient="horz" pos="2092">
          <p15:clr>
            <a:srgbClr val="F26B43"/>
          </p15:clr>
        </p15:guide>
        <p15:guide id="43" orient="horz" pos="1820">
          <p15:clr>
            <a:srgbClr val="F26B43"/>
          </p15:clr>
        </p15:guide>
        <p15:guide id="44" orient="horz" pos="2364">
          <p15:clr>
            <a:srgbClr val="F26B43"/>
          </p15:clr>
        </p15:guide>
        <p15:guide id="45" orient="horz" pos="1956">
          <p15:clr>
            <a:srgbClr val="F26B43"/>
          </p15:clr>
        </p15:guide>
        <p15:guide id="46" orient="horz" pos="2500">
          <p15:clr>
            <a:srgbClr val="F26B43"/>
          </p15:clr>
        </p15:guide>
        <p15:guide id="47" orient="horz" pos="2228">
          <p15:clr>
            <a:srgbClr val="F26B43"/>
          </p15:clr>
        </p15:guide>
        <p15:guide id="48" orient="horz" pos="2636">
          <p15:clr>
            <a:srgbClr val="F26B43"/>
          </p15:clr>
        </p15:guide>
        <p15:guide id="49" orient="horz" pos="2772">
          <p15:clr>
            <a:srgbClr val="F26B43"/>
          </p15:clr>
        </p15:guide>
        <p15:guide id="50" orient="horz" pos="2908">
          <p15:clr>
            <a:srgbClr val="F26B43"/>
          </p15:clr>
        </p15:guide>
        <p15:guide id="51" orient="horz" pos="3045">
          <p15:clr>
            <a:srgbClr val="F26B43"/>
          </p15:clr>
        </p15:guide>
        <p15:guide id="52" orient="horz" pos="3181">
          <p15:clr>
            <a:srgbClr val="F26B43"/>
          </p15:clr>
        </p15:guide>
        <p15:guide id="53" orient="horz" pos="3317">
          <p15:clr>
            <a:srgbClr val="F26B43"/>
          </p15:clr>
        </p15:guide>
        <p15:guide id="55" orient="horz" pos="3453">
          <p15:clr>
            <a:srgbClr val="F26B43"/>
          </p15:clr>
        </p15:guide>
        <p15:guide id="57" orient="horz" pos="3589">
          <p15:clr>
            <a:srgbClr val="F26B43"/>
          </p15:clr>
        </p15:guide>
        <p15:guide id="58" orient="horz" pos="3725">
          <p15:clr>
            <a:srgbClr val="F26B43"/>
          </p15:clr>
        </p15:guide>
        <p15:guide id="59" orient="horz" pos="3861">
          <p15:clr>
            <a:srgbClr val="F26B43"/>
          </p15:clr>
        </p15:guide>
        <p15:guide id="60" orient="horz" pos="3997">
          <p15:clr>
            <a:srgbClr val="F26B43"/>
          </p15:clr>
        </p15:guide>
        <p15:guide id="61" orient="horz" pos="4133">
          <p15:clr>
            <a:srgbClr val="F26B43"/>
          </p15:clr>
        </p15:guide>
      </p15:sldGuideLst>
    </p:ext>
  </p:extLst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"/>
            <a:ext cx="12192000" cy="6864096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668" y="575201"/>
            <a:ext cx="1089152" cy="139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6444"/>
      </p:ext>
    </p:extLst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Текст 1"/>
          <p:cNvSpPr txBox="1"/>
          <p:nvPr userDrawn="1"/>
        </p:nvSpPr>
        <p:spPr bwMode="auto">
          <a:xfrm>
            <a:off x="11158634" y="6382413"/>
            <a:ext cx="460059" cy="214953"/>
          </a:xfrm>
          <a:prstGeom prst="rect">
            <a:avLst/>
          </a:prstGeom>
        </p:spPr>
        <p:txBody>
          <a:bodyPr lIns="0" tIns="0" rIns="0" bIns="0" anchor="b"/>
          <a:lstStyle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70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348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D9737D-88D3-4F40-A281-A12720D62BDC}" type="slidenum">
              <a:rPr kumimoji="0" lang="ru-RU" sz="12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914348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100" b="0" i="0" u="none" strike="noStrike" kern="0" cap="none" spc="0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5" name="Picture 18"/>
          <p:cNvPicPr>
            <a:picLocks noChangeAspect="1"/>
          </p:cNvPicPr>
          <p:nvPr userDrawn="1"/>
        </p:nvPicPr>
        <p:blipFill>
          <a:blip r:embed="rId20"/>
          <a:stretch/>
        </p:blipFill>
        <p:spPr bwMode="auto">
          <a:xfrm>
            <a:off x="9456838" y="407503"/>
            <a:ext cx="2147787" cy="4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144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  <p:sldLayoutId id="2147483953" r:id="rId17"/>
    <p:sldLayoutId id="2147483954" r:id="rId18"/>
  </p:sldLayoutIdLst>
  <p:txStyles>
    <p:titleStyle>
      <a:lvl1pPr algn="l" defTabSz="1042690">
        <a:lnSpc>
          <a:spcPct val="90000"/>
        </a:lnSpc>
        <a:spcBef>
          <a:spcPts val="0"/>
        </a:spcBef>
        <a:buNone/>
        <a:defRPr sz="50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672" indent="-260672" algn="l" defTabSz="1042690">
        <a:lnSpc>
          <a:spcPct val="90000"/>
        </a:lnSpc>
        <a:spcBef>
          <a:spcPts val="114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82018" indent="-260672" algn="l" defTabSz="1042690">
        <a:lnSpc>
          <a:spcPct val="90000"/>
        </a:lnSpc>
        <a:spcBef>
          <a:spcPts val="570"/>
        </a:spcBef>
        <a:buFont typeface="Arial"/>
        <a:buChar char="•"/>
        <a:defRPr sz="2750">
          <a:solidFill>
            <a:schemeClr val="tx1"/>
          </a:solidFill>
          <a:latin typeface="+mn-lt"/>
          <a:ea typeface="+mn-ea"/>
          <a:cs typeface="+mn-cs"/>
        </a:defRPr>
      </a:lvl2pPr>
      <a:lvl3pPr marL="1303363" indent="-260672" algn="l" defTabSz="1042690">
        <a:lnSpc>
          <a:spcPct val="90000"/>
        </a:lnSpc>
        <a:spcBef>
          <a:spcPts val="570"/>
        </a:spcBef>
        <a:buFont typeface="Arial"/>
        <a:buChar char="•"/>
        <a:defRPr sz="2300">
          <a:solidFill>
            <a:schemeClr val="tx1"/>
          </a:solidFill>
          <a:latin typeface="+mn-lt"/>
          <a:ea typeface="+mn-ea"/>
          <a:cs typeface="+mn-cs"/>
        </a:defRPr>
      </a:lvl3pPr>
      <a:lvl4pPr marL="1824708" indent="-260672" algn="l" defTabSz="1042690">
        <a:lnSpc>
          <a:spcPct val="90000"/>
        </a:lnSpc>
        <a:spcBef>
          <a:spcPts val="570"/>
        </a:spcBef>
        <a:buFont typeface="Arial"/>
        <a:buChar char="•"/>
        <a:defRPr sz="2050">
          <a:solidFill>
            <a:schemeClr val="tx1"/>
          </a:solidFill>
          <a:latin typeface="+mn-lt"/>
          <a:ea typeface="+mn-ea"/>
          <a:cs typeface="+mn-cs"/>
        </a:defRPr>
      </a:lvl4pPr>
      <a:lvl5pPr marL="2346053" indent="-260672" algn="l" defTabSz="1042690">
        <a:lnSpc>
          <a:spcPct val="90000"/>
        </a:lnSpc>
        <a:spcBef>
          <a:spcPts val="570"/>
        </a:spcBef>
        <a:buFont typeface="Arial"/>
        <a:buChar char="•"/>
        <a:defRPr sz="2050">
          <a:solidFill>
            <a:schemeClr val="tx1"/>
          </a:solidFill>
          <a:latin typeface="+mn-lt"/>
          <a:ea typeface="+mn-ea"/>
          <a:cs typeface="+mn-cs"/>
        </a:defRPr>
      </a:lvl5pPr>
      <a:lvl6pPr marL="2867398" indent="-260672" algn="l" defTabSz="1042690">
        <a:lnSpc>
          <a:spcPct val="90000"/>
        </a:lnSpc>
        <a:spcBef>
          <a:spcPts val="570"/>
        </a:spcBef>
        <a:buFont typeface="Arial"/>
        <a:buChar char="•"/>
        <a:defRPr sz="2050">
          <a:solidFill>
            <a:schemeClr val="tx1"/>
          </a:solidFill>
          <a:latin typeface="+mn-lt"/>
          <a:ea typeface="+mn-ea"/>
          <a:cs typeface="+mn-cs"/>
        </a:defRPr>
      </a:lvl6pPr>
      <a:lvl7pPr marL="3388744" indent="-260672" algn="l" defTabSz="1042690">
        <a:lnSpc>
          <a:spcPct val="90000"/>
        </a:lnSpc>
        <a:spcBef>
          <a:spcPts val="570"/>
        </a:spcBef>
        <a:buFont typeface="Arial"/>
        <a:buChar char="•"/>
        <a:defRPr sz="2050">
          <a:solidFill>
            <a:schemeClr val="tx1"/>
          </a:solidFill>
          <a:latin typeface="+mn-lt"/>
          <a:ea typeface="+mn-ea"/>
          <a:cs typeface="+mn-cs"/>
        </a:defRPr>
      </a:lvl7pPr>
      <a:lvl8pPr marL="3910089" indent="-260672" algn="l" defTabSz="1042690">
        <a:lnSpc>
          <a:spcPct val="90000"/>
        </a:lnSpc>
        <a:spcBef>
          <a:spcPts val="570"/>
        </a:spcBef>
        <a:buFont typeface="Arial"/>
        <a:buChar char="•"/>
        <a:defRPr sz="2050">
          <a:solidFill>
            <a:schemeClr val="tx1"/>
          </a:solidFill>
          <a:latin typeface="+mn-lt"/>
          <a:ea typeface="+mn-ea"/>
          <a:cs typeface="+mn-cs"/>
        </a:defRPr>
      </a:lvl8pPr>
      <a:lvl9pPr marL="4431434" indent="-260672" algn="l" defTabSz="1042690">
        <a:lnSpc>
          <a:spcPct val="90000"/>
        </a:lnSpc>
        <a:spcBef>
          <a:spcPts val="570"/>
        </a:spcBef>
        <a:buFont typeface="Arial"/>
        <a:buChar char="•"/>
        <a:defRPr sz="20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42690">
        <a:defRPr sz="2050">
          <a:solidFill>
            <a:schemeClr val="tx1"/>
          </a:solidFill>
          <a:latin typeface="+mn-lt"/>
          <a:ea typeface="+mn-ea"/>
          <a:cs typeface="+mn-cs"/>
        </a:defRPr>
      </a:lvl1pPr>
      <a:lvl2pPr marL="521345" algn="l" defTabSz="1042690">
        <a:defRPr sz="2050">
          <a:solidFill>
            <a:schemeClr val="tx1"/>
          </a:solidFill>
          <a:latin typeface="+mn-lt"/>
          <a:ea typeface="+mn-ea"/>
          <a:cs typeface="+mn-cs"/>
        </a:defRPr>
      </a:lvl2pPr>
      <a:lvl3pPr marL="1042690" algn="l" defTabSz="1042690">
        <a:defRPr sz="2050">
          <a:solidFill>
            <a:schemeClr val="tx1"/>
          </a:solidFill>
          <a:latin typeface="+mn-lt"/>
          <a:ea typeface="+mn-ea"/>
          <a:cs typeface="+mn-cs"/>
        </a:defRPr>
      </a:lvl3pPr>
      <a:lvl4pPr marL="1564035" algn="l" defTabSz="1042690">
        <a:defRPr sz="2050">
          <a:solidFill>
            <a:schemeClr val="tx1"/>
          </a:solidFill>
          <a:latin typeface="+mn-lt"/>
          <a:ea typeface="+mn-ea"/>
          <a:cs typeface="+mn-cs"/>
        </a:defRPr>
      </a:lvl4pPr>
      <a:lvl5pPr marL="2085381" algn="l" defTabSz="1042690">
        <a:defRPr sz="2050">
          <a:solidFill>
            <a:schemeClr val="tx1"/>
          </a:solidFill>
          <a:latin typeface="+mn-lt"/>
          <a:ea typeface="+mn-ea"/>
          <a:cs typeface="+mn-cs"/>
        </a:defRPr>
      </a:lvl5pPr>
      <a:lvl6pPr marL="2606726" algn="l" defTabSz="1042690">
        <a:defRPr sz="2050">
          <a:solidFill>
            <a:schemeClr val="tx1"/>
          </a:solidFill>
          <a:latin typeface="+mn-lt"/>
          <a:ea typeface="+mn-ea"/>
          <a:cs typeface="+mn-cs"/>
        </a:defRPr>
      </a:lvl6pPr>
      <a:lvl7pPr marL="3128071" algn="l" defTabSz="1042690">
        <a:defRPr sz="2050">
          <a:solidFill>
            <a:schemeClr val="tx1"/>
          </a:solidFill>
          <a:latin typeface="+mn-lt"/>
          <a:ea typeface="+mn-ea"/>
          <a:cs typeface="+mn-cs"/>
        </a:defRPr>
      </a:lvl7pPr>
      <a:lvl8pPr marL="3649416" algn="l" defTabSz="1042690">
        <a:defRPr sz="2050">
          <a:solidFill>
            <a:schemeClr val="tx1"/>
          </a:solidFill>
          <a:latin typeface="+mn-lt"/>
          <a:ea typeface="+mn-ea"/>
          <a:cs typeface="+mn-cs"/>
        </a:defRPr>
      </a:lvl8pPr>
      <a:lvl9pPr marL="4170761" algn="l" defTabSz="1042690">
        <a:defRPr sz="20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37"/>
          <p:cNvSpPr>
            <a:spLocks noGrp="1"/>
          </p:cNvSpPr>
          <p:nvPr>
            <p:ph type="title"/>
          </p:nvPr>
        </p:nvSpPr>
        <p:spPr>
          <a:xfrm>
            <a:off x="587025" y="194841"/>
            <a:ext cx="11604975" cy="579860"/>
          </a:xfrm>
        </p:spPr>
        <p:txBody>
          <a:bodyPr/>
          <a:lstStyle/>
          <a:p>
            <a:r>
              <a:rPr lang="ru-RU" sz="2000" dirty="0"/>
              <a:t>Экспериментальный правовой режим устойчивости ОКИИ </a:t>
            </a:r>
            <a:r>
              <a:rPr lang="ru-RU" sz="2000" dirty="0" smtClean="0"/>
              <a:t>энергетической </a:t>
            </a:r>
            <a:r>
              <a:rPr lang="ru-RU" sz="2000" dirty="0"/>
              <a:t>системы РФ</a:t>
            </a:r>
          </a:p>
        </p:txBody>
      </p:sp>
      <p:pic>
        <p:nvPicPr>
          <p:cNvPr id="38" name="Picture 18">
            <a:extLst>
              <a:ext uri="{FF2B5EF4-FFF2-40B4-BE49-F238E27FC236}">
                <a16:creationId xmlns:a16="http://schemas.microsoft.com/office/drawing/2014/main" id="{E92CC790-3434-799A-5951-065899FA84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97790" y="5479847"/>
            <a:ext cx="2326804" cy="4680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45595" y="5951773"/>
            <a:ext cx="46473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/>
              <a:t>Ключевой </a:t>
            </a:r>
            <a:r>
              <a:rPr lang="ru-RU" sz="1600" b="1" dirty="0" smtClean="0"/>
              <a:t> участник пилотного проекта</a:t>
            </a:r>
            <a:endParaRPr lang="ru-RU" sz="16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524426" y="1345588"/>
            <a:ext cx="3392560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/>
              <a:t>Задачи:</a:t>
            </a:r>
            <a:endParaRPr lang="ru-RU" sz="2000" b="1" dirty="0"/>
          </a:p>
        </p:txBody>
      </p:sp>
      <p:sp>
        <p:nvSpPr>
          <p:cNvPr id="44" name="Прямоугольник 43"/>
          <p:cNvSpPr/>
          <p:nvPr/>
        </p:nvSpPr>
        <p:spPr>
          <a:xfrm>
            <a:off x="584379" y="1850109"/>
            <a:ext cx="43166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Разработать стандарты функциональной устойчивости ОКИИ</a:t>
            </a:r>
            <a:endParaRPr lang="ru-RU" sz="1400" dirty="0"/>
          </a:p>
        </p:txBody>
      </p:sp>
      <p:cxnSp>
        <p:nvCxnSpPr>
          <p:cNvPr id="45" name="Прямая соединительная линия 44"/>
          <p:cNvCxnSpPr/>
          <p:nvPr/>
        </p:nvCxnSpPr>
        <p:spPr>
          <a:xfrm>
            <a:off x="545153" y="1904467"/>
            <a:ext cx="4483" cy="468862"/>
          </a:xfrm>
          <a:prstGeom prst="line">
            <a:avLst/>
          </a:prstGeom>
          <a:ln w="38100">
            <a:solidFill>
              <a:srgbClr val="3B7E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Прямоугольник 45"/>
          <p:cNvSpPr/>
          <p:nvPr/>
        </p:nvSpPr>
        <p:spPr>
          <a:xfrm>
            <a:off x="591329" y="2475942"/>
            <a:ext cx="43166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Внедрить инструменты объективного </a:t>
            </a:r>
            <a:br>
              <a:rPr lang="ru-RU" sz="1400" dirty="0" smtClean="0"/>
            </a:br>
            <a:r>
              <a:rPr lang="ru-RU" sz="1400" dirty="0" smtClean="0"/>
              <a:t>контроля ОКИИ (ДПАК)</a:t>
            </a:r>
            <a:endParaRPr lang="ru-RU" sz="1400" dirty="0"/>
          </a:p>
        </p:txBody>
      </p:sp>
      <p:sp>
        <p:nvSpPr>
          <p:cNvPr id="48" name="Прямоугольник 47"/>
          <p:cNvSpPr/>
          <p:nvPr/>
        </p:nvSpPr>
        <p:spPr>
          <a:xfrm>
            <a:off x="584379" y="3052717"/>
            <a:ext cx="43166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Ситуационный </a:t>
            </a:r>
            <a:r>
              <a:rPr lang="ru-RU" sz="1400" dirty="0"/>
              <a:t>центр </a:t>
            </a:r>
            <a:r>
              <a:rPr lang="ru-RU" sz="1400" dirty="0" smtClean="0"/>
              <a:t/>
            </a:r>
            <a:br>
              <a:rPr lang="ru-RU" sz="1400" dirty="0" smtClean="0"/>
            </a:br>
            <a:r>
              <a:rPr lang="ru-RU" sz="1400" dirty="0" smtClean="0"/>
              <a:t>эксплуатации ОКИИ</a:t>
            </a:r>
            <a:endParaRPr lang="ru-RU" sz="1400" dirty="0"/>
          </a:p>
        </p:txBody>
      </p:sp>
      <p:sp>
        <p:nvSpPr>
          <p:cNvPr id="51" name="Прямоугольник 50"/>
          <p:cNvSpPr/>
          <p:nvPr/>
        </p:nvSpPr>
        <p:spPr>
          <a:xfrm>
            <a:off x="4735999" y="1863825"/>
            <a:ext cx="43166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Унифицированные метрики:</a:t>
            </a:r>
            <a:br>
              <a:rPr lang="ru-RU" sz="1400" dirty="0" smtClean="0"/>
            </a:br>
            <a:r>
              <a:rPr lang="en-US" sz="1400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RTO, RPO, MTTR, </a:t>
            </a:r>
            <a:r>
              <a:rPr lang="en-US" sz="140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MTTD</a:t>
            </a:r>
            <a:r>
              <a:rPr lang="ru-RU" sz="140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SLA</a:t>
            </a:r>
            <a:r>
              <a:rPr lang="ru-RU" sz="1400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и др.</a:t>
            </a:r>
            <a:endParaRPr lang="ru-RU" sz="1400" dirty="0"/>
          </a:p>
        </p:txBody>
      </p:sp>
      <p:sp>
        <p:nvSpPr>
          <p:cNvPr id="52" name="Прямоугольник 51"/>
          <p:cNvSpPr/>
          <p:nvPr/>
        </p:nvSpPr>
        <p:spPr>
          <a:xfrm>
            <a:off x="4735999" y="2498123"/>
            <a:ext cx="43166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Достоверный независимый </a:t>
            </a:r>
            <a:br>
              <a:rPr lang="ru-RU" sz="1400" dirty="0" smtClean="0"/>
            </a:br>
            <a:r>
              <a:rPr lang="ru-RU" sz="1400" dirty="0" smtClean="0"/>
              <a:t>контроль состояния ОКИИ</a:t>
            </a:r>
            <a:endParaRPr lang="ru-RU" sz="1400" dirty="0"/>
          </a:p>
        </p:txBody>
      </p:sp>
      <p:cxnSp>
        <p:nvCxnSpPr>
          <p:cNvPr id="54" name="Прямая соединительная линия 53"/>
          <p:cNvCxnSpPr/>
          <p:nvPr/>
        </p:nvCxnSpPr>
        <p:spPr>
          <a:xfrm>
            <a:off x="571955" y="3105094"/>
            <a:ext cx="4483" cy="468862"/>
          </a:xfrm>
          <a:prstGeom prst="line">
            <a:avLst/>
          </a:prstGeom>
          <a:ln w="38100">
            <a:solidFill>
              <a:srgbClr val="3B7E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Прямоугольник 54"/>
          <p:cNvSpPr/>
          <p:nvPr/>
        </p:nvSpPr>
        <p:spPr>
          <a:xfrm>
            <a:off x="4735999" y="3160438"/>
            <a:ext cx="43166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Контроль и мониторинг 24/7</a:t>
            </a:r>
            <a:endParaRPr lang="ru-RU" sz="1400" dirty="0"/>
          </a:p>
          <a:p>
            <a:endParaRPr lang="ru-RU" sz="1400" dirty="0"/>
          </a:p>
        </p:txBody>
      </p:sp>
      <p:cxnSp>
        <p:nvCxnSpPr>
          <p:cNvPr id="8" name="Прямая со стрелкой 7"/>
          <p:cNvCxnSpPr/>
          <p:nvPr/>
        </p:nvCxnSpPr>
        <p:spPr>
          <a:xfrm>
            <a:off x="4171583" y="2138898"/>
            <a:ext cx="4533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/>
          <p:nvPr/>
        </p:nvCxnSpPr>
        <p:spPr>
          <a:xfrm>
            <a:off x="554809" y="2503121"/>
            <a:ext cx="4483" cy="468862"/>
          </a:xfrm>
          <a:prstGeom prst="line">
            <a:avLst/>
          </a:prstGeom>
          <a:ln w="38100">
            <a:solidFill>
              <a:srgbClr val="3B7E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/>
          <p:cNvCxnSpPr/>
          <p:nvPr/>
        </p:nvCxnSpPr>
        <p:spPr>
          <a:xfrm>
            <a:off x="4152738" y="2732094"/>
            <a:ext cx="4533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/>
          <p:cNvCxnSpPr/>
          <p:nvPr/>
        </p:nvCxnSpPr>
        <p:spPr>
          <a:xfrm>
            <a:off x="4171583" y="3314327"/>
            <a:ext cx="4533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747375" y="1345588"/>
            <a:ext cx="4097689" cy="4001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 smtClean="0"/>
              <a:t>Механизм реализации:</a:t>
            </a:r>
            <a:endParaRPr lang="ru-RU" sz="2000" b="1" dirty="0"/>
          </a:p>
        </p:txBody>
      </p:sp>
      <p:sp>
        <p:nvSpPr>
          <p:cNvPr id="67" name="Прямоугольник 66"/>
          <p:cNvSpPr/>
          <p:nvPr/>
        </p:nvSpPr>
        <p:spPr>
          <a:xfrm>
            <a:off x="7747375" y="1888192"/>
            <a:ext cx="431666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Экспериментальный правовой режим (258-ФЗ)</a:t>
            </a:r>
            <a:endParaRPr lang="ru-RU" sz="1400" dirty="0"/>
          </a:p>
        </p:txBody>
      </p:sp>
      <p:sp>
        <p:nvSpPr>
          <p:cNvPr id="68" name="Прямоугольник 67"/>
          <p:cNvSpPr/>
          <p:nvPr/>
        </p:nvSpPr>
        <p:spPr>
          <a:xfrm>
            <a:off x="7744853" y="2338771"/>
            <a:ext cx="431666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/>
              <a:t>Участники: </a:t>
            </a:r>
            <a:r>
              <a:rPr lang="ru-RU" sz="1400" dirty="0" smtClean="0"/>
              <a:t>Министерство энергетики, Минэкономразвития, ЦБ, </a:t>
            </a:r>
            <a:r>
              <a:rPr lang="ru-RU" sz="1400" dirty="0" err="1" smtClean="0"/>
              <a:t>Минцифры</a:t>
            </a:r>
            <a:r>
              <a:rPr lang="ru-RU" sz="1400" dirty="0" smtClean="0"/>
              <a:t>, ФСТЭК, ФСБ, Газпром, </a:t>
            </a:r>
            <a:r>
              <a:rPr lang="ru-RU" sz="1400" dirty="0" err="1" smtClean="0"/>
              <a:t>Русгидро</a:t>
            </a:r>
            <a:r>
              <a:rPr lang="ru-RU" sz="1400" dirty="0"/>
              <a:t>, </a:t>
            </a:r>
            <a:r>
              <a:rPr lang="ru-RU" sz="1400" b="1" u="sng" dirty="0" smtClean="0"/>
              <a:t>Росатом (КРЭА, РВЭ)</a:t>
            </a:r>
          </a:p>
        </p:txBody>
      </p:sp>
      <p:sp>
        <p:nvSpPr>
          <p:cNvPr id="69" name="Прямоугольник 68"/>
          <p:cNvSpPr/>
          <p:nvPr/>
        </p:nvSpPr>
        <p:spPr>
          <a:xfrm>
            <a:off x="7747375" y="3221447"/>
            <a:ext cx="431666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/>
              <a:t>Сроки: </a:t>
            </a:r>
            <a:r>
              <a:rPr lang="ru-RU" sz="1400" dirty="0" smtClean="0"/>
              <a:t>18-24 месяцев</a:t>
            </a:r>
          </a:p>
        </p:txBody>
      </p:sp>
      <p:sp>
        <p:nvSpPr>
          <p:cNvPr id="70" name="Прямоугольник 69"/>
          <p:cNvSpPr/>
          <p:nvPr/>
        </p:nvSpPr>
        <p:spPr>
          <a:xfrm>
            <a:off x="7747375" y="3645483"/>
            <a:ext cx="431666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/>
              <a:t>Результаты</a:t>
            </a:r>
            <a:r>
              <a:rPr lang="ru-RU" sz="1400" b="1" dirty="0"/>
              <a:t>: </a:t>
            </a:r>
            <a:r>
              <a:rPr lang="ru-RU" sz="1400" dirty="0"/>
              <a:t>Создана </a:t>
            </a:r>
            <a:r>
              <a:rPr lang="ru-RU" sz="1400" dirty="0" smtClean="0"/>
              <a:t>инфраструктура, включая технические </a:t>
            </a:r>
            <a:r>
              <a:rPr lang="ru-RU" sz="1400" dirty="0"/>
              <a:t>и </a:t>
            </a:r>
            <a:r>
              <a:rPr lang="ru-RU" sz="1400" dirty="0" smtClean="0"/>
              <a:t>правовые механизмы, </a:t>
            </a:r>
            <a:r>
              <a:rPr lang="ru-RU" sz="1400" dirty="0"/>
              <a:t>мониторинга </a:t>
            </a:r>
            <a:r>
              <a:rPr lang="ru-RU" sz="1400" dirty="0" smtClean="0"/>
              <a:t>функционального состояния ОКИИ энергетической системы РФ. Готовность масштабирования подхода в другие отрасли КИИ</a:t>
            </a:r>
          </a:p>
        </p:txBody>
      </p:sp>
      <p:sp>
        <p:nvSpPr>
          <p:cNvPr id="71" name="Google Shape;174;p5"/>
          <p:cNvSpPr/>
          <p:nvPr/>
        </p:nvSpPr>
        <p:spPr>
          <a:xfrm>
            <a:off x="544836" y="4936730"/>
            <a:ext cx="11231722" cy="266436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175;p5"/>
          <p:cNvSpPr/>
          <p:nvPr/>
        </p:nvSpPr>
        <p:spPr>
          <a:xfrm>
            <a:off x="627132" y="4900154"/>
            <a:ext cx="436168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ТРЕКА РЕАЛИЗАЦИИ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176;p5"/>
          <p:cNvSpPr/>
          <p:nvPr/>
        </p:nvSpPr>
        <p:spPr>
          <a:xfrm>
            <a:off x="544835" y="5265914"/>
            <a:ext cx="5652765" cy="731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177;p5"/>
          <p:cNvSpPr/>
          <p:nvPr/>
        </p:nvSpPr>
        <p:spPr>
          <a:xfrm>
            <a:off x="544836" y="5265914"/>
            <a:ext cx="347472" cy="73152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178;p5"/>
          <p:cNvSpPr/>
          <p:nvPr/>
        </p:nvSpPr>
        <p:spPr>
          <a:xfrm>
            <a:off x="544836" y="5265914"/>
            <a:ext cx="3474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М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179;p5"/>
          <p:cNvSpPr/>
          <p:nvPr/>
        </p:nvSpPr>
        <p:spPr>
          <a:xfrm>
            <a:off x="947172" y="5320778"/>
            <a:ext cx="40416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000"/>
              <a:buFont typeface="Calibri"/>
              <a:buNone/>
            </a:pPr>
            <a:r>
              <a:rPr lang="en-US" sz="1400" b="1" dirty="0" err="1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Методический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180;p5"/>
          <p:cNvSpPr/>
          <p:nvPr/>
        </p:nvSpPr>
        <p:spPr>
          <a:xfrm>
            <a:off x="947172" y="5521946"/>
            <a:ext cx="5250428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Стандарт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функциональной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устойчивости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: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типовой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объект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→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риски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→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метрики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→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меры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→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проверка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.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Методика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расчёта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интегрального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индекса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.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Матрица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доказательств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.</a:t>
            </a:r>
            <a:endParaRPr sz="95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181;p5"/>
          <p:cNvSpPr/>
          <p:nvPr/>
        </p:nvSpPr>
        <p:spPr>
          <a:xfrm>
            <a:off x="544836" y="6024866"/>
            <a:ext cx="5652764" cy="731520"/>
          </a:xfrm>
          <a:prstGeom prst="rect">
            <a:avLst/>
          </a:prstGeom>
          <a:solidFill>
            <a:srgbClr val="F0F9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182;p5"/>
          <p:cNvSpPr/>
          <p:nvPr/>
        </p:nvSpPr>
        <p:spPr>
          <a:xfrm>
            <a:off x="544836" y="6024866"/>
            <a:ext cx="347472" cy="731520"/>
          </a:xfrm>
          <a:prstGeom prst="rect">
            <a:avLst/>
          </a:prstGeom>
          <a:solidFill>
            <a:srgbClr val="2563EB"/>
          </a:solidFill>
          <a:ln w="1270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183;p5"/>
          <p:cNvSpPr/>
          <p:nvPr/>
        </p:nvSpPr>
        <p:spPr>
          <a:xfrm>
            <a:off x="544836" y="6024866"/>
            <a:ext cx="3474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184;p5"/>
          <p:cNvSpPr/>
          <p:nvPr/>
        </p:nvSpPr>
        <p:spPr>
          <a:xfrm>
            <a:off x="947172" y="6079730"/>
            <a:ext cx="40416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000"/>
              <a:buFont typeface="Calibri"/>
              <a:buNone/>
            </a:pPr>
            <a:r>
              <a:rPr lang="en-US" sz="1400" b="1" dirty="0" err="1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Технологический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185;p5"/>
          <p:cNvSpPr/>
          <p:nvPr/>
        </p:nvSpPr>
        <p:spPr>
          <a:xfrm>
            <a:off x="947172" y="6252311"/>
            <a:ext cx="5250428" cy="449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50" dirty="0" smtClean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MVP 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→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пилот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→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промышленная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версия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.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Реестр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метрик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функциональной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устойчивости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.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Витрина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управленческой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отчётности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.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Защита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доверенности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данных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.</a:t>
            </a:r>
            <a:endParaRPr sz="95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186;p5"/>
          <p:cNvSpPr/>
          <p:nvPr/>
        </p:nvSpPr>
        <p:spPr>
          <a:xfrm>
            <a:off x="6435496" y="5265914"/>
            <a:ext cx="5341062" cy="7315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187;p5"/>
          <p:cNvSpPr/>
          <p:nvPr/>
        </p:nvSpPr>
        <p:spPr>
          <a:xfrm>
            <a:off x="6435496" y="5265914"/>
            <a:ext cx="347472" cy="731520"/>
          </a:xfrm>
          <a:prstGeom prst="rect">
            <a:avLst/>
          </a:prstGeom>
          <a:solidFill>
            <a:srgbClr val="D97706"/>
          </a:solidFill>
          <a:ln w="12700" cap="flat" cmpd="sng">
            <a:solidFill>
              <a:srgbClr val="D977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188;p5"/>
          <p:cNvSpPr/>
          <p:nvPr/>
        </p:nvSpPr>
        <p:spPr>
          <a:xfrm>
            <a:off x="6435496" y="5265914"/>
            <a:ext cx="3474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Ю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189;p5"/>
          <p:cNvSpPr/>
          <p:nvPr/>
        </p:nvSpPr>
        <p:spPr>
          <a:xfrm>
            <a:off x="6837832" y="5320778"/>
            <a:ext cx="40416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000"/>
              <a:buFont typeface="Calibri"/>
              <a:buNone/>
            </a:pPr>
            <a:r>
              <a:rPr lang="en-US" sz="1400" b="1" dirty="0" err="1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Юридический</a:t>
            </a:r>
            <a:r>
              <a:rPr lang="en-US" sz="1400" b="1" dirty="0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190;p5"/>
          <p:cNvSpPr/>
          <p:nvPr/>
        </p:nvSpPr>
        <p:spPr>
          <a:xfrm>
            <a:off x="6837832" y="5540234"/>
            <a:ext cx="493872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Упаковка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в ЭПР по 258-ФЗ.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Рамочный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ФЗ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об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аудите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отчётности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по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функциональной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устойчивости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(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аналог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307-ФЗ).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Согласования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с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Минэком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Минэнерго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, ЦБ.</a:t>
            </a:r>
            <a:endParaRPr sz="95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191;p5"/>
          <p:cNvSpPr/>
          <p:nvPr/>
        </p:nvSpPr>
        <p:spPr>
          <a:xfrm>
            <a:off x="6435496" y="6024866"/>
            <a:ext cx="5341062" cy="731520"/>
          </a:xfrm>
          <a:prstGeom prst="rect">
            <a:avLst/>
          </a:prstGeom>
          <a:solidFill>
            <a:srgbClr val="F0F9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192;p5"/>
          <p:cNvSpPr/>
          <p:nvPr/>
        </p:nvSpPr>
        <p:spPr>
          <a:xfrm>
            <a:off x="6435496" y="6024866"/>
            <a:ext cx="347472" cy="731520"/>
          </a:xfrm>
          <a:prstGeom prst="rect">
            <a:avLst/>
          </a:prstGeom>
          <a:solidFill>
            <a:srgbClr val="059669"/>
          </a:solidFill>
          <a:ln w="12700" cap="flat" cmpd="sng">
            <a:solidFill>
              <a:srgbClr val="0596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193;p5"/>
          <p:cNvSpPr/>
          <p:nvPr/>
        </p:nvSpPr>
        <p:spPr>
          <a:xfrm>
            <a:off x="6435496" y="6024866"/>
            <a:ext cx="3474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194;p5"/>
          <p:cNvSpPr/>
          <p:nvPr/>
        </p:nvSpPr>
        <p:spPr>
          <a:xfrm>
            <a:off x="6837832" y="6079730"/>
            <a:ext cx="40416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B1F4B"/>
              </a:buClr>
              <a:buSzPts val="1000"/>
              <a:buFont typeface="Calibri"/>
              <a:buNone/>
            </a:pPr>
            <a:r>
              <a:rPr lang="en-US" sz="1400" b="1" dirty="0" err="1">
                <a:solidFill>
                  <a:srgbClr val="0B1F4B"/>
                </a:solidFill>
                <a:latin typeface="Calibri"/>
                <a:ea typeface="Calibri"/>
                <a:cs typeface="Calibri"/>
                <a:sym typeface="Calibri"/>
              </a:rPr>
              <a:t>Пилотирование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195;p5"/>
          <p:cNvSpPr/>
          <p:nvPr/>
        </p:nvSpPr>
        <p:spPr>
          <a:xfrm>
            <a:off x="6837832" y="6299186"/>
            <a:ext cx="493872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2–3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объекта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Росатома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: 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пилотный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аудит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тестовое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заключение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по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функциональной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устойчивости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,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промежуточный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n-US" sz="950" dirty="0" err="1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отчёт</a:t>
            </a:r>
            <a:r>
              <a:rPr lang="en-US" sz="950" dirty="0">
                <a:solidFill>
                  <a:srgbClr val="64748B"/>
                </a:solidFill>
                <a:ea typeface="Calibri"/>
                <a:cs typeface="Calibri"/>
                <a:sym typeface="Calibri"/>
              </a:rPr>
              <a:t> ЭПР.</a:t>
            </a:r>
            <a:endParaRPr sz="95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49" name="Прямоугольник 48"/>
          <p:cNvSpPr/>
          <p:nvPr/>
        </p:nvSpPr>
        <p:spPr>
          <a:xfrm>
            <a:off x="456406" y="835310"/>
            <a:ext cx="43166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solidFill>
                  <a:srgbClr val="0058A4"/>
                </a:solidFill>
              </a:rPr>
              <a:t>Цель</a:t>
            </a:r>
            <a:endParaRPr lang="ru-RU" b="1" dirty="0">
              <a:solidFill>
                <a:srgbClr val="0058A4"/>
              </a:solidFill>
            </a:endParaRPr>
          </a:p>
        </p:txBody>
      </p:sp>
      <p:sp>
        <p:nvSpPr>
          <p:cNvPr id="50" name="Прямоугольник 49"/>
          <p:cNvSpPr/>
          <p:nvPr/>
        </p:nvSpPr>
        <p:spPr>
          <a:xfrm>
            <a:off x="1247280" y="847965"/>
            <a:ext cx="1075266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/>
              <a:t>Сформировать нормативный правовой </a:t>
            </a:r>
            <a:r>
              <a:rPr lang="ru-RU" sz="1600" dirty="0"/>
              <a:t>режим обеспечения функциональной устойчивости ОКИИ</a:t>
            </a:r>
          </a:p>
        </p:txBody>
      </p:sp>
      <p:sp>
        <p:nvSpPr>
          <p:cNvPr id="53" name="Прямоугольник 52"/>
          <p:cNvSpPr/>
          <p:nvPr/>
        </p:nvSpPr>
        <p:spPr>
          <a:xfrm>
            <a:off x="584379" y="3648867"/>
            <a:ext cx="43166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Методика </a:t>
            </a:r>
            <a:r>
              <a:rPr lang="ru-RU" sz="1400" dirty="0"/>
              <a:t>оценки устойчивости ОКИИ </a:t>
            </a:r>
            <a:r>
              <a:rPr lang="ru-RU" sz="1400" dirty="0" smtClean="0"/>
              <a:t/>
            </a:r>
            <a:br>
              <a:rPr lang="ru-RU" sz="1400" dirty="0" smtClean="0"/>
            </a:br>
            <a:r>
              <a:rPr lang="ru-RU" sz="1400" dirty="0" smtClean="0"/>
              <a:t>для </a:t>
            </a:r>
            <a:r>
              <a:rPr lang="ru-RU" sz="1400" dirty="0"/>
              <a:t>оценки страховых рисков</a:t>
            </a:r>
          </a:p>
        </p:txBody>
      </p:sp>
      <p:cxnSp>
        <p:nvCxnSpPr>
          <p:cNvPr id="59" name="Прямая соединительная линия 58"/>
          <p:cNvCxnSpPr/>
          <p:nvPr/>
        </p:nvCxnSpPr>
        <p:spPr>
          <a:xfrm>
            <a:off x="571955" y="3701244"/>
            <a:ext cx="4483" cy="468862"/>
          </a:xfrm>
          <a:prstGeom prst="line">
            <a:avLst/>
          </a:prstGeom>
          <a:ln w="38100">
            <a:solidFill>
              <a:srgbClr val="3B7E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Прямоугольник 59"/>
          <p:cNvSpPr/>
          <p:nvPr/>
        </p:nvSpPr>
        <p:spPr>
          <a:xfrm>
            <a:off x="4789359" y="3746019"/>
            <a:ext cx="431666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Независимый аудит</a:t>
            </a:r>
            <a:endParaRPr lang="ru-RU" sz="1400" dirty="0"/>
          </a:p>
        </p:txBody>
      </p:sp>
      <p:cxnSp>
        <p:nvCxnSpPr>
          <p:cNvPr id="61" name="Прямая со стрелкой 60"/>
          <p:cNvCxnSpPr/>
          <p:nvPr/>
        </p:nvCxnSpPr>
        <p:spPr>
          <a:xfrm>
            <a:off x="4171583" y="3910477"/>
            <a:ext cx="4533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Прямоугольник 61"/>
          <p:cNvSpPr/>
          <p:nvPr/>
        </p:nvSpPr>
        <p:spPr>
          <a:xfrm>
            <a:off x="571731" y="4220028"/>
            <a:ext cx="431666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Адаптация нормативного правового регулирования</a:t>
            </a:r>
            <a:endParaRPr lang="ru-RU" sz="1400" dirty="0"/>
          </a:p>
        </p:txBody>
      </p:sp>
      <p:cxnSp>
        <p:nvCxnSpPr>
          <p:cNvPr id="63" name="Прямая соединительная линия 62"/>
          <p:cNvCxnSpPr/>
          <p:nvPr/>
        </p:nvCxnSpPr>
        <p:spPr>
          <a:xfrm>
            <a:off x="559307" y="4272405"/>
            <a:ext cx="4483" cy="468862"/>
          </a:xfrm>
          <a:prstGeom prst="line">
            <a:avLst/>
          </a:prstGeom>
          <a:ln w="38100">
            <a:solidFill>
              <a:srgbClr val="3B7E7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Прямоугольник 63"/>
          <p:cNvSpPr/>
          <p:nvPr/>
        </p:nvSpPr>
        <p:spPr>
          <a:xfrm>
            <a:off x="4773074" y="4137295"/>
            <a:ext cx="43166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Проект ФЗ </a:t>
            </a:r>
            <a:r>
              <a:rPr lang="ru-RU" sz="1400" dirty="0"/>
              <a:t>«О технологической </a:t>
            </a:r>
            <a:r>
              <a:rPr lang="ru-RU" sz="1400" dirty="0" smtClean="0"/>
              <a:t/>
            </a:r>
            <a:br>
              <a:rPr lang="ru-RU" sz="1400" dirty="0" smtClean="0"/>
            </a:br>
            <a:r>
              <a:rPr lang="ru-RU" sz="1400" dirty="0" smtClean="0"/>
              <a:t>независимости и устойчивости </a:t>
            </a:r>
            <a:br>
              <a:rPr lang="ru-RU" sz="1400" dirty="0" smtClean="0"/>
            </a:br>
            <a:r>
              <a:rPr lang="ru-RU" sz="1400" dirty="0" smtClean="0"/>
              <a:t>объектов КИИ</a:t>
            </a:r>
            <a:r>
              <a:rPr lang="ru-RU" sz="1400" dirty="0"/>
              <a:t>»</a:t>
            </a:r>
          </a:p>
          <a:p>
            <a:endParaRPr lang="ru-RU" sz="1400" dirty="0"/>
          </a:p>
        </p:txBody>
      </p:sp>
      <p:cxnSp>
        <p:nvCxnSpPr>
          <p:cNvPr id="65" name="Прямая со стрелкой 64"/>
          <p:cNvCxnSpPr/>
          <p:nvPr/>
        </p:nvCxnSpPr>
        <p:spPr>
          <a:xfrm>
            <a:off x="4158935" y="4481638"/>
            <a:ext cx="4533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итульный слайд">
  <a:themeElements>
    <a:clrScheme name="Росатом 3">
      <a:dk1>
        <a:srgbClr val="333333"/>
      </a:dk1>
      <a:lt1>
        <a:srgbClr val="FFFFFF"/>
      </a:lt1>
      <a:dk2>
        <a:srgbClr val="56C02B"/>
      </a:dk2>
      <a:lt2>
        <a:srgbClr val="FCC30B"/>
      </a:lt2>
      <a:accent1>
        <a:srgbClr val="003274"/>
      </a:accent1>
      <a:accent2>
        <a:srgbClr val="025EA1"/>
      </a:accent2>
      <a:accent3>
        <a:srgbClr val="6CACE3"/>
      </a:accent3>
      <a:accent4>
        <a:srgbClr val="249789"/>
      </a:accent4>
      <a:accent5>
        <a:srgbClr val="FD6924"/>
      </a:accent5>
      <a:accent6>
        <a:srgbClr val="E20079"/>
      </a:accent6>
      <a:hlink>
        <a:srgbClr val="7F7F7F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итульный слайд_ДСП / КТ">
  <a:themeElements>
    <a:clrScheme name="Росатом 3">
      <a:dk1>
        <a:srgbClr val="333333"/>
      </a:dk1>
      <a:lt1>
        <a:srgbClr val="FFFFFF"/>
      </a:lt1>
      <a:dk2>
        <a:srgbClr val="56C02B"/>
      </a:dk2>
      <a:lt2>
        <a:srgbClr val="FCC30B"/>
      </a:lt2>
      <a:accent1>
        <a:srgbClr val="003274"/>
      </a:accent1>
      <a:accent2>
        <a:srgbClr val="025EA1"/>
      </a:accent2>
      <a:accent3>
        <a:srgbClr val="6CACE3"/>
      </a:accent3>
      <a:accent4>
        <a:srgbClr val="249789"/>
      </a:accent4>
      <a:accent5>
        <a:srgbClr val="FD6924"/>
      </a:accent5>
      <a:accent6>
        <a:srgbClr val="E20079"/>
      </a:accent6>
      <a:hlink>
        <a:srgbClr val="7F7F7F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итульный слайд без логотипа">
  <a:themeElements>
    <a:clrScheme name="Росатом 3">
      <a:dk1>
        <a:srgbClr val="333333"/>
      </a:dk1>
      <a:lt1>
        <a:srgbClr val="FFFFFF"/>
      </a:lt1>
      <a:dk2>
        <a:srgbClr val="56C02B"/>
      </a:dk2>
      <a:lt2>
        <a:srgbClr val="FCC30B"/>
      </a:lt2>
      <a:accent1>
        <a:srgbClr val="003274"/>
      </a:accent1>
      <a:accent2>
        <a:srgbClr val="025EA1"/>
      </a:accent2>
      <a:accent3>
        <a:srgbClr val="6CACE3"/>
      </a:accent3>
      <a:accent4>
        <a:srgbClr val="249789"/>
      </a:accent4>
      <a:accent5>
        <a:srgbClr val="FD6924"/>
      </a:accent5>
      <a:accent6>
        <a:srgbClr val="E20079"/>
      </a:accent6>
      <a:hlink>
        <a:srgbClr val="7F7F7F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Содержание">
  <a:themeElements>
    <a:clrScheme name="Росатом 3">
      <a:dk1>
        <a:srgbClr val="333333"/>
      </a:dk1>
      <a:lt1>
        <a:srgbClr val="FFFFFF"/>
      </a:lt1>
      <a:dk2>
        <a:srgbClr val="56C02B"/>
      </a:dk2>
      <a:lt2>
        <a:srgbClr val="FCC30B"/>
      </a:lt2>
      <a:accent1>
        <a:srgbClr val="003274"/>
      </a:accent1>
      <a:accent2>
        <a:srgbClr val="025EA1"/>
      </a:accent2>
      <a:accent3>
        <a:srgbClr val="6CACE3"/>
      </a:accent3>
      <a:accent4>
        <a:srgbClr val="249789"/>
      </a:accent4>
      <a:accent5>
        <a:srgbClr val="FD6924"/>
      </a:accent5>
      <a:accent6>
        <a:srgbClr val="E20079"/>
      </a:accent6>
      <a:hlink>
        <a:srgbClr val="7F7F7F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Перебивочный слайд">
  <a:themeElements>
    <a:clrScheme name="Росатом 3">
      <a:dk1>
        <a:srgbClr val="333333"/>
      </a:dk1>
      <a:lt1>
        <a:srgbClr val="FFFFFF"/>
      </a:lt1>
      <a:dk2>
        <a:srgbClr val="56C02B"/>
      </a:dk2>
      <a:lt2>
        <a:srgbClr val="FCC30B"/>
      </a:lt2>
      <a:accent1>
        <a:srgbClr val="003274"/>
      </a:accent1>
      <a:accent2>
        <a:srgbClr val="025EA1"/>
      </a:accent2>
      <a:accent3>
        <a:srgbClr val="6CACE3"/>
      </a:accent3>
      <a:accent4>
        <a:srgbClr val="249789"/>
      </a:accent4>
      <a:accent5>
        <a:srgbClr val="FD6924"/>
      </a:accent5>
      <a:accent6>
        <a:srgbClr val="E20079"/>
      </a:accent6>
      <a:hlink>
        <a:srgbClr val="7F7F7F"/>
      </a:hlink>
      <a:folHlink>
        <a:srgbClr val="7F7F7F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Акцентные слайды">
  <a:themeElements>
    <a:clrScheme name="Росатом 3">
      <a:dk1>
        <a:srgbClr val="333333"/>
      </a:dk1>
      <a:lt1>
        <a:srgbClr val="FFFFFF"/>
      </a:lt1>
      <a:dk2>
        <a:srgbClr val="56C02B"/>
      </a:dk2>
      <a:lt2>
        <a:srgbClr val="FCC30B"/>
      </a:lt2>
      <a:accent1>
        <a:srgbClr val="003274"/>
      </a:accent1>
      <a:accent2>
        <a:srgbClr val="025EA1"/>
      </a:accent2>
      <a:accent3>
        <a:srgbClr val="6CACE3"/>
      </a:accent3>
      <a:accent4>
        <a:srgbClr val="249789"/>
      </a:accent4>
      <a:accent5>
        <a:srgbClr val="FD6924"/>
      </a:accent5>
      <a:accent6>
        <a:srgbClr val="E20079"/>
      </a:accent6>
      <a:hlink>
        <a:srgbClr val="7F7F7F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Цветные фоны (для публичных выступлений)">
  <a:themeElements>
    <a:clrScheme name="Росатом 3">
      <a:dk1>
        <a:srgbClr val="333333"/>
      </a:dk1>
      <a:lt1>
        <a:srgbClr val="FFFFFF"/>
      </a:lt1>
      <a:dk2>
        <a:srgbClr val="56C02B"/>
      </a:dk2>
      <a:lt2>
        <a:srgbClr val="FCC30B"/>
      </a:lt2>
      <a:accent1>
        <a:srgbClr val="003274"/>
      </a:accent1>
      <a:accent2>
        <a:srgbClr val="025EA1"/>
      </a:accent2>
      <a:accent3>
        <a:srgbClr val="6CACE3"/>
      </a:accent3>
      <a:accent4>
        <a:srgbClr val="249789"/>
      </a:accent4>
      <a:accent5>
        <a:srgbClr val="FD6924"/>
      </a:accent5>
      <a:accent6>
        <a:srgbClr val="E20079"/>
      </a:accent6>
      <a:hlink>
        <a:srgbClr val="7F7F7F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Текстовые слайды">
  <a:themeElements>
    <a:clrScheme name="Росатом 3">
      <a:dk1>
        <a:srgbClr val="333333"/>
      </a:dk1>
      <a:lt1>
        <a:srgbClr val="FFFFFF"/>
      </a:lt1>
      <a:dk2>
        <a:srgbClr val="56C02B"/>
      </a:dk2>
      <a:lt2>
        <a:srgbClr val="FCC30B"/>
      </a:lt2>
      <a:accent1>
        <a:srgbClr val="003274"/>
      </a:accent1>
      <a:accent2>
        <a:srgbClr val="025EA1"/>
      </a:accent2>
      <a:accent3>
        <a:srgbClr val="6CACE3"/>
      </a:accent3>
      <a:accent4>
        <a:srgbClr val="249789"/>
      </a:accent4>
      <a:accent5>
        <a:srgbClr val="FD6924"/>
      </a:accent5>
      <a:accent6>
        <a:srgbClr val="E20079"/>
      </a:accent6>
      <a:hlink>
        <a:srgbClr val="7F7F7F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Слайды с изображениями">
  <a:themeElements>
    <a:clrScheme name="Росатом 3">
      <a:dk1>
        <a:srgbClr val="333333"/>
      </a:dk1>
      <a:lt1>
        <a:srgbClr val="FFFFFF"/>
      </a:lt1>
      <a:dk2>
        <a:srgbClr val="56C02B"/>
      </a:dk2>
      <a:lt2>
        <a:srgbClr val="FCC30B"/>
      </a:lt2>
      <a:accent1>
        <a:srgbClr val="003274"/>
      </a:accent1>
      <a:accent2>
        <a:srgbClr val="025EA1"/>
      </a:accent2>
      <a:accent3>
        <a:srgbClr val="6CACE3"/>
      </a:accent3>
      <a:accent4>
        <a:srgbClr val="249789"/>
      </a:accent4>
      <a:accent5>
        <a:srgbClr val="FD6924"/>
      </a:accent5>
      <a:accent6>
        <a:srgbClr val="E20079"/>
      </a:accent6>
      <a:hlink>
        <a:srgbClr val="7F7F7F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Таблицы">
  <a:themeElements>
    <a:clrScheme name="Росатом 3">
      <a:dk1>
        <a:srgbClr val="333333"/>
      </a:dk1>
      <a:lt1>
        <a:srgbClr val="FFFFFF"/>
      </a:lt1>
      <a:dk2>
        <a:srgbClr val="56C02B"/>
      </a:dk2>
      <a:lt2>
        <a:srgbClr val="FCC30B"/>
      </a:lt2>
      <a:accent1>
        <a:srgbClr val="003274"/>
      </a:accent1>
      <a:accent2>
        <a:srgbClr val="025EA1"/>
      </a:accent2>
      <a:accent3>
        <a:srgbClr val="6CACE3"/>
      </a:accent3>
      <a:accent4>
        <a:srgbClr val="249789"/>
      </a:accent4>
      <a:accent5>
        <a:srgbClr val="FD6924"/>
      </a:accent5>
      <a:accent6>
        <a:srgbClr val="E20079"/>
      </a:accent6>
      <a:hlink>
        <a:srgbClr val="7F7F7F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Диаграммы">
  <a:themeElements>
    <a:clrScheme name="Росатом 3">
      <a:dk1>
        <a:srgbClr val="333333"/>
      </a:dk1>
      <a:lt1>
        <a:srgbClr val="FFFFFF"/>
      </a:lt1>
      <a:dk2>
        <a:srgbClr val="56C02B"/>
      </a:dk2>
      <a:lt2>
        <a:srgbClr val="FCC30B"/>
      </a:lt2>
      <a:accent1>
        <a:srgbClr val="003274"/>
      </a:accent1>
      <a:accent2>
        <a:srgbClr val="025EA1"/>
      </a:accent2>
      <a:accent3>
        <a:srgbClr val="6CACE3"/>
      </a:accent3>
      <a:accent4>
        <a:srgbClr val="249789"/>
      </a:accent4>
      <a:accent5>
        <a:srgbClr val="FD6924"/>
      </a:accent5>
      <a:accent6>
        <a:srgbClr val="E20079"/>
      </a:accent6>
      <a:hlink>
        <a:srgbClr val="7F7F7F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Таймлайны">
  <a:themeElements>
    <a:clrScheme name="Росатом 3">
      <a:dk1>
        <a:srgbClr val="333333"/>
      </a:dk1>
      <a:lt1>
        <a:srgbClr val="FFFFFF"/>
      </a:lt1>
      <a:dk2>
        <a:srgbClr val="56C02B"/>
      </a:dk2>
      <a:lt2>
        <a:srgbClr val="FCC30B"/>
      </a:lt2>
      <a:accent1>
        <a:srgbClr val="003274"/>
      </a:accent1>
      <a:accent2>
        <a:srgbClr val="025EA1"/>
      </a:accent2>
      <a:accent3>
        <a:srgbClr val="6CACE3"/>
      </a:accent3>
      <a:accent4>
        <a:srgbClr val="249789"/>
      </a:accent4>
      <a:accent5>
        <a:srgbClr val="FD6924"/>
      </a:accent5>
      <a:accent6>
        <a:srgbClr val="E20079"/>
      </a:accent6>
      <a:hlink>
        <a:srgbClr val="7F7F7F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Карты">
  <a:themeElements>
    <a:clrScheme name="Росатом 3">
      <a:dk1>
        <a:srgbClr val="333333"/>
      </a:dk1>
      <a:lt1>
        <a:srgbClr val="FFFFFF"/>
      </a:lt1>
      <a:dk2>
        <a:srgbClr val="56C02B"/>
      </a:dk2>
      <a:lt2>
        <a:srgbClr val="FCC30B"/>
      </a:lt2>
      <a:accent1>
        <a:srgbClr val="003274"/>
      </a:accent1>
      <a:accent2>
        <a:srgbClr val="025EA1"/>
      </a:accent2>
      <a:accent3>
        <a:srgbClr val="6CACE3"/>
      </a:accent3>
      <a:accent4>
        <a:srgbClr val="249789"/>
      </a:accent4>
      <a:accent5>
        <a:srgbClr val="FD6924"/>
      </a:accent5>
      <a:accent6>
        <a:srgbClr val="E20079"/>
      </a:accent6>
      <a:hlink>
        <a:srgbClr val="7F7F7F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SmartArt">
  <a:themeElements>
    <a:clrScheme name="Росатом 3">
      <a:dk1>
        <a:srgbClr val="333333"/>
      </a:dk1>
      <a:lt1>
        <a:srgbClr val="FFFFFF"/>
      </a:lt1>
      <a:dk2>
        <a:srgbClr val="56C02B"/>
      </a:dk2>
      <a:lt2>
        <a:srgbClr val="FCC30B"/>
      </a:lt2>
      <a:accent1>
        <a:srgbClr val="003274"/>
      </a:accent1>
      <a:accent2>
        <a:srgbClr val="025EA1"/>
      </a:accent2>
      <a:accent3>
        <a:srgbClr val="6CACE3"/>
      </a:accent3>
      <a:accent4>
        <a:srgbClr val="249789"/>
      </a:accent4>
      <a:accent5>
        <a:srgbClr val="FD6924"/>
      </a:accent5>
      <a:accent6>
        <a:srgbClr val="E20079"/>
      </a:accent6>
      <a:hlink>
        <a:srgbClr val="7F7F7F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Контакты">
  <a:themeElements>
    <a:clrScheme name="Росатом 3">
      <a:dk1>
        <a:srgbClr val="333333"/>
      </a:dk1>
      <a:lt1>
        <a:srgbClr val="FFFFFF"/>
      </a:lt1>
      <a:dk2>
        <a:srgbClr val="56C02B"/>
      </a:dk2>
      <a:lt2>
        <a:srgbClr val="FCC30B"/>
      </a:lt2>
      <a:accent1>
        <a:srgbClr val="003274"/>
      </a:accent1>
      <a:accent2>
        <a:srgbClr val="025EA1"/>
      </a:accent2>
      <a:accent3>
        <a:srgbClr val="6CACE3"/>
      </a:accent3>
      <a:accent4>
        <a:srgbClr val="249789"/>
      </a:accent4>
      <a:accent5>
        <a:srgbClr val="FD6924"/>
      </a:accent5>
      <a:accent6>
        <a:srgbClr val="E20079"/>
      </a:accent6>
      <a:hlink>
        <a:srgbClr val="7F7F7F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_Текст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Росатом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_Специальное оформление">
  <a:themeElements>
    <a:clrScheme name="ROSATOM-COLORS-1">
      <a:dk1>
        <a:srgbClr val="000000"/>
      </a:dk1>
      <a:lt1>
        <a:sysClr val="window" lastClr="FFFFFF"/>
      </a:lt1>
      <a:dk2>
        <a:srgbClr val="44546A"/>
      </a:dk2>
      <a:lt2>
        <a:srgbClr val="003274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259789"/>
      </a:accent6>
      <a:hlink>
        <a:srgbClr val="B0D2FF"/>
      </a:hlink>
      <a:folHlink>
        <a:srgbClr val="954F72"/>
      </a:folHlink>
    </a:clrScheme>
    <a:fontScheme name="Rosatom">
      <a:majorFont>
        <a:latin typeface="Rosatom"/>
        <a:ea typeface=""/>
        <a:cs typeface=""/>
      </a:majorFont>
      <a:minorFont>
        <a:latin typeface="Rosatom Ligh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_Титульный слайд">
  <a:themeElements>
    <a:clrScheme name="Росатом 3">
      <a:dk1>
        <a:srgbClr val="333333"/>
      </a:dk1>
      <a:lt1>
        <a:srgbClr val="FFFFFF"/>
      </a:lt1>
      <a:dk2>
        <a:srgbClr val="56C02B"/>
      </a:dk2>
      <a:lt2>
        <a:srgbClr val="FCC30B"/>
      </a:lt2>
      <a:accent1>
        <a:srgbClr val="003274"/>
      </a:accent1>
      <a:accent2>
        <a:srgbClr val="025EA1"/>
      </a:accent2>
      <a:accent3>
        <a:srgbClr val="6CACE3"/>
      </a:accent3>
      <a:accent4>
        <a:srgbClr val="249789"/>
      </a:accent4>
      <a:accent5>
        <a:srgbClr val="FD6924"/>
      </a:accent5>
      <a:accent6>
        <a:srgbClr val="E20079"/>
      </a:accent6>
      <a:hlink>
        <a:srgbClr val="7F7F7F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_Текстовые слайды">
  <a:themeElements>
    <a:clrScheme name="Росатом 3">
      <a:dk1>
        <a:srgbClr val="333333"/>
      </a:dk1>
      <a:lt1>
        <a:srgbClr val="FFFFFF"/>
      </a:lt1>
      <a:dk2>
        <a:srgbClr val="56C02B"/>
      </a:dk2>
      <a:lt2>
        <a:srgbClr val="FCC30B"/>
      </a:lt2>
      <a:accent1>
        <a:srgbClr val="003274"/>
      </a:accent1>
      <a:accent2>
        <a:srgbClr val="025EA1"/>
      </a:accent2>
      <a:accent3>
        <a:srgbClr val="6CACE3"/>
      </a:accent3>
      <a:accent4>
        <a:srgbClr val="249789"/>
      </a:accent4>
      <a:accent5>
        <a:srgbClr val="FD6924"/>
      </a:accent5>
      <a:accent6>
        <a:srgbClr val="E20079"/>
      </a:accent6>
      <a:hlink>
        <a:srgbClr val="7F7F7F"/>
      </a:hlink>
      <a:folHlink>
        <a:srgbClr val="7F7F7F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2_Титульный слайд">
  <a:themeElements>
    <a:clrScheme name="RA2">
      <a:dk1>
        <a:srgbClr val="333333"/>
      </a:dk1>
      <a:lt1>
        <a:sysClr val="window" lastClr="FFFFFF"/>
      </a:lt1>
      <a:dk2>
        <a:srgbClr val="FFFFFF"/>
      </a:dk2>
      <a:lt2>
        <a:srgbClr val="FFFFFF"/>
      </a:lt2>
      <a:accent1>
        <a:srgbClr val="003274"/>
      </a:accent1>
      <a:accent2>
        <a:srgbClr val="025EA1"/>
      </a:accent2>
      <a:accent3>
        <a:srgbClr val="6CACE4"/>
      </a:accent3>
      <a:accent4>
        <a:srgbClr val="B2C541"/>
      </a:accent4>
      <a:accent5>
        <a:srgbClr val="259789"/>
      </a:accent5>
      <a:accent6>
        <a:srgbClr val="7F7F7F"/>
      </a:accent6>
      <a:hlink>
        <a:srgbClr val="333333"/>
      </a:hlink>
      <a:folHlink>
        <a:srgbClr val="333333"/>
      </a:folHlink>
    </a:clrScheme>
    <a:fontScheme name="Росатом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16x9_white_template" id="{815E4B3B-8E01-5242-B9F1-F7029D6381FB}" vid="{541B8C7B-4633-2E45-B746-A05B8E1543F8}"/>
    </a:ext>
  </a:extLst>
</a:theme>
</file>

<file path=ppt/theme/theme21.xml><?xml version="1.0" encoding="utf-8"?>
<a:theme xmlns:a="http://schemas.openxmlformats.org/drawingml/2006/main" name="2_Текстовые слайды">
  <a:themeElements>
    <a:clrScheme name="Росатом 3">
      <a:dk1>
        <a:srgbClr val="333333"/>
      </a:dk1>
      <a:lt1>
        <a:srgbClr val="FFFFFF"/>
      </a:lt1>
      <a:dk2>
        <a:srgbClr val="56C02B"/>
      </a:dk2>
      <a:lt2>
        <a:srgbClr val="FCC30B"/>
      </a:lt2>
      <a:accent1>
        <a:srgbClr val="003274"/>
      </a:accent1>
      <a:accent2>
        <a:srgbClr val="025EA1"/>
      </a:accent2>
      <a:accent3>
        <a:srgbClr val="6CACE3"/>
      </a:accent3>
      <a:accent4>
        <a:srgbClr val="249789"/>
      </a:accent4>
      <a:accent5>
        <a:srgbClr val="FD6924"/>
      </a:accent5>
      <a:accent6>
        <a:srgbClr val="E20079"/>
      </a:accent6>
      <a:hlink>
        <a:srgbClr val="7F7F7F"/>
      </a:hlink>
      <a:folHlink>
        <a:srgbClr val="7F7F7F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184471</TotalTime>
  <Words>219</Words>
  <Application>Microsoft Office PowerPoint</Application>
  <PresentationFormat>Широкоэкранный</PresentationFormat>
  <Paragraphs>34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21</vt:i4>
      </vt:variant>
      <vt:variant>
        <vt:lpstr>Заголовки слайдов</vt:lpstr>
      </vt:variant>
      <vt:variant>
        <vt:i4>1</vt:i4>
      </vt:variant>
    </vt:vector>
  </HeadingPairs>
  <TitlesOfParts>
    <vt:vector size="27" baseType="lpstr">
      <vt:lpstr>Arial</vt:lpstr>
      <vt:lpstr>Calibri</vt:lpstr>
      <vt:lpstr>Gotham Pro</vt:lpstr>
      <vt:lpstr>Rosatom</vt:lpstr>
      <vt:lpstr>Rosatom Light</vt:lpstr>
      <vt:lpstr>Титульный слайд</vt:lpstr>
      <vt:lpstr>Титульный слайд_ДСП / КТ</vt:lpstr>
      <vt:lpstr>Титульный слайд без логотипа</vt:lpstr>
      <vt:lpstr>Содержание</vt:lpstr>
      <vt:lpstr>Перебивочный слайд</vt:lpstr>
      <vt:lpstr>Акцентные слайды</vt:lpstr>
      <vt:lpstr>Цветные фоны (для публичных выступлений)</vt:lpstr>
      <vt:lpstr>Текстовые слайды</vt:lpstr>
      <vt:lpstr>Слайды с изображениями</vt:lpstr>
      <vt:lpstr>Таблицы</vt:lpstr>
      <vt:lpstr>Диаграммы</vt:lpstr>
      <vt:lpstr>Таймлайны</vt:lpstr>
      <vt:lpstr>Карты</vt:lpstr>
      <vt:lpstr>SmartArt</vt:lpstr>
      <vt:lpstr>Контакты</vt:lpstr>
      <vt:lpstr>2_Текст</vt:lpstr>
      <vt:lpstr>1_Специальное оформление</vt:lpstr>
      <vt:lpstr>1_Титульный слайд</vt:lpstr>
      <vt:lpstr>1_Текстовые слайды</vt:lpstr>
      <vt:lpstr>2_Титульный слайд</vt:lpstr>
      <vt:lpstr>2_Текстовые слайды</vt:lpstr>
      <vt:lpstr>Экспериментальный правовой режим устойчивости ОКИИ энергетической системы РФ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Светлана Поспелова</dc:creator>
  <cp:lastModifiedBy>РАА</cp:lastModifiedBy>
  <cp:revision>1212</cp:revision>
  <cp:lastPrinted>2023-12-20T13:21:53Z</cp:lastPrinted>
  <dcterms:created xsi:type="dcterms:W3CDTF">2021-10-19T14:08:40Z</dcterms:created>
  <dcterms:modified xsi:type="dcterms:W3CDTF">2026-04-09T12:45:04Z</dcterms:modified>
</cp:coreProperties>
</file>